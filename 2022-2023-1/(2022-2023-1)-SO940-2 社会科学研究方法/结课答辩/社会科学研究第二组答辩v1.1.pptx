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14.jpg" ContentType="image/jpeg"/>
  <Override PartName="/ppt/media/image21.jpg" ContentType="image/jpeg"/>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6" r:id="rId4"/>
    <p:sldId id="286" r:id="rId5"/>
    <p:sldId id="289" r:id="rId6"/>
    <p:sldId id="288" r:id="rId7"/>
    <p:sldId id="290" r:id="rId8"/>
    <p:sldId id="292" r:id="rId9"/>
    <p:sldId id="293" r:id="rId10"/>
    <p:sldId id="294" r:id="rId11"/>
    <p:sldId id="295" r:id="rId12"/>
    <p:sldId id="296" r:id="rId13"/>
    <p:sldId id="315" r:id="rId14"/>
    <p:sldId id="297" r:id="rId15"/>
    <p:sldId id="257" r:id="rId16"/>
    <p:sldId id="298" r:id="rId17"/>
    <p:sldId id="299" r:id="rId18"/>
    <p:sldId id="302" r:id="rId19"/>
    <p:sldId id="300" r:id="rId20"/>
    <p:sldId id="301" r:id="rId21"/>
    <p:sldId id="303" r:id="rId22"/>
    <p:sldId id="304" r:id="rId23"/>
    <p:sldId id="305" r:id="rId24"/>
    <p:sldId id="306" r:id="rId25"/>
    <p:sldId id="307" r:id="rId26"/>
    <p:sldId id="308" r:id="rId27"/>
    <p:sldId id="309" r:id="rId28"/>
    <p:sldId id="311" r:id="rId29"/>
    <p:sldId id="310" r:id="rId30"/>
    <p:sldId id="312" r:id="rId31"/>
    <p:sldId id="314" r:id="rId32"/>
    <p:sldId id="279" r:id="rId33"/>
    <p:sldId id="313"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FFDFC44-7BAC-43D3-845F-6508D47D5ECB}">
          <p14:sldIdLst>
            <p14:sldId id="256"/>
            <p14:sldId id="263"/>
            <p14:sldId id="266"/>
            <p14:sldId id="286"/>
            <p14:sldId id="289"/>
            <p14:sldId id="288"/>
            <p14:sldId id="290"/>
            <p14:sldId id="292"/>
            <p14:sldId id="293"/>
            <p14:sldId id="294"/>
            <p14:sldId id="295"/>
            <p14:sldId id="296"/>
            <p14:sldId id="315"/>
            <p14:sldId id="297"/>
            <p14:sldId id="257"/>
            <p14:sldId id="298"/>
            <p14:sldId id="299"/>
            <p14:sldId id="302"/>
            <p14:sldId id="300"/>
            <p14:sldId id="301"/>
            <p14:sldId id="303"/>
            <p14:sldId id="304"/>
            <p14:sldId id="305"/>
            <p14:sldId id="306"/>
            <p14:sldId id="307"/>
            <p14:sldId id="308"/>
            <p14:sldId id="309"/>
            <p14:sldId id="311"/>
            <p14:sldId id="310"/>
            <p14:sldId id="312"/>
            <p14:sldId id="314"/>
          </p14:sldIdLst>
        </p14:section>
        <p14:section name="无标题节" id="{BD0A39CF-F689-4B32-A004-896BF3E96567}">
          <p14:sldIdLst>
            <p14:sldId id="279"/>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A380"/>
    <a:srgbClr val="959DBF"/>
    <a:srgbClr val="2D5AC2"/>
    <a:srgbClr val="2E76BC"/>
    <a:srgbClr val="A6A6A6"/>
    <a:srgbClr val="C55A11"/>
    <a:srgbClr val="FFC000"/>
    <a:srgbClr val="2B75CF"/>
    <a:srgbClr val="004098"/>
    <a:srgbClr val="BD9F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FE91E1-377A-463A-AD76-B0734EFFACD9}" v="822" dt="2022-11-25T05:41:22.09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23" autoAdjust="0"/>
    <p:restoredTop sz="94660"/>
  </p:normalViewPr>
  <p:slideViewPr>
    <p:cSldViewPr snapToGrid="0">
      <p:cViewPr varScale="1">
        <p:scale>
          <a:sx n="79" d="100"/>
          <a:sy n="79" d="100"/>
        </p:scale>
        <p:origin x="108"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Kailing" userId="291a47e472658d09" providerId="LiveId" clId="{093B0E2E-7612-437C-823C-92C00D4A492E}"/>
    <pc:docChg chg="undo redo custSel addSld delSld modSld sldOrd addSection modSection">
      <pc:chgData name="Wang Kailing" userId="291a47e472658d09" providerId="LiveId" clId="{093B0E2E-7612-437C-823C-92C00D4A492E}" dt="2022-11-23T14:23:56.829" v="2167" actId="20577"/>
      <pc:docMkLst>
        <pc:docMk/>
      </pc:docMkLst>
      <pc:sldChg chg="modSp mod modTransition">
        <pc:chgData name="Wang Kailing" userId="291a47e472658d09" providerId="LiveId" clId="{093B0E2E-7612-437C-823C-92C00D4A492E}" dt="2022-11-22T12:20:54.635" v="266" actId="20577"/>
        <pc:sldMkLst>
          <pc:docMk/>
          <pc:sldMk cId="1895940685" sldId="256"/>
        </pc:sldMkLst>
        <pc:spChg chg="mod">
          <ac:chgData name="Wang Kailing" userId="291a47e472658d09" providerId="LiveId" clId="{093B0E2E-7612-437C-823C-92C00D4A492E}" dt="2022-11-22T12:20:54.635" v="266" actId="20577"/>
          <ac:spMkLst>
            <pc:docMk/>
            <pc:sldMk cId="1895940685" sldId="256"/>
            <ac:spMk id="5" creationId="{00000000-0000-0000-0000-000000000000}"/>
          </ac:spMkLst>
        </pc:spChg>
      </pc:sldChg>
      <pc:sldChg chg="addSp delSp modSp mod modTransition">
        <pc:chgData name="Wang Kailing" userId="291a47e472658d09" providerId="LiveId" clId="{093B0E2E-7612-437C-823C-92C00D4A492E}" dt="2022-11-22T12:43:52.040" v="729" actId="478"/>
        <pc:sldMkLst>
          <pc:docMk/>
          <pc:sldMk cId="159184324" sldId="257"/>
        </pc:sldMkLst>
        <pc:spChg chg="del mod">
          <ac:chgData name="Wang Kailing" userId="291a47e472658d09" providerId="LiveId" clId="{093B0E2E-7612-437C-823C-92C00D4A492E}" dt="2022-11-22T12:43:22.120" v="722" actId="478"/>
          <ac:spMkLst>
            <pc:docMk/>
            <pc:sldMk cId="159184324" sldId="257"/>
            <ac:spMk id="3" creationId="{00000000-0000-0000-0000-000000000000}"/>
          </ac:spMkLst>
        </pc:spChg>
        <pc:spChg chg="add del mod">
          <ac:chgData name="Wang Kailing" userId="291a47e472658d09" providerId="LiveId" clId="{093B0E2E-7612-437C-823C-92C00D4A492E}" dt="2022-11-22T12:43:52.040" v="729" actId="478"/>
          <ac:spMkLst>
            <pc:docMk/>
            <pc:sldMk cId="159184324" sldId="257"/>
            <ac:spMk id="4" creationId="{3E17F160-2BBD-26D3-7093-AB7770C872C1}"/>
          </ac:spMkLst>
        </pc:spChg>
        <pc:spChg chg="add mod">
          <ac:chgData name="Wang Kailing" userId="291a47e472658d09" providerId="LiveId" clId="{093B0E2E-7612-437C-823C-92C00D4A492E}" dt="2022-11-22T12:43:44.469" v="728"/>
          <ac:spMkLst>
            <pc:docMk/>
            <pc:sldMk cId="159184324" sldId="257"/>
            <ac:spMk id="5" creationId="{0F1E14F4-105F-3310-1DD6-5193BF9D65C1}"/>
          </ac:spMkLst>
        </pc:spChg>
      </pc:sldChg>
      <pc:sldChg chg="modTransition">
        <pc:chgData name="Wang Kailing" userId="291a47e472658d09" providerId="LiveId" clId="{093B0E2E-7612-437C-823C-92C00D4A492E}" dt="2022-11-22T10:50:08.352" v="1"/>
        <pc:sldMkLst>
          <pc:docMk/>
          <pc:sldMk cId="2767632909" sldId="260"/>
        </pc:sldMkLst>
      </pc:sldChg>
      <pc:sldChg chg="modTransition">
        <pc:chgData name="Wang Kailing" userId="291a47e472658d09" providerId="LiveId" clId="{093B0E2E-7612-437C-823C-92C00D4A492E}" dt="2022-11-22T10:50:08.352" v="1"/>
        <pc:sldMkLst>
          <pc:docMk/>
          <pc:sldMk cId="3503326648" sldId="261"/>
        </pc:sldMkLst>
      </pc:sldChg>
      <pc:sldChg chg="modTransition">
        <pc:chgData name="Wang Kailing" userId="291a47e472658d09" providerId="LiveId" clId="{093B0E2E-7612-437C-823C-92C00D4A492E}" dt="2022-11-22T10:50:08.352" v="1"/>
        <pc:sldMkLst>
          <pc:docMk/>
          <pc:sldMk cId="1579473272" sldId="262"/>
        </pc:sldMkLst>
      </pc:sldChg>
      <pc:sldChg chg="modTransition">
        <pc:chgData name="Wang Kailing" userId="291a47e472658d09" providerId="LiveId" clId="{093B0E2E-7612-437C-823C-92C00D4A492E}" dt="2022-11-22T10:50:08.352" v="1"/>
        <pc:sldMkLst>
          <pc:docMk/>
          <pc:sldMk cId="1527560039" sldId="263"/>
        </pc:sldMkLst>
      </pc:sldChg>
      <pc:sldChg chg="modTransition">
        <pc:chgData name="Wang Kailing" userId="291a47e472658d09" providerId="LiveId" clId="{093B0E2E-7612-437C-823C-92C00D4A492E}" dt="2022-11-22T10:50:08.352" v="1"/>
        <pc:sldMkLst>
          <pc:docMk/>
          <pc:sldMk cId="3969508559" sldId="264"/>
        </pc:sldMkLst>
      </pc:sldChg>
      <pc:sldChg chg="modTransition">
        <pc:chgData name="Wang Kailing" userId="291a47e472658d09" providerId="LiveId" clId="{093B0E2E-7612-437C-823C-92C00D4A492E}" dt="2022-11-22T10:50:08.352" v="1"/>
        <pc:sldMkLst>
          <pc:docMk/>
          <pc:sldMk cId="3589705927" sldId="265"/>
        </pc:sldMkLst>
      </pc:sldChg>
      <pc:sldChg chg="modTransition">
        <pc:chgData name="Wang Kailing" userId="291a47e472658d09" providerId="LiveId" clId="{093B0E2E-7612-437C-823C-92C00D4A492E}" dt="2022-11-22T10:50:08.352" v="1"/>
        <pc:sldMkLst>
          <pc:docMk/>
          <pc:sldMk cId="1580039042" sldId="266"/>
        </pc:sldMkLst>
      </pc:sldChg>
      <pc:sldChg chg="modTransition">
        <pc:chgData name="Wang Kailing" userId="291a47e472658d09" providerId="LiveId" clId="{093B0E2E-7612-437C-823C-92C00D4A492E}" dt="2022-11-22T10:50:08.352" v="1"/>
        <pc:sldMkLst>
          <pc:docMk/>
          <pc:sldMk cId="2127358186" sldId="267"/>
        </pc:sldMkLst>
      </pc:sldChg>
      <pc:sldChg chg="modTransition">
        <pc:chgData name="Wang Kailing" userId="291a47e472658d09" providerId="LiveId" clId="{093B0E2E-7612-437C-823C-92C00D4A492E}" dt="2022-11-22T10:50:08.352" v="1"/>
        <pc:sldMkLst>
          <pc:docMk/>
          <pc:sldMk cId="3536866290" sldId="268"/>
        </pc:sldMkLst>
      </pc:sldChg>
      <pc:sldChg chg="modTransition">
        <pc:chgData name="Wang Kailing" userId="291a47e472658d09" providerId="LiveId" clId="{093B0E2E-7612-437C-823C-92C00D4A492E}" dt="2022-11-22T10:50:08.352" v="1"/>
        <pc:sldMkLst>
          <pc:docMk/>
          <pc:sldMk cId="1623718656" sldId="269"/>
        </pc:sldMkLst>
      </pc:sldChg>
      <pc:sldChg chg="modTransition">
        <pc:chgData name="Wang Kailing" userId="291a47e472658d09" providerId="LiveId" clId="{093B0E2E-7612-437C-823C-92C00D4A492E}" dt="2022-11-22T10:50:08.352" v="1"/>
        <pc:sldMkLst>
          <pc:docMk/>
          <pc:sldMk cId="1454598027" sldId="270"/>
        </pc:sldMkLst>
      </pc:sldChg>
      <pc:sldChg chg="modTransition">
        <pc:chgData name="Wang Kailing" userId="291a47e472658d09" providerId="LiveId" clId="{093B0E2E-7612-437C-823C-92C00D4A492E}" dt="2022-11-22T10:50:08.352" v="1"/>
        <pc:sldMkLst>
          <pc:docMk/>
          <pc:sldMk cId="2072393645" sldId="271"/>
        </pc:sldMkLst>
      </pc:sldChg>
      <pc:sldChg chg="modTransition">
        <pc:chgData name="Wang Kailing" userId="291a47e472658d09" providerId="LiveId" clId="{093B0E2E-7612-437C-823C-92C00D4A492E}" dt="2022-11-22T10:50:08.352" v="1"/>
        <pc:sldMkLst>
          <pc:docMk/>
          <pc:sldMk cId="2020975659" sldId="272"/>
        </pc:sldMkLst>
      </pc:sldChg>
      <pc:sldChg chg="del modTransition">
        <pc:chgData name="Wang Kailing" userId="291a47e472658d09" providerId="LiveId" clId="{093B0E2E-7612-437C-823C-92C00D4A492E}" dt="2022-11-22T13:57:56.689" v="2090" actId="47"/>
        <pc:sldMkLst>
          <pc:docMk/>
          <pc:sldMk cId="2920956955" sldId="273"/>
        </pc:sldMkLst>
      </pc:sldChg>
      <pc:sldChg chg="del modTransition">
        <pc:chgData name="Wang Kailing" userId="291a47e472658d09" providerId="LiveId" clId="{093B0E2E-7612-437C-823C-92C00D4A492E}" dt="2022-11-22T13:57:52.677" v="2088" actId="47"/>
        <pc:sldMkLst>
          <pc:docMk/>
          <pc:sldMk cId="342371115" sldId="274"/>
        </pc:sldMkLst>
      </pc:sldChg>
      <pc:sldChg chg="del modTransition">
        <pc:chgData name="Wang Kailing" userId="291a47e472658d09" providerId="LiveId" clId="{093B0E2E-7612-437C-823C-92C00D4A492E}" dt="2022-11-22T13:57:55.870" v="2089" actId="47"/>
        <pc:sldMkLst>
          <pc:docMk/>
          <pc:sldMk cId="3594532752" sldId="275"/>
        </pc:sldMkLst>
      </pc:sldChg>
      <pc:sldChg chg="modTransition">
        <pc:chgData name="Wang Kailing" userId="291a47e472658d09" providerId="LiveId" clId="{093B0E2E-7612-437C-823C-92C00D4A492E}" dt="2022-11-22T10:50:08.352" v="1"/>
        <pc:sldMkLst>
          <pc:docMk/>
          <pc:sldMk cId="1019482556" sldId="276"/>
        </pc:sldMkLst>
      </pc:sldChg>
      <pc:sldChg chg="modTransition">
        <pc:chgData name="Wang Kailing" userId="291a47e472658d09" providerId="LiveId" clId="{093B0E2E-7612-437C-823C-92C00D4A492E}" dt="2022-11-22T10:50:08.352" v="1"/>
        <pc:sldMkLst>
          <pc:docMk/>
          <pc:sldMk cId="3847050485" sldId="277"/>
        </pc:sldMkLst>
      </pc:sldChg>
      <pc:sldChg chg="modTransition">
        <pc:chgData name="Wang Kailing" userId="291a47e472658d09" providerId="LiveId" clId="{093B0E2E-7612-437C-823C-92C00D4A492E}" dt="2022-11-22T10:50:08.352" v="1"/>
        <pc:sldMkLst>
          <pc:docMk/>
          <pc:sldMk cId="3968976486" sldId="278"/>
        </pc:sldMkLst>
      </pc:sldChg>
      <pc:sldChg chg="modTransition">
        <pc:chgData name="Wang Kailing" userId="291a47e472658d09" providerId="LiveId" clId="{093B0E2E-7612-437C-823C-92C00D4A492E}" dt="2022-11-22T10:50:08.352" v="1"/>
        <pc:sldMkLst>
          <pc:docMk/>
          <pc:sldMk cId="581239130" sldId="279"/>
        </pc:sldMkLst>
      </pc:sldChg>
      <pc:sldChg chg="modTransition">
        <pc:chgData name="Wang Kailing" userId="291a47e472658d09" providerId="LiveId" clId="{093B0E2E-7612-437C-823C-92C00D4A492E}" dt="2022-11-22T10:50:08.352" v="1"/>
        <pc:sldMkLst>
          <pc:docMk/>
          <pc:sldMk cId="2644260428" sldId="280"/>
        </pc:sldMkLst>
      </pc:sldChg>
      <pc:sldChg chg="modTransition">
        <pc:chgData name="Wang Kailing" userId="291a47e472658d09" providerId="LiveId" clId="{093B0E2E-7612-437C-823C-92C00D4A492E}" dt="2022-11-22T10:50:08.352" v="1"/>
        <pc:sldMkLst>
          <pc:docMk/>
          <pc:sldMk cId="3611936315" sldId="281"/>
        </pc:sldMkLst>
      </pc:sldChg>
      <pc:sldChg chg="modTransition">
        <pc:chgData name="Wang Kailing" userId="291a47e472658d09" providerId="LiveId" clId="{093B0E2E-7612-437C-823C-92C00D4A492E}" dt="2022-11-22T10:50:08.352" v="1"/>
        <pc:sldMkLst>
          <pc:docMk/>
          <pc:sldMk cId="3265152546" sldId="282"/>
        </pc:sldMkLst>
      </pc:sldChg>
      <pc:sldChg chg="modTransition">
        <pc:chgData name="Wang Kailing" userId="291a47e472658d09" providerId="LiveId" clId="{093B0E2E-7612-437C-823C-92C00D4A492E}" dt="2022-11-22T10:50:08.352" v="1"/>
        <pc:sldMkLst>
          <pc:docMk/>
          <pc:sldMk cId="1493283328" sldId="284"/>
        </pc:sldMkLst>
      </pc:sldChg>
      <pc:sldChg chg="modTransition">
        <pc:chgData name="Wang Kailing" userId="291a47e472658d09" providerId="LiveId" clId="{093B0E2E-7612-437C-823C-92C00D4A492E}" dt="2022-11-22T10:50:08.352" v="1"/>
        <pc:sldMkLst>
          <pc:docMk/>
          <pc:sldMk cId="2681177401" sldId="286"/>
        </pc:sldMkLst>
      </pc:sldChg>
      <pc:sldChg chg="modTransition">
        <pc:chgData name="Wang Kailing" userId="291a47e472658d09" providerId="LiveId" clId="{093B0E2E-7612-437C-823C-92C00D4A492E}" dt="2022-11-22T10:50:08.352" v="1"/>
        <pc:sldMkLst>
          <pc:docMk/>
          <pc:sldMk cId="1721537585" sldId="288"/>
        </pc:sldMkLst>
      </pc:sldChg>
      <pc:sldChg chg="add del modTransition">
        <pc:chgData name="Wang Kailing" userId="291a47e472658d09" providerId="LiveId" clId="{093B0E2E-7612-437C-823C-92C00D4A492E}" dt="2022-11-22T14:04:19.635" v="2166" actId="47"/>
        <pc:sldMkLst>
          <pc:docMk/>
          <pc:sldMk cId="2606852884" sldId="289"/>
        </pc:sldMkLst>
      </pc:sldChg>
      <pc:sldChg chg="modTransition">
        <pc:chgData name="Wang Kailing" userId="291a47e472658d09" providerId="LiveId" clId="{093B0E2E-7612-437C-823C-92C00D4A492E}" dt="2022-11-22T10:50:08.352" v="1"/>
        <pc:sldMkLst>
          <pc:docMk/>
          <pc:sldMk cId="3061254550" sldId="290"/>
        </pc:sldMkLst>
      </pc:sldChg>
      <pc:sldChg chg="modTransition">
        <pc:chgData name="Wang Kailing" userId="291a47e472658d09" providerId="LiveId" clId="{093B0E2E-7612-437C-823C-92C00D4A492E}" dt="2022-11-22T10:50:08.352" v="1"/>
        <pc:sldMkLst>
          <pc:docMk/>
          <pc:sldMk cId="2899699755" sldId="292"/>
        </pc:sldMkLst>
      </pc:sldChg>
      <pc:sldChg chg="add del modTransition">
        <pc:chgData name="Wang Kailing" userId="291a47e472658d09" providerId="LiveId" clId="{093B0E2E-7612-437C-823C-92C00D4A492E}" dt="2022-11-22T14:04:19.195" v="2165" actId="47"/>
        <pc:sldMkLst>
          <pc:docMk/>
          <pc:sldMk cId="2466585717" sldId="293"/>
        </pc:sldMkLst>
      </pc:sldChg>
      <pc:sldChg chg="modTransition">
        <pc:chgData name="Wang Kailing" userId="291a47e472658d09" providerId="LiveId" clId="{093B0E2E-7612-437C-823C-92C00D4A492E}" dt="2022-11-22T10:50:08.352" v="1"/>
        <pc:sldMkLst>
          <pc:docMk/>
          <pc:sldMk cId="1678404767" sldId="294"/>
        </pc:sldMkLst>
      </pc:sldChg>
      <pc:sldChg chg="modTransition">
        <pc:chgData name="Wang Kailing" userId="291a47e472658d09" providerId="LiveId" clId="{093B0E2E-7612-437C-823C-92C00D4A492E}" dt="2022-11-22T10:50:08.352" v="1"/>
        <pc:sldMkLst>
          <pc:docMk/>
          <pc:sldMk cId="932262423" sldId="295"/>
        </pc:sldMkLst>
      </pc:sldChg>
      <pc:sldChg chg="modTransition">
        <pc:chgData name="Wang Kailing" userId="291a47e472658d09" providerId="LiveId" clId="{093B0E2E-7612-437C-823C-92C00D4A492E}" dt="2022-11-22T10:50:08.352" v="1"/>
        <pc:sldMkLst>
          <pc:docMk/>
          <pc:sldMk cId="581006051" sldId="296"/>
        </pc:sldMkLst>
      </pc:sldChg>
      <pc:sldChg chg="modTransition">
        <pc:chgData name="Wang Kailing" userId="291a47e472658d09" providerId="LiveId" clId="{093B0E2E-7612-437C-823C-92C00D4A492E}" dt="2022-11-22T10:50:08.352" v="1"/>
        <pc:sldMkLst>
          <pc:docMk/>
          <pc:sldMk cId="2587390423" sldId="297"/>
        </pc:sldMkLst>
      </pc:sldChg>
      <pc:sldChg chg="addSp delSp modSp mod ord modTransition">
        <pc:chgData name="Wang Kailing" userId="291a47e472658d09" providerId="LiveId" clId="{093B0E2E-7612-437C-823C-92C00D4A492E}" dt="2022-11-22T13:06:35.819" v="1564" actId="14100"/>
        <pc:sldMkLst>
          <pc:docMk/>
          <pc:sldMk cId="1069633139" sldId="298"/>
        </pc:sldMkLst>
        <pc:spChg chg="mod">
          <ac:chgData name="Wang Kailing" userId="291a47e472658d09" providerId="LiveId" clId="{093B0E2E-7612-437C-823C-92C00D4A492E}" dt="2022-11-22T13:06:35.819" v="1564" actId="14100"/>
          <ac:spMkLst>
            <pc:docMk/>
            <pc:sldMk cId="1069633139" sldId="298"/>
            <ac:spMk id="2" creationId="{2F06A826-9E28-28D7-178D-1525FFC9B165}"/>
          </ac:spMkLst>
        </pc:spChg>
        <pc:spChg chg="del mod">
          <ac:chgData name="Wang Kailing" userId="291a47e472658d09" providerId="LiveId" clId="{093B0E2E-7612-437C-823C-92C00D4A492E}" dt="2022-11-22T12:43:27.039" v="727"/>
          <ac:spMkLst>
            <pc:docMk/>
            <pc:sldMk cId="1069633139" sldId="298"/>
            <ac:spMk id="3" creationId="{00000000-0000-0000-0000-000000000000}"/>
          </ac:spMkLst>
        </pc:spChg>
        <pc:spChg chg="add mod">
          <ac:chgData name="Wang Kailing" userId="291a47e472658d09" providerId="LiveId" clId="{093B0E2E-7612-437C-823C-92C00D4A492E}" dt="2022-11-22T12:43:27.039" v="727"/>
          <ac:spMkLst>
            <pc:docMk/>
            <pc:sldMk cId="1069633139" sldId="298"/>
            <ac:spMk id="4" creationId="{EDDAA7D5-0C7B-92BB-A172-D54A100AF2A0}"/>
          </ac:spMkLst>
        </pc:spChg>
      </pc:sldChg>
      <pc:sldChg chg="modSp add mod">
        <pc:chgData name="Wang Kailing" userId="291a47e472658d09" providerId="LiveId" clId="{093B0E2E-7612-437C-823C-92C00D4A492E}" dt="2022-11-22T10:54:29.624" v="195" actId="20577"/>
        <pc:sldMkLst>
          <pc:docMk/>
          <pc:sldMk cId="1885025881" sldId="299"/>
        </pc:sldMkLst>
        <pc:spChg chg="mod">
          <ac:chgData name="Wang Kailing" userId="291a47e472658d09" providerId="LiveId" clId="{093B0E2E-7612-437C-823C-92C00D4A492E}" dt="2022-11-22T10:54:29.624" v="195" actId="20577"/>
          <ac:spMkLst>
            <pc:docMk/>
            <pc:sldMk cId="1885025881" sldId="299"/>
            <ac:spMk id="4" creationId="{00000000-0000-0000-0000-000000000000}"/>
          </ac:spMkLst>
        </pc:spChg>
      </pc:sldChg>
      <pc:sldChg chg="addSp delSp modSp add mod">
        <pc:chgData name="Wang Kailing" userId="291a47e472658d09" providerId="LiveId" clId="{093B0E2E-7612-437C-823C-92C00D4A492E}" dt="2022-11-22T13:12:16.952" v="1658" actId="27636"/>
        <pc:sldMkLst>
          <pc:docMk/>
          <pc:sldMk cId="1011004317" sldId="300"/>
        </pc:sldMkLst>
        <pc:spChg chg="add del mod ord topLvl">
          <ac:chgData name="Wang Kailing" userId="291a47e472658d09" providerId="LiveId" clId="{093B0E2E-7612-437C-823C-92C00D4A492E}" dt="2022-11-22T12:40:56.087" v="695" actId="1076"/>
          <ac:spMkLst>
            <pc:docMk/>
            <pc:sldMk cId="1011004317" sldId="300"/>
            <ac:spMk id="2" creationId="{2F06A826-9E28-28D7-178D-1525FFC9B165}"/>
          </ac:spMkLst>
        </pc:spChg>
        <pc:spChg chg="del mod">
          <ac:chgData name="Wang Kailing" userId="291a47e472658d09" providerId="LiveId" clId="{093B0E2E-7612-437C-823C-92C00D4A492E}" dt="2022-11-22T12:45:26.639" v="747" actId="478"/>
          <ac:spMkLst>
            <pc:docMk/>
            <pc:sldMk cId="1011004317" sldId="300"/>
            <ac:spMk id="3" creationId="{00000000-0000-0000-0000-000000000000}"/>
          </ac:spMkLst>
        </pc:spChg>
        <pc:spChg chg="add del mod">
          <ac:chgData name="Wang Kailing" userId="291a47e472658d09" providerId="LiveId" clId="{093B0E2E-7612-437C-823C-92C00D4A492E}" dt="2022-11-22T12:24:53.183" v="275" actId="478"/>
          <ac:spMkLst>
            <pc:docMk/>
            <pc:sldMk cId="1011004317" sldId="300"/>
            <ac:spMk id="4" creationId="{D79CDA28-4DB0-66FD-5D05-2D887BB6BA55}"/>
          </ac:spMkLst>
        </pc:spChg>
        <pc:spChg chg="add del mod">
          <ac:chgData name="Wang Kailing" userId="291a47e472658d09" providerId="LiveId" clId="{093B0E2E-7612-437C-823C-92C00D4A492E}" dt="2022-11-22T12:25:37.456" v="277" actId="478"/>
          <ac:spMkLst>
            <pc:docMk/>
            <pc:sldMk cId="1011004317" sldId="300"/>
            <ac:spMk id="5" creationId="{6088F0CA-FC02-944B-97FC-B77FF5EAE0FF}"/>
          </ac:spMkLst>
        </pc:spChg>
        <pc:spChg chg="add mod">
          <ac:chgData name="Wang Kailing" userId="291a47e472658d09" providerId="LiveId" clId="{093B0E2E-7612-437C-823C-92C00D4A492E}" dt="2022-11-22T12:36:06.084" v="491" actId="1076"/>
          <ac:spMkLst>
            <pc:docMk/>
            <pc:sldMk cId="1011004317" sldId="300"/>
            <ac:spMk id="41" creationId="{D827A90B-BA7D-CF45-A45D-94AC8F4E85D3}"/>
          </ac:spMkLst>
        </pc:spChg>
        <pc:spChg chg="add del mod">
          <ac:chgData name="Wang Kailing" userId="291a47e472658d09" providerId="LiveId" clId="{093B0E2E-7612-437C-823C-92C00D4A492E}" dt="2022-11-22T12:44:43.520" v="738" actId="478"/>
          <ac:spMkLst>
            <pc:docMk/>
            <pc:sldMk cId="1011004317" sldId="300"/>
            <ac:spMk id="42" creationId="{594537EB-C02E-DD54-DF94-8DC30454B253}"/>
          </ac:spMkLst>
        </pc:spChg>
        <pc:spChg chg="add del">
          <ac:chgData name="Wang Kailing" userId="291a47e472658d09" providerId="LiveId" clId="{093B0E2E-7612-437C-823C-92C00D4A492E}" dt="2022-11-22T12:45:02.121" v="741" actId="22"/>
          <ac:spMkLst>
            <pc:docMk/>
            <pc:sldMk cId="1011004317" sldId="300"/>
            <ac:spMk id="44" creationId="{F2B70EB1-3E90-E059-17D3-58097D6FF59A}"/>
          </ac:spMkLst>
        </pc:spChg>
        <pc:spChg chg="add mod">
          <ac:chgData name="Wang Kailing" userId="291a47e472658d09" providerId="LiveId" clId="{093B0E2E-7612-437C-823C-92C00D4A492E}" dt="2022-11-22T12:45:29.393" v="748" actId="21"/>
          <ac:spMkLst>
            <pc:docMk/>
            <pc:sldMk cId="1011004317" sldId="300"/>
            <ac:spMk id="45" creationId="{591DA5A2-4411-9A99-0C3B-559F0EDF3539}"/>
          </ac:spMkLst>
        </pc:spChg>
        <pc:spChg chg="add del mod">
          <ac:chgData name="Wang Kailing" userId="291a47e472658d09" providerId="LiveId" clId="{093B0E2E-7612-437C-823C-92C00D4A492E}" dt="2022-11-22T12:45:52.105" v="753" actId="478"/>
          <ac:spMkLst>
            <pc:docMk/>
            <pc:sldMk cId="1011004317" sldId="300"/>
            <ac:spMk id="47" creationId="{8D11C192-4FEE-FABB-B1CF-EC8EE9CD7019}"/>
          </ac:spMkLst>
        </pc:spChg>
        <pc:spChg chg="add del mod">
          <ac:chgData name="Wang Kailing" userId="291a47e472658d09" providerId="LiveId" clId="{093B0E2E-7612-437C-823C-92C00D4A492E}" dt="2022-11-22T12:45:56.229" v="756"/>
          <ac:spMkLst>
            <pc:docMk/>
            <pc:sldMk cId="1011004317" sldId="300"/>
            <ac:spMk id="49" creationId="{0E609043-21F0-6874-6234-91E42BF7262F}"/>
          </ac:spMkLst>
        </pc:spChg>
        <pc:spChg chg="add del mod">
          <ac:chgData name="Wang Kailing" userId="291a47e472658d09" providerId="LiveId" clId="{093B0E2E-7612-437C-823C-92C00D4A492E}" dt="2022-11-22T12:45:54.762" v="755"/>
          <ac:spMkLst>
            <pc:docMk/>
            <pc:sldMk cId="1011004317" sldId="300"/>
            <ac:spMk id="50" creationId="{772C6D62-78A4-313A-94E4-3F8CECE8F30A}"/>
          </ac:spMkLst>
        </pc:spChg>
        <pc:spChg chg="add mod">
          <ac:chgData name="Wang Kailing" userId="291a47e472658d09" providerId="LiveId" clId="{093B0E2E-7612-437C-823C-92C00D4A492E}" dt="2022-11-22T13:12:16.952" v="1658" actId="27636"/>
          <ac:spMkLst>
            <pc:docMk/>
            <pc:sldMk cId="1011004317" sldId="300"/>
            <ac:spMk id="51" creationId="{2737B95A-218E-028F-0095-B53363A488BD}"/>
          </ac:spMkLst>
        </pc:spChg>
        <pc:grpChg chg="add del mod">
          <ac:chgData name="Wang Kailing" userId="291a47e472658d09" providerId="LiveId" clId="{093B0E2E-7612-437C-823C-92C00D4A492E}" dt="2022-11-22T12:33:53.080" v="425" actId="164"/>
          <ac:grpSpMkLst>
            <pc:docMk/>
            <pc:sldMk cId="1011004317" sldId="300"/>
            <ac:grpSpMk id="22" creationId="{6CD7BB8A-3328-DA09-1E61-CFADC43B710C}"/>
          </ac:grpSpMkLst>
        </pc:grpChg>
        <pc:grpChg chg="add del mod">
          <ac:chgData name="Wang Kailing" userId="291a47e472658d09" providerId="LiveId" clId="{093B0E2E-7612-437C-823C-92C00D4A492E}" dt="2022-11-22T12:33:53.009" v="423" actId="164"/>
          <ac:grpSpMkLst>
            <pc:docMk/>
            <pc:sldMk cId="1011004317" sldId="300"/>
            <ac:grpSpMk id="23" creationId="{E1946122-D836-3964-3C45-BF0240F057B3}"/>
          </ac:grpSpMkLst>
        </pc:grpChg>
        <pc:graphicFrameChg chg="add mod">
          <ac:chgData name="Wang Kailing" userId="291a47e472658d09" providerId="LiveId" clId="{093B0E2E-7612-437C-823C-92C00D4A492E}" dt="2022-11-22T12:53:45.629" v="975" actId="1036"/>
          <ac:graphicFrameMkLst>
            <pc:docMk/>
            <pc:sldMk cId="1011004317" sldId="300"/>
            <ac:graphicFrameMk id="54" creationId="{51910BA8-2E03-22F3-7449-2CD952C01423}"/>
          </ac:graphicFrameMkLst>
        </pc:graphicFrameChg>
        <pc:graphicFrameChg chg="add mod">
          <ac:chgData name="Wang Kailing" userId="291a47e472658d09" providerId="LiveId" clId="{093B0E2E-7612-437C-823C-92C00D4A492E}" dt="2022-11-22T12:53:45.629" v="975" actId="1036"/>
          <ac:graphicFrameMkLst>
            <pc:docMk/>
            <pc:sldMk cId="1011004317" sldId="300"/>
            <ac:graphicFrameMk id="55" creationId="{7BF380BF-0992-1620-B242-4F353D0540FF}"/>
          </ac:graphicFrameMkLst>
        </pc:graphicFrameChg>
        <pc:graphicFrameChg chg="add mod">
          <ac:chgData name="Wang Kailing" userId="291a47e472658d09" providerId="LiveId" clId="{093B0E2E-7612-437C-823C-92C00D4A492E}" dt="2022-11-22T12:58:27.429" v="1079" actId="1035"/>
          <ac:graphicFrameMkLst>
            <pc:docMk/>
            <pc:sldMk cId="1011004317" sldId="300"/>
            <ac:graphicFrameMk id="58" creationId="{B3037272-6086-4045-2D6B-28592B1E09B4}"/>
          </ac:graphicFrameMkLst>
        </pc:graphicFrameChg>
        <pc:picChg chg="add del mod topLvl">
          <ac:chgData name="Wang Kailing" userId="291a47e472658d09" providerId="LiveId" clId="{093B0E2E-7612-437C-823C-92C00D4A492E}" dt="2022-11-22T12:34:02.745" v="444" actId="478"/>
          <ac:picMkLst>
            <pc:docMk/>
            <pc:sldMk cId="1011004317" sldId="300"/>
            <ac:picMk id="6" creationId="{9FB82F73-2ECF-1A02-7425-C9262CE17D32}"/>
          </ac:picMkLst>
        </pc:picChg>
        <pc:picChg chg="add del mod topLvl">
          <ac:chgData name="Wang Kailing" userId="291a47e472658d09" providerId="LiveId" clId="{093B0E2E-7612-437C-823C-92C00D4A492E}" dt="2022-11-22T12:34:03.221" v="445" actId="478"/>
          <ac:picMkLst>
            <pc:docMk/>
            <pc:sldMk cId="1011004317" sldId="300"/>
            <ac:picMk id="7" creationId="{872FED57-FC69-22A9-AF96-24200A079B30}"/>
          </ac:picMkLst>
        </pc:picChg>
        <pc:picChg chg="del">
          <ac:chgData name="Wang Kailing" userId="291a47e472658d09" providerId="LiveId" clId="{093B0E2E-7612-437C-823C-92C00D4A492E}" dt="2022-11-22T12:09:20.590" v="214" actId="478"/>
          <ac:picMkLst>
            <pc:docMk/>
            <pc:sldMk cId="1011004317" sldId="300"/>
            <ac:picMk id="8" creationId="{954CE4A6-A2FC-65CA-40FC-855282C278E1}"/>
          </ac:picMkLst>
        </pc:picChg>
        <pc:picChg chg="add mod topLvl">
          <ac:chgData name="Wang Kailing" userId="291a47e472658d09" providerId="LiveId" clId="{093B0E2E-7612-437C-823C-92C00D4A492E}" dt="2022-11-22T12:34:17.638" v="452" actId="1076"/>
          <ac:picMkLst>
            <pc:docMk/>
            <pc:sldMk cId="1011004317" sldId="300"/>
            <ac:picMk id="9" creationId="{8FCEACFE-EB28-E288-F1B1-F05C6E0305C4}"/>
          </ac:picMkLst>
        </pc:picChg>
        <pc:picChg chg="add del mod topLvl">
          <ac:chgData name="Wang Kailing" userId="291a47e472658d09" providerId="LiveId" clId="{093B0E2E-7612-437C-823C-92C00D4A492E}" dt="2022-11-22T12:33:59.800" v="439" actId="478"/>
          <ac:picMkLst>
            <pc:docMk/>
            <pc:sldMk cId="1011004317" sldId="300"/>
            <ac:picMk id="10" creationId="{EBD4FF1A-D654-6DDD-F62B-5561DBEECADD}"/>
          </ac:picMkLst>
        </pc:picChg>
        <pc:picChg chg="add del mod topLvl">
          <ac:chgData name="Wang Kailing" userId="291a47e472658d09" providerId="LiveId" clId="{093B0E2E-7612-437C-823C-92C00D4A492E}" dt="2022-11-22T12:34:00.539" v="440" actId="478"/>
          <ac:picMkLst>
            <pc:docMk/>
            <pc:sldMk cId="1011004317" sldId="300"/>
            <ac:picMk id="11" creationId="{3EC2547B-E5E4-3A5F-04D9-A25ACFC69F7D}"/>
          </ac:picMkLst>
        </pc:picChg>
        <pc:picChg chg="add del mod topLvl">
          <ac:chgData name="Wang Kailing" userId="291a47e472658d09" providerId="LiveId" clId="{093B0E2E-7612-437C-823C-92C00D4A492E}" dt="2022-11-22T12:33:59.800" v="439" actId="478"/>
          <ac:picMkLst>
            <pc:docMk/>
            <pc:sldMk cId="1011004317" sldId="300"/>
            <ac:picMk id="12" creationId="{013F1628-B529-6FF5-0207-EF3C21E83A17}"/>
          </ac:picMkLst>
        </pc:picChg>
        <pc:picChg chg="add del mod topLvl">
          <ac:chgData name="Wang Kailing" userId="291a47e472658d09" providerId="LiveId" clId="{093B0E2E-7612-437C-823C-92C00D4A492E}" dt="2022-11-22T12:33:59.800" v="439" actId="478"/>
          <ac:picMkLst>
            <pc:docMk/>
            <pc:sldMk cId="1011004317" sldId="300"/>
            <ac:picMk id="13" creationId="{AA2F7D62-9325-8484-EEFC-DC02A6EB98EF}"/>
          </ac:picMkLst>
        </pc:picChg>
        <pc:picChg chg="add del mod topLvl">
          <ac:chgData name="Wang Kailing" userId="291a47e472658d09" providerId="LiveId" clId="{093B0E2E-7612-437C-823C-92C00D4A492E}" dt="2022-11-22T12:33:59.800" v="439" actId="478"/>
          <ac:picMkLst>
            <pc:docMk/>
            <pc:sldMk cId="1011004317" sldId="300"/>
            <ac:picMk id="14" creationId="{77791835-3658-4FB7-BEAC-A731BC69796E}"/>
          </ac:picMkLst>
        </pc:picChg>
        <pc:picChg chg="add del mod topLvl">
          <ac:chgData name="Wang Kailing" userId="291a47e472658d09" providerId="LiveId" clId="{093B0E2E-7612-437C-823C-92C00D4A492E}" dt="2022-11-22T12:34:01" v="441" actId="478"/>
          <ac:picMkLst>
            <pc:docMk/>
            <pc:sldMk cId="1011004317" sldId="300"/>
            <ac:picMk id="15" creationId="{8127BC92-39A8-209E-7485-8CCC2AF8501C}"/>
          </ac:picMkLst>
        </pc:picChg>
        <pc:picChg chg="add del mod topLvl">
          <ac:chgData name="Wang Kailing" userId="291a47e472658d09" providerId="LiveId" clId="{093B0E2E-7612-437C-823C-92C00D4A492E}" dt="2022-11-22T12:33:59.800" v="439" actId="478"/>
          <ac:picMkLst>
            <pc:docMk/>
            <pc:sldMk cId="1011004317" sldId="300"/>
            <ac:picMk id="16" creationId="{AAB803A5-CAC7-6B1D-2DA6-988B4FC1CC49}"/>
          </ac:picMkLst>
        </pc:picChg>
        <pc:picChg chg="add del mod topLvl">
          <ac:chgData name="Wang Kailing" userId="291a47e472658d09" providerId="LiveId" clId="{093B0E2E-7612-437C-823C-92C00D4A492E}" dt="2022-11-22T12:33:59.800" v="439" actId="478"/>
          <ac:picMkLst>
            <pc:docMk/>
            <pc:sldMk cId="1011004317" sldId="300"/>
            <ac:picMk id="17" creationId="{F0E1B22F-69F0-532B-7822-A0CE49FB0364}"/>
          </ac:picMkLst>
        </pc:picChg>
        <pc:picChg chg="add del mod topLvl">
          <ac:chgData name="Wang Kailing" userId="291a47e472658d09" providerId="LiveId" clId="{093B0E2E-7612-437C-823C-92C00D4A492E}" dt="2022-11-22T12:34:01.746" v="442" actId="478"/>
          <ac:picMkLst>
            <pc:docMk/>
            <pc:sldMk cId="1011004317" sldId="300"/>
            <ac:picMk id="18" creationId="{9C3ED530-6216-5D69-B219-FEBF5C8FAEE5}"/>
          </ac:picMkLst>
        </pc:picChg>
        <pc:picChg chg="add del mod topLvl">
          <ac:chgData name="Wang Kailing" userId="291a47e472658d09" providerId="LiveId" clId="{093B0E2E-7612-437C-823C-92C00D4A492E}" dt="2022-11-22T12:33:59.800" v="439" actId="478"/>
          <ac:picMkLst>
            <pc:docMk/>
            <pc:sldMk cId="1011004317" sldId="300"/>
            <ac:picMk id="19" creationId="{C59F347C-8401-86E4-E06D-7977D140873F}"/>
          </ac:picMkLst>
        </pc:picChg>
        <pc:picChg chg="add del mod topLvl">
          <ac:chgData name="Wang Kailing" userId="291a47e472658d09" providerId="LiveId" clId="{093B0E2E-7612-437C-823C-92C00D4A492E}" dt="2022-11-22T12:33:53.721" v="431"/>
          <ac:picMkLst>
            <pc:docMk/>
            <pc:sldMk cId="1011004317" sldId="300"/>
            <ac:picMk id="20" creationId="{FDC4DC1B-4923-AFF7-E71D-B93020E0F9AE}"/>
          </ac:picMkLst>
        </pc:picChg>
        <pc:picChg chg="add del mod topLvl">
          <ac:chgData name="Wang Kailing" userId="291a47e472658d09" providerId="LiveId" clId="{093B0E2E-7612-437C-823C-92C00D4A492E}" dt="2022-11-22T12:33:53.199" v="429"/>
          <ac:picMkLst>
            <pc:docMk/>
            <pc:sldMk cId="1011004317" sldId="300"/>
            <ac:picMk id="21" creationId="{95EB8D2D-1727-A2F5-5159-A90BD4E61B4A}"/>
          </ac:picMkLst>
        </pc:picChg>
        <pc:picChg chg="add mod topLvl">
          <ac:chgData name="Wang Kailing" userId="291a47e472658d09" providerId="LiveId" clId="{093B0E2E-7612-437C-823C-92C00D4A492E}" dt="2022-11-22T12:33:52.981" v="422" actId="571"/>
          <ac:picMkLst>
            <pc:docMk/>
            <pc:sldMk cId="1011004317" sldId="300"/>
            <ac:picMk id="24" creationId="{919AB429-B0DA-20D5-F590-D123BDFECB46}"/>
          </ac:picMkLst>
        </pc:picChg>
        <pc:picChg chg="add mod topLvl">
          <ac:chgData name="Wang Kailing" userId="291a47e472658d09" providerId="LiveId" clId="{093B0E2E-7612-437C-823C-92C00D4A492E}" dt="2022-11-22T12:33:52.981" v="422" actId="571"/>
          <ac:picMkLst>
            <pc:docMk/>
            <pc:sldMk cId="1011004317" sldId="300"/>
            <ac:picMk id="25" creationId="{914F14AF-B277-B606-0C57-57325C68680B}"/>
          </ac:picMkLst>
        </pc:picChg>
        <pc:picChg chg="add mod topLvl">
          <ac:chgData name="Wang Kailing" userId="291a47e472658d09" providerId="LiveId" clId="{093B0E2E-7612-437C-823C-92C00D4A492E}" dt="2022-11-22T12:33:52.981" v="422" actId="571"/>
          <ac:picMkLst>
            <pc:docMk/>
            <pc:sldMk cId="1011004317" sldId="300"/>
            <ac:picMk id="26" creationId="{51166ABE-FED0-B21D-49BC-3D4245FFF2E6}"/>
          </ac:picMkLst>
        </pc:picChg>
        <pc:picChg chg="add mod topLvl">
          <ac:chgData name="Wang Kailing" userId="291a47e472658d09" providerId="LiveId" clId="{093B0E2E-7612-437C-823C-92C00D4A492E}" dt="2022-11-22T12:33:52.981" v="422" actId="571"/>
          <ac:picMkLst>
            <pc:docMk/>
            <pc:sldMk cId="1011004317" sldId="300"/>
            <ac:picMk id="27" creationId="{91762551-6E8E-FEE6-BA2F-75AE6D080023}"/>
          </ac:picMkLst>
        </pc:picChg>
        <pc:picChg chg="add mod topLvl">
          <ac:chgData name="Wang Kailing" userId="291a47e472658d09" providerId="LiveId" clId="{093B0E2E-7612-437C-823C-92C00D4A492E}" dt="2022-11-22T12:33:52.981" v="422" actId="571"/>
          <ac:picMkLst>
            <pc:docMk/>
            <pc:sldMk cId="1011004317" sldId="300"/>
            <ac:picMk id="28" creationId="{AC7CFC0F-4FFB-BB23-B9A7-5C298CBE6BC7}"/>
          </ac:picMkLst>
        </pc:picChg>
        <pc:picChg chg="add mod topLvl">
          <ac:chgData name="Wang Kailing" userId="291a47e472658d09" providerId="LiveId" clId="{093B0E2E-7612-437C-823C-92C00D4A492E}" dt="2022-11-22T12:33:52.981" v="422" actId="571"/>
          <ac:picMkLst>
            <pc:docMk/>
            <pc:sldMk cId="1011004317" sldId="300"/>
            <ac:picMk id="29" creationId="{A33EB23B-9510-8CEC-BFD8-7564BB531A7B}"/>
          </ac:picMkLst>
        </pc:picChg>
        <pc:picChg chg="add mod">
          <ac:chgData name="Wang Kailing" userId="291a47e472658d09" providerId="LiveId" clId="{093B0E2E-7612-437C-823C-92C00D4A492E}" dt="2022-11-22T12:34:28.708" v="459" actId="1035"/>
          <ac:picMkLst>
            <pc:docMk/>
            <pc:sldMk cId="1011004317" sldId="300"/>
            <ac:picMk id="30" creationId="{8CC6CD35-ED91-06EC-1BF7-42080B5331CA}"/>
          </ac:picMkLst>
        </pc:picChg>
        <pc:picChg chg="add mod">
          <ac:chgData name="Wang Kailing" userId="291a47e472658d09" providerId="LiveId" clId="{093B0E2E-7612-437C-823C-92C00D4A492E}" dt="2022-11-22T12:34:33.418" v="461" actId="1076"/>
          <ac:picMkLst>
            <pc:docMk/>
            <pc:sldMk cId="1011004317" sldId="300"/>
            <ac:picMk id="31" creationId="{6BDD89DC-2895-9E5F-5532-701D9F254589}"/>
          </ac:picMkLst>
        </pc:picChg>
        <pc:picChg chg="add mod">
          <ac:chgData name="Wang Kailing" userId="291a47e472658d09" providerId="LiveId" clId="{093B0E2E-7612-437C-823C-92C00D4A492E}" dt="2022-11-22T12:34:36.292" v="463" actId="1076"/>
          <ac:picMkLst>
            <pc:docMk/>
            <pc:sldMk cId="1011004317" sldId="300"/>
            <ac:picMk id="32" creationId="{AF8C49E1-CD74-E6CF-4D3E-3317988F7355}"/>
          </ac:picMkLst>
        </pc:picChg>
        <pc:picChg chg="add mod">
          <ac:chgData name="Wang Kailing" userId="291a47e472658d09" providerId="LiveId" clId="{093B0E2E-7612-437C-823C-92C00D4A492E}" dt="2022-11-22T12:34:43.553" v="465" actId="1076"/>
          <ac:picMkLst>
            <pc:docMk/>
            <pc:sldMk cId="1011004317" sldId="300"/>
            <ac:picMk id="33" creationId="{3763CC23-331D-0BB5-F92F-FF1E67575528}"/>
          </ac:picMkLst>
        </pc:picChg>
        <pc:picChg chg="add mod">
          <ac:chgData name="Wang Kailing" userId="291a47e472658d09" providerId="LiveId" clId="{093B0E2E-7612-437C-823C-92C00D4A492E}" dt="2022-11-22T12:34:43.553" v="465" actId="1076"/>
          <ac:picMkLst>
            <pc:docMk/>
            <pc:sldMk cId="1011004317" sldId="300"/>
            <ac:picMk id="34" creationId="{6007CD7A-5DD6-19BC-1FA3-B6632AEC0B3A}"/>
          </ac:picMkLst>
        </pc:picChg>
        <pc:picChg chg="add mod">
          <ac:chgData name="Wang Kailing" userId="291a47e472658d09" providerId="LiveId" clId="{093B0E2E-7612-437C-823C-92C00D4A492E}" dt="2022-11-22T12:34:43.553" v="465" actId="1076"/>
          <ac:picMkLst>
            <pc:docMk/>
            <pc:sldMk cId="1011004317" sldId="300"/>
            <ac:picMk id="35" creationId="{9D0CC68B-4A08-A403-7B1F-BF281EFCF64F}"/>
          </ac:picMkLst>
        </pc:picChg>
        <pc:picChg chg="add mod">
          <ac:chgData name="Wang Kailing" userId="291a47e472658d09" providerId="LiveId" clId="{093B0E2E-7612-437C-823C-92C00D4A492E}" dt="2022-11-22T12:34:43.553" v="465" actId="1076"/>
          <ac:picMkLst>
            <pc:docMk/>
            <pc:sldMk cId="1011004317" sldId="300"/>
            <ac:picMk id="36" creationId="{A0924FB1-5649-B6E1-DC26-0BF992C2BCF0}"/>
          </ac:picMkLst>
        </pc:picChg>
        <pc:picChg chg="add mod">
          <ac:chgData name="Wang Kailing" userId="291a47e472658d09" providerId="LiveId" clId="{093B0E2E-7612-437C-823C-92C00D4A492E}" dt="2022-11-22T12:35:04.042" v="468" actId="732"/>
          <ac:picMkLst>
            <pc:docMk/>
            <pc:sldMk cId="1011004317" sldId="300"/>
            <ac:picMk id="37" creationId="{B9C7AE12-F3A9-0AE7-7454-ED591ABE3DFD}"/>
          </ac:picMkLst>
        </pc:picChg>
        <pc:picChg chg="add mod">
          <ac:chgData name="Wang Kailing" userId="291a47e472658d09" providerId="LiveId" clId="{093B0E2E-7612-437C-823C-92C00D4A492E}" dt="2022-11-22T12:35:08.118" v="469" actId="732"/>
          <ac:picMkLst>
            <pc:docMk/>
            <pc:sldMk cId="1011004317" sldId="300"/>
            <ac:picMk id="38" creationId="{00B82110-13FE-1DC7-B697-9BEE74E1AAC8}"/>
          </ac:picMkLst>
        </pc:picChg>
        <pc:picChg chg="add mod">
          <ac:chgData name="Wang Kailing" userId="291a47e472658d09" providerId="LiveId" clId="{093B0E2E-7612-437C-823C-92C00D4A492E}" dt="2022-11-22T12:35:12.188" v="470" actId="732"/>
          <ac:picMkLst>
            <pc:docMk/>
            <pc:sldMk cId="1011004317" sldId="300"/>
            <ac:picMk id="39" creationId="{6B9FA92A-1EA6-66AE-EA30-2A8C1B9850EF}"/>
          </ac:picMkLst>
        </pc:picChg>
        <pc:picChg chg="add mod">
          <ac:chgData name="Wang Kailing" userId="291a47e472658d09" providerId="LiveId" clId="{093B0E2E-7612-437C-823C-92C00D4A492E}" dt="2022-11-22T12:35:15.421" v="471" actId="732"/>
          <ac:picMkLst>
            <pc:docMk/>
            <pc:sldMk cId="1011004317" sldId="300"/>
            <ac:picMk id="40" creationId="{42BC98FB-95AD-ADD6-9D7B-D962434480B3}"/>
          </ac:picMkLst>
        </pc:picChg>
        <pc:picChg chg="add del mod topLvl">
          <ac:chgData name="Wang Kailing" userId="291a47e472658d09" providerId="LiveId" clId="{093B0E2E-7612-437C-823C-92C00D4A492E}" dt="2022-11-22T12:34:02.139" v="443" actId="478"/>
          <ac:picMkLst>
            <pc:docMk/>
            <pc:sldMk cId="1011004317" sldId="300"/>
            <ac:picMk id="1030" creationId="{BD772D8B-7090-C693-DF9A-29F315FCA8D5}"/>
          </ac:picMkLst>
        </pc:picChg>
      </pc:sldChg>
      <pc:sldChg chg="add del">
        <pc:chgData name="Wang Kailing" userId="291a47e472658d09" providerId="LiveId" clId="{093B0E2E-7612-437C-823C-92C00D4A492E}" dt="2022-11-22T12:47:13.701" v="768"/>
        <pc:sldMkLst>
          <pc:docMk/>
          <pc:sldMk cId="178431473" sldId="301"/>
        </pc:sldMkLst>
      </pc:sldChg>
      <pc:sldChg chg="addSp delSp modSp add mod">
        <pc:chgData name="Wang Kailing" userId="291a47e472658d09" providerId="LiveId" clId="{093B0E2E-7612-437C-823C-92C00D4A492E}" dt="2022-11-22T13:12:48.784" v="1697" actId="27636"/>
        <pc:sldMkLst>
          <pc:docMk/>
          <pc:sldMk cId="967142878" sldId="301"/>
        </pc:sldMkLst>
        <pc:spChg chg="mod">
          <ac:chgData name="Wang Kailing" userId="291a47e472658d09" providerId="LiveId" clId="{093B0E2E-7612-437C-823C-92C00D4A492E}" dt="2022-11-22T13:12:48.784" v="1697" actId="27636"/>
          <ac:spMkLst>
            <pc:docMk/>
            <pc:sldMk cId="967142878" sldId="301"/>
            <ac:spMk id="51" creationId="{2737B95A-218E-028F-0095-B53363A488BD}"/>
          </ac:spMkLst>
        </pc:spChg>
        <pc:graphicFrameChg chg="add mod">
          <ac:chgData name="Wang Kailing" userId="291a47e472658d09" providerId="LiveId" clId="{093B0E2E-7612-437C-823C-92C00D4A492E}" dt="2022-11-22T12:59:02.815" v="1224" actId="1035"/>
          <ac:graphicFrameMkLst>
            <pc:docMk/>
            <pc:sldMk cId="967142878" sldId="301"/>
            <ac:graphicFrameMk id="3" creationId="{08E46194-93DA-7CDB-AE29-E3751BFF2205}"/>
          </ac:graphicFrameMkLst>
        </pc:graphicFrameChg>
        <pc:graphicFrameChg chg="add mod modGraphic">
          <ac:chgData name="Wang Kailing" userId="291a47e472658d09" providerId="LiveId" clId="{093B0E2E-7612-437C-823C-92C00D4A492E}" dt="2022-11-22T13:02:40.161" v="1421" actId="14734"/>
          <ac:graphicFrameMkLst>
            <pc:docMk/>
            <pc:sldMk cId="967142878" sldId="301"/>
            <ac:graphicFrameMk id="4" creationId="{B36CB5FD-0219-FCDE-7E75-A62A37C04D81}"/>
          </ac:graphicFrameMkLst>
        </pc:graphicFrameChg>
        <pc:graphicFrameChg chg="add del mod modGraphic">
          <ac:chgData name="Wang Kailing" userId="291a47e472658d09" providerId="LiveId" clId="{093B0E2E-7612-437C-823C-92C00D4A492E}" dt="2022-11-22T13:03:00.345" v="1426" actId="478"/>
          <ac:graphicFrameMkLst>
            <pc:docMk/>
            <pc:sldMk cId="967142878" sldId="301"/>
            <ac:graphicFrameMk id="5" creationId="{0C6ED471-12B6-464C-BA80-B346B87C6B8A}"/>
          </ac:graphicFrameMkLst>
        </pc:graphicFrameChg>
        <pc:graphicFrameChg chg="add mod modGraphic">
          <ac:chgData name="Wang Kailing" userId="291a47e472658d09" providerId="LiveId" clId="{093B0E2E-7612-437C-823C-92C00D4A492E}" dt="2022-11-22T13:03:16.899" v="1445" actId="1076"/>
          <ac:graphicFrameMkLst>
            <pc:docMk/>
            <pc:sldMk cId="967142878" sldId="301"/>
            <ac:graphicFrameMk id="6" creationId="{4F88251A-06FA-2C88-B308-6F71AB6B41E2}"/>
          </ac:graphicFrameMkLst>
        </pc:graphicFrameChg>
      </pc:sldChg>
      <pc:sldChg chg="delSp modSp add mod ord">
        <pc:chgData name="Wang Kailing" userId="291a47e472658d09" providerId="LiveId" clId="{093B0E2E-7612-437C-823C-92C00D4A492E}" dt="2022-11-22T13:12:12.159" v="1656" actId="27636"/>
        <pc:sldMkLst>
          <pc:docMk/>
          <pc:sldMk cId="655570731" sldId="302"/>
        </pc:sldMkLst>
        <pc:spChg chg="mod">
          <ac:chgData name="Wang Kailing" userId="291a47e472658d09" providerId="LiveId" clId="{093B0E2E-7612-437C-823C-92C00D4A492E}" dt="2022-11-22T13:12:12.159" v="1656" actId="27636"/>
          <ac:spMkLst>
            <pc:docMk/>
            <pc:sldMk cId="655570731" sldId="302"/>
            <ac:spMk id="51" creationId="{2737B95A-218E-028F-0095-B53363A488BD}"/>
          </ac:spMkLst>
        </pc:spChg>
        <pc:graphicFrameChg chg="del">
          <ac:chgData name="Wang Kailing" userId="291a47e472658d09" providerId="LiveId" clId="{093B0E2E-7612-437C-823C-92C00D4A492E}" dt="2022-11-22T12:58:33.048" v="1081" actId="478"/>
          <ac:graphicFrameMkLst>
            <pc:docMk/>
            <pc:sldMk cId="655570731" sldId="302"/>
            <ac:graphicFrameMk id="54" creationId="{51910BA8-2E03-22F3-7449-2CD952C01423}"/>
          </ac:graphicFrameMkLst>
        </pc:graphicFrameChg>
        <pc:graphicFrameChg chg="del">
          <ac:chgData name="Wang Kailing" userId="291a47e472658d09" providerId="LiveId" clId="{093B0E2E-7612-437C-823C-92C00D4A492E}" dt="2022-11-22T12:58:34.049" v="1082" actId="478"/>
          <ac:graphicFrameMkLst>
            <pc:docMk/>
            <pc:sldMk cId="655570731" sldId="302"/>
            <ac:graphicFrameMk id="55" creationId="{7BF380BF-0992-1620-B242-4F353D0540FF}"/>
          </ac:graphicFrameMkLst>
        </pc:graphicFrameChg>
        <pc:graphicFrameChg chg="mod">
          <ac:chgData name="Wang Kailing" userId="291a47e472658d09" providerId="LiveId" clId="{093B0E2E-7612-437C-823C-92C00D4A492E}" dt="2022-11-22T12:58:39.370" v="1136" actId="1036"/>
          <ac:graphicFrameMkLst>
            <pc:docMk/>
            <pc:sldMk cId="655570731" sldId="302"/>
            <ac:graphicFrameMk id="58" creationId="{B3037272-6086-4045-2D6B-28592B1E09B4}"/>
          </ac:graphicFrameMkLst>
        </pc:graphicFrameChg>
      </pc:sldChg>
      <pc:sldChg chg="addSp delSp modSp add mod">
        <pc:chgData name="Wang Kailing" userId="291a47e472658d09" providerId="LiveId" clId="{093B0E2E-7612-437C-823C-92C00D4A492E}" dt="2022-11-22T13:13:39.479" v="1828" actId="1076"/>
        <pc:sldMkLst>
          <pc:docMk/>
          <pc:sldMk cId="3550340508" sldId="303"/>
        </pc:sldMkLst>
        <pc:spChg chg="mod ord">
          <ac:chgData name="Wang Kailing" userId="291a47e472658d09" providerId="LiveId" clId="{093B0E2E-7612-437C-823C-92C00D4A492E}" dt="2022-11-22T13:02:19.360" v="1412" actId="166"/>
          <ac:spMkLst>
            <pc:docMk/>
            <pc:sldMk cId="3550340508" sldId="303"/>
            <ac:spMk id="2" creationId="{2F06A826-9E28-28D7-178D-1525FFC9B165}"/>
          </ac:spMkLst>
        </pc:spChg>
        <pc:spChg chg="add mod">
          <ac:chgData name="Wang Kailing" userId="291a47e472658d09" providerId="LiveId" clId="{093B0E2E-7612-437C-823C-92C00D4A492E}" dt="2022-11-22T13:13:39.479" v="1828" actId="1076"/>
          <ac:spMkLst>
            <pc:docMk/>
            <pc:sldMk cId="3550340508" sldId="303"/>
            <ac:spMk id="8" creationId="{01580A5B-10C0-F6CC-89AF-4558365E90EF}"/>
          </ac:spMkLst>
        </pc:spChg>
        <pc:spChg chg="add mod">
          <ac:chgData name="Wang Kailing" userId="291a47e472658d09" providerId="LiveId" clId="{093B0E2E-7612-437C-823C-92C00D4A492E}" dt="2022-11-22T13:13:32.112" v="1826" actId="1076"/>
          <ac:spMkLst>
            <pc:docMk/>
            <pc:sldMk cId="3550340508" sldId="303"/>
            <ac:spMk id="10" creationId="{27FC85DF-CF0E-A9E5-B0DF-109BA0CB9B64}"/>
          </ac:spMkLst>
        </pc:spChg>
        <pc:spChg chg="add mod">
          <ac:chgData name="Wang Kailing" userId="291a47e472658d09" providerId="LiveId" clId="{093B0E2E-7612-437C-823C-92C00D4A492E}" dt="2022-11-22T13:13:04.380" v="1818" actId="1037"/>
          <ac:spMkLst>
            <pc:docMk/>
            <pc:sldMk cId="3550340508" sldId="303"/>
            <ac:spMk id="11" creationId="{8CE8CDE3-369E-502D-EE9C-B78F58339A91}"/>
          </ac:spMkLst>
        </pc:spChg>
        <pc:spChg chg="add mod">
          <ac:chgData name="Wang Kailing" userId="291a47e472658d09" providerId="LiveId" clId="{093B0E2E-7612-437C-823C-92C00D4A492E}" dt="2022-11-22T13:13:35.711" v="1827" actId="1076"/>
          <ac:spMkLst>
            <pc:docMk/>
            <pc:sldMk cId="3550340508" sldId="303"/>
            <ac:spMk id="12" creationId="{5F6BA189-3B83-781F-B364-435804669579}"/>
          </ac:spMkLst>
        </pc:spChg>
        <pc:spChg chg="add mod">
          <ac:chgData name="Wang Kailing" userId="291a47e472658d09" providerId="LiveId" clId="{093B0E2E-7612-437C-823C-92C00D4A492E}" dt="2022-11-22T13:13:28.809" v="1825" actId="1076"/>
          <ac:spMkLst>
            <pc:docMk/>
            <pc:sldMk cId="3550340508" sldId="303"/>
            <ac:spMk id="13" creationId="{CD21DA33-818C-EEBB-B4C2-708397DC8A1D}"/>
          </ac:spMkLst>
        </pc:spChg>
        <pc:spChg chg="mod">
          <ac:chgData name="Wang Kailing" userId="291a47e472658d09" providerId="LiveId" clId="{093B0E2E-7612-437C-823C-92C00D4A492E}" dt="2022-11-22T13:12:22.959" v="1660" actId="27636"/>
          <ac:spMkLst>
            <pc:docMk/>
            <pc:sldMk cId="3550340508" sldId="303"/>
            <ac:spMk id="51" creationId="{2737B95A-218E-028F-0095-B53363A488BD}"/>
          </ac:spMkLst>
        </pc:spChg>
        <pc:graphicFrameChg chg="del">
          <ac:chgData name="Wang Kailing" userId="291a47e472658d09" providerId="LiveId" clId="{093B0E2E-7612-437C-823C-92C00D4A492E}" dt="2022-11-22T13:01:03.350" v="1313" actId="478"/>
          <ac:graphicFrameMkLst>
            <pc:docMk/>
            <pc:sldMk cId="3550340508" sldId="303"/>
            <ac:graphicFrameMk id="3" creationId="{08E46194-93DA-7CDB-AE29-E3751BFF2205}"/>
          </ac:graphicFrameMkLst>
        </pc:graphicFrameChg>
        <pc:graphicFrameChg chg="del mod modGraphic">
          <ac:chgData name="Wang Kailing" userId="291a47e472658d09" providerId="LiveId" clId="{093B0E2E-7612-437C-823C-92C00D4A492E}" dt="2022-11-22T13:02:21.030" v="1413" actId="478"/>
          <ac:graphicFrameMkLst>
            <pc:docMk/>
            <pc:sldMk cId="3550340508" sldId="303"/>
            <ac:graphicFrameMk id="4" creationId="{B36CB5FD-0219-FCDE-7E75-A62A37C04D81}"/>
          </ac:graphicFrameMkLst>
        </pc:graphicFrameChg>
        <pc:graphicFrameChg chg="del mod">
          <ac:chgData name="Wang Kailing" userId="291a47e472658d09" providerId="LiveId" clId="{093B0E2E-7612-437C-823C-92C00D4A492E}" dt="2022-11-22T13:02:23.400" v="1414" actId="478"/>
          <ac:graphicFrameMkLst>
            <pc:docMk/>
            <pc:sldMk cId="3550340508" sldId="303"/>
            <ac:graphicFrameMk id="5" creationId="{0C6ED471-12B6-464C-BA80-B346B87C6B8A}"/>
          </ac:graphicFrameMkLst>
        </pc:graphicFrameChg>
        <pc:graphicFrameChg chg="add mod">
          <ac:chgData name="Wang Kailing" userId="291a47e472658d09" providerId="LiveId" clId="{093B0E2E-7612-437C-823C-92C00D4A492E}" dt="2022-11-22T13:03:29.100" v="1501" actId="1035"/>
          <ac:graphicFrameMkLst>
            <pc:docMk/>
            <pc:sldMk cId="3550340508" sldId="303"/>
            <ac:graphicFrameMk id="6" creationId="{7FB7EFE6-F593-9329-F6B3-0B1E89CDD397}"/>
          </ac:graphicFrameMkLst>
        </pc:graphicFrameChg>
        <pc:graphicFrameChg chg="add mod">
          <ac:chgData name="Wang Kailing" userId="291a47e472658d09" providerId="LiveId" clId="{093B0E2E-7612-437C-823C-92C00D4A492E}" dt="2022-11-22T13:03:29.100" v="1501" actId="1035"/>
          <ac:graphicFrameMkLst>
            <pc:docMk/>
            <pc:sldMk cId="3550340508" sldId="303"/>
            <ac:graphicFrameMk id="7" creationId="{B00F8E53-144F-4331-3ADA-5E917607E721}"/>
          </ac:graphicFrameMkLst>
        </pc:graphicFrameChg>
        <pc:graphicFrameChg chg="mod">
          <ac:chgData name="Wang Kailing" userId="291a47e472658d09" providerId="LiveId" clId="{093B0E2E-7612-437C-823C-92C00D4A492E}" dt="2022-11-22T13:01:32.439" v="1404" actId="1035"/>
          <ac:graphicFrameMkLst>
            <pc:docMk/>
            <pc:sldMk cId="3550340508" sldId="303"/>
            <ac:graphicFrameMk id="54" creationId="{51910BA8-2E03-22F3-7449-2CD952C01423}"/>
          </ac:graphicFrameMkLst>
        </pc:graphicFrameChg>
        <pc:graphicFrameChg chg="mod">
          <ac:chgData name="Wang Kailing" userId="291a47e472658d09" providerId="LiveId" clId="{093B0E2E-7612-437C-823C-92C00D4A492E}" dt="2022-11-22T13:01:32.439" v="1404" actId="1035"/>
          <ac:graphicFrameMkLst>
            <pc:docMk/>
            <pc:sldMk cId="3550340508" sldId="303"/>
            <ac:graphicFrameMk id="55" creationId="{7BF380BF-0992-1620-B242-4F353D0540FF}"/>
          </ac:graphicFrameMkLst>
        </pc:graphicFrameChg>
      </pc:sldChg>
      <pc:sldChg chg="add del">
        <pc:chgData name="Wang Kailing" userId="291a47e472658d09" providerId="LiveId" clId="{093B0E2E-7612-437C-823C-92C00D4A492E}" dt="2022-11-22T13:03:49.999" v="1503"/>
        <pc:sldMkLst>
          <pc:docMk/>
          <pc:sldMk cId="363796072" sldId="304"/>
        </pc:sldMkLst>
      </pc:sldChg>
      <pc:sldChg chg="addSp delSp modSp add mod">
        <pc:chgData name="Wang Kailing" userId="291a47e472658d09" providerId="LiveId" clId="{093B0E2E-7612-437C-823C-92C00D4A492E}" dt="2022-11-22T13:14:07.789" v="1855" actId="20577"/>
        <pc:sldMkLst>
          <pc:docMk/>
          <pc:sldMk cId="2148983699" sldId="304"/>
        </pc:sldMkLst>
        <pc:spChg chg="del mod">
          <ac:chgData name="Wang Kailing" userId="291a47e472658d09" providerId="LiveId" clId="{093B0E2E-7612-437C-823C-92C00D4A492E}" dt="2022-11-22T13:06:57.479" v="1575" actId="478"/>
          <ac:spMkLst>
            <pc:docMk/>
            <pc:sldMk cId="2148983699" sldId="304"/>
            <ac:spMk id="2" creationId="{2F06A826-9E28-28D7-178D-1525FFC9B165}"/>
          </ac:spMkLst>
        </pc:spChg>
        <pc:spChg chg="add mod">
          <ac:chgData name="Wang Kailing" userId="291a47e472658d09" providerId="LiveId" clId="{093B0E2E-7612-437C-823C-92C00D4A492E}" dt="2022-11-22T13:11:12.219" v="1648" actId="207"/>
          <ac:spMkLst>
            <pc:docMk/>
            <pc:sldMk cId="2148983699" sldId="304"/>
            <ac:spMk id="3" creationId="{25198CC8-64DC-2CB9-5791-C51DE2ECE746}"/>
          </ac:spMkLst>
        </pc:spChg>
        <pc:spChg chg="mod">
          <ac:chgData name="Wang Kailing" userId="291a47e472658d09" providerId="LiveId" clId="{093B0E2E-7612-437C-823C-92C00D4A492E}" dt="2022-11-22T13:12:36.522" v="1695" actId="20577"/>
          <ac:spMkLst>
            <pc:docMk/>
            <pc:sldMk cId="2148983699" sldId="304"/>
            <ac:spMk id="4" creationId="{EDDAA7D5-0C7B-92BB-A172-D54A100AF2A0}"/>
          </ac:spMkLst>
        </pc:spChg>
        <pc:spChg chg="add mod">
          <ac:chgData name="Wang Kailing" userId="291a47e472658d09" providerId="LiveId" clId="{093B0E2E-7612-437C-823C-92C00D4A492E}" dt="2022-11-22T13:11:12.219" v="1648" actId="207"/>
          <ac:spMkLst>
            <pc:docMk/>
            <pc:sldMk cId="2148983699" sldId="304"/>
            <ac:spMk id="5" creationId="{8E7FD9DB-CA88-893D-0F7B-436C60B1372F}"/>
          </ac:spMkLst>
        </pc:spChg>
        <pc:spChg chg="add mod">
          <ac:chgData name="Wang Kailing" userId="291a47e472658d09" providerId="LiveId" clId="{093B0E2E-7612-437C-823C-92C00D4A492E}" dt="2022-11-22T13:11:12.219" v="1648" actId="207"/>
          <ac:spMkLst>
            <pc:docMk/>
            <pc:sldMk cId="2148983699" sldId="304"/>
            <ac:spMk id="6" creationId="{4F8048C2-AA8A-F9DF-7726-45C8FA482788}"/>
          </ac:spMkLst>
        </pc:spChg>
        <pc:spChg chg="add del">
          <ac:chgData name="Wang Kailing" userId="291a47e472658d09" providerId="LiveId" clId="{093B0E2E-7612-437C-823C-92C00D4A492E}" dt="2022-11-22T13:10:18.879" v="1638" actId="11529"/>
          <ac:spMkLst>
            <pc:docMk/>
            <pc:sldMk cId="2148983699" sldId="304"/>
            <ac:spMk id="10" creationId="{460B827A-125A-E44A-5254-2B5CA20F7D4C}"/>
          </ac:spMkLst>
        </pc:spChg>
        <pc:spChg chg="add mod">
          <ac:chgData name="Wang Kailing" userId="291a47e472658d09" providerId="LiveId" clId="{093B0E2E-7612-437C-823C-92C00D4A492E}" dt="2022-11-22T13:11:24.009" v="1652" actId="207"/>
          <ac:spMkLst>
            <pc:docMk/>
            <pc:sldMk cId="2148983699" sldId="304"/>
            <ac:spMk id="11" creationId="{BE35162A-E0EC-258B-D33B-2AD26C23E9A6}"/>
          </ac:spMkLst>
        </pc:spChg>
        <pc:spChg chg="add mod">
          <ac:chgData name="Wang Kailing" userId="291a47e472658d09" providerId="LiveId" clId="{093B0E2E-7612-437C-823C-92C00D4A492E}" dt="2022-11-22T13:11:24.009" v="1652" actId="207"/>
          <ac:spMkLst>
            <pc:docMk/>
            <pc:sldMk cId="2148983699" sldId="304"/>
            <ac:spMk id="12" creationId="{F00D2284-4BA9-1421-85E6-9328FEAD40E3}"/>
          </ac:spMkLst>
        </pc:spChg>
        <pc:spChg chg="add mod">
          <ac:chgData name="Wang Kailing" userId="291a47e472658d09" providerId="LiveId" clId="{093B0E2E-7612-437C-823C-92C00D4A492E}" dt="2022-11-22T13:14:07.789" v="1855" actId="20577"/>
          <ac:spMkLst>
            <pc:docMk/>
            <pc:sldMk cId="2148983699" sldId="304"/>
            <ac:spMk id="13" creationId="{6F2433B8-7E64-C996-F1DF-BACB2AD57FD8}"/>
          </ac:spMkLst>
        </pc:spChg>
        <pc:picChg chg="del">
          <ac:chgData name="Wang Kailing" userId="291a47e472658d09" providerId="LiveId" clId="{093B0E2E-7612-437C-823C-92C00D4A492E}" dt="2022-11-22T13:03:57.161" v="1505" actId="478"/>
          <ac:picMkLst>
            <pc:docMk/>
            <pc:sldMk cId="2148983699" sldId="304"/>
            <ac:picMk id="8" creationId="{954CE4A6-A2FC-65CA-40FC-855282C278E1}"/>
          </ac:picMkLst>
        </pc:picChg>
        <pc:cxnChg chg="add del mod">
          <ac:chgData name="Wang Kailing" userId="291a47e472658d09" providerId="LiveId" clId="{093B0E2E-7612-437C-823C-92C00D4A492E}" dt="2022-11-22T13:10:13.501" v="1636" actId="11529"/>
          <ac:cxnSpMkLst>
            <pc:docMk/>
            <pc:sldMk cId="2148983699" sldId="304"/>
            <ac:cxnSpMk id="9" creationId="{3CE9BDE4-E555-4F34-4B48-8BC7CAC9B9A6}"/>
          </ac:cxnSpMkLst>
        </pc:cxnChg>
      </pc:sldChg>
      <pc:sldChg chg="add del">
        <pc:chgData name="Wang Kailing" userId="291a47e472658d09" providerId="LiveId" clId="{093B0E2E-7612-437C-823C-92C00D4A492E}" dt="2022-11-22T13:02:50.237" v="1423"/>
        <pc:sldMkLst>
          <pc:docMk/>
          <pc:sldMk cId="3369378860" sldId="304"/>
        </pc:sldMkLst>
      </pc:sldChg>
      <pc:sldChg chg="addSp delSp modSp add mod">
        <pc:chgData name="Wang Kailing" userId="291a47e472658d09" providerId="LiveId" clId="{093B0E2E-7612-437C-823C-92C00D4A492E}" dt="2022-11-22T13:57:34.915" v="2087" actId="1076"/>
        <pc:sldMkLst>
          <pc:docMk/>
          <pc:sldMk cId="3565414331" sldId="305"/>
        </pc:sldMkLst>
        <pc:spChg chg="add del mod">
          <ac:chgData name="Wang Kailing" userId="291a47e472658d09" providerId="LiveId" clId="{093B0E2E-7612-437C-823C-92C00D4A492E}" dt="2022-11-22T13:44:05.399" v="1949" actId="767"/>
          <ac:spMkLst>
            <pc:docMk/>
            <pc:sldMk cId="3565414331" sldId="305"/>
            <ac:spMk id="2" creationId="{1043B802-20D8-2589-A20E-BEAA3D5539B3}"/>
          </ac:spMkLst>
        </pc:spChg>
        <pc:spChg chg="mod">
          <ac:chgData name="Wang Kailing" userId="291a47e472658d09" providerId="LiveId" clId="{093B0E2E-7612-437C-823C-92C00D4A492E}" dt="2022-11-22T13:44:25.241" v="1954" actId="1076"/>
          <ac:spMkLst>
            <pc:docMk/>
            <pc:sldMk cId="3565414331" sldId="305"/>
            <ac:spMk id="3" creationId="{25198CC8-64DC-2CB9-5791-C51DE2ECE746}"/>
          </ac:spMkLst>
        </pc:spChg>
        <pc:spChg chg="mod">
          <ac:chgData name="Wang Kailing" userId="291a47e472658d09" providerId="LiveId" clId="{093B0E2E-7612-437C-823C-92C00D4A492E}" dt="2022-11-22T13:42:59.650" v="1947" actId="207"/>
          <ac:spMkLst>
            <pc:docMk/>
            <pc:sldMk cId="3565414331" sldId="305"/>
            <ac:spMk id="5" creationId="{8E7FD9DB-CA88-893D-0F7B-436C60B1372F}"/>
          </ac:spMkLst>
        </pc:spChg>
        <pc:spChg chg="mod">
          <ac:chgData name="Wang Kailing" userId="291a47e472658d09" providerId="LiveId" clId="{093B0E2E-7612-437C-823C-92C00D4A492E}" dt="2022-11-22T13:42:59.650" v="1947" actId="207"/>
          <ac:spMkLst>
            <pc:docMk/>
            <pc:sldMk cId="3565414331" sldId="305"/>
            <ac:spMk id="6" creationId="{4F8048C2-AA8A-F9DF-7726-45C8FA482788}"/>
          </ac:spMkLst>
        </pc:spChg>
        <pc:spChg chg="add mod">
          <ac:chgData name="Wang Kailing" userId="291a47e472658d09" providerId="LiveId" clId="{093B0E2E-7612-437C-823C-92C00D4A492E}" dt="2022-11-22T13:44:37.469" v="1957" actId="1076"/>
          <ac:spMkLst>
            <pc:docMk/>
            <pc:sldMk cId="3565414331" sldId="305"/>
            <ac:spMk id="7" creationId="{5F90BE84-6FFC-CBB9-C1A2-C912040C3923}"/>
          </ac:spMkLst>
        </pc:spChg>
        <pc:spChg chg="add del mod">
          <ac:chgData name="Wang Kailing" userId="291a47e472658d09" providerId="LiveId" clId="{093B0E2E-7612-437C-823C-92C00D4A492E}" dt="2022-11-22T13:44:58.877" v="1963" actId="478"/>
          <ac:spMkLst>
            <pc:docMk/>
            <pc:sldMk cId="3565414331" sldId="305"/>
            <ac:spMk id="8" creationId="{30ABF571-CA28-91AF-5397-48E6C4688BF9}"/>
          </ac:spMkLst>
        </pc:spChg>
        <pc:spChg chg="add mod">
          <ac:chgData name="Wang Kailing" userId="291a47e472658d09" providerId="LiveId" clId="{093B0E2E-7612-437C-823C-92C00D4A492E}" dt="2022-11-22T13:45:46.400" v="1983" actId="20577"/>
          <ac:spMkLst>
            <pc:docMk/>
            <pc:sldMk cId="3565414331" sldId="305"/>
            <ac:spMk id="9" creationId="{8DE92440-4CF1-2C5A-A585-F85B1B7E5A27}"/>
          </ac:spMkLst>
        </pc:spChg>
        <pc:spChg chg="add mod">
          <ac:chgData name="Wang Kailing" userId="291a47e472658d09" providerId="LiveId" clId="{093B0E2E-7612-437C-823C-92C00D4A492E}" dt="2022-11-22T13:46:04.599" v="1991" actId="20577"/>
          <ac:spMkLst>
            <pc:docMk/>
            <pc:sldMk cId="3565414331" sldId="305"/>
            <ac:spMk id="10" creationId="{2A5BC5D4-FF90-C0D6-D767-4789008D51B5}"/>
          </ac:spMkLst>
        </pc:spChg>
        <pc:spChg chg="del">
          <ac:chgData name="Wang Kailing" userId="291a47e472658d09" providerId="LiveId" clId="{093B0E2E-7612-437C-823C-92C00D4A492E}" dt="2022-11-22T13:40:39.816" v="1858" actId="478"/>
          <ac:spMkLst>
            <pc:docMk/>
            <pc:sldMk cId="3565414331" sldId="305"/>
            <ac:spMk id="11" creationId="{BE35162A-E0EC-258B-D33B-2AD26C23E9A6}"/>
          </ac:spMkLst>
        </pc:spChg>
        <pc:spChg chg="del">
          <ac:chgData name="Wang Kailing" userId="291a47e472658d09" providerId="LiveId" clId="{093B0E2E-7612-437C-823C-92C00D4A492E}" dt="2022-11-22T13:40:40.436" v="1859" actId="478"/>
          <ac:spMkLst>
            <pc:docMk/>
            <pc:sldMk cId="3565414331" sldId="305"/>
            <ac:spMk id="12" creationId="{F00D2284-4BA9-1421-85E6-9328FEAD40E3}"/>
          </ac:spMkLst>
        </pc:spChg>
        <pc:spChg chg="del">
          <ac:chgData name="Wang Kailing" userId="291a47e472658d09" providerId="LiveId" clId="{093B0E2E-7612-437C-823C-92C00D4A492E}" dt="2022-11-22T13:40:36.716" v="1857" actId="478"/>
          <ac:spMkLst>
            <pc:docMk/>
            <pc:sldMk cId="3565414331" sldId="305"/>
            <ac:spMk id="13" creationId="{6F2433B8-7E64-C996-F1DF-BACB2AD57FD8}"/>
          </ac:spMkLst>
        </pc:spChg>
        <pc:spChg chg="add mod">
          <ac:chgData name="Wang Kailing" userId="291a47e472658d09" providerId="LiveId" clId="{093B0E2E-7612-437C-823C-92C00D4A492E}" dt="2022-11-22T13:53:47.084" v="2005" actId="1076"/>
          <ac:spMkLst>
            <pc:docMk/>
            <pc:sldMk cId="3565414331" sldId="305"/>
            <ac:spMk id="14" creationId="{FD67352B-62ED-6676-D8FB-FEC7C478BFBF}"/>
          </ac:spMkLst>
        </pc:spChg>
        <pc:spChg chg="add mod">
          <ac:chgData name="Wang Kailing" userId="291a47e472658d09" providerId="LiveId" clId="{093B0E2E-7612-437C-823C-92C00D4A492E}" dt="2022-11-22T13:57:34.915" v="2087" actId="1076"/>
          <ac:spMkLst>
            <pc:docMk/>
            <pc:sldMk cId="3565414331" sldId="305"/>
            <ac:spMk id="15" creationId="{3FF765BB-6E7B-3284-1B0B-20F87130B556}"/>
          </ac:spMkLst>
        </pc:spChg>
      </pc:sldChg>
      <pc:sldChg chg="delSp modSp add mod">
        <pc:chgData name="Wang Kailing" userId="291a47e472658d09" providerId="LiveId" clId="{093B0E2E-7612-437C-823C-92C00D4A492E}" dt="2022-11-22T14:02:08.763" v="2152" actId="1076"/>
        <pc:sldMkLst>
          <pc:docMk/>
          <pc:sldMk cId="1274311558" sldId="306"/>
        </pc:sldMkLst>
        <pc:spChg chg="mod">
          <ac:chgData name="Wang Kailing" userId="291a47e472658d09" providerId="LiveId" clId="{093B0E2E-7612-437C-823C-92C00D4A492E}" dt="2022-11-22T13:58:49.804" v="2097" actId="207"/>
          <ac:spMkLst>
            <pc:docMk/>
            <pc:sldMk cId="1274311558" sldId="306"/>
            <ac:spMk id="3" creationId="{25198CC8-64DC-2CB9-5791-C51DE2ECE746}"/>
          </ac:spMkLst>
        </pc:spChg>
        <pc:spChg chg="mod">
          <ac:chgData name="Wang Kailing" userId="291a47e472658d09" providerId="LiveId" clId="{093B0E2E-7612-437C-823C-92C00D4A492E}" dt="2022-11-22T14:02:08.763" v="2152" actId="1076"/>
          <ac:spMkLst>
            <pc:docMk/>
            <pc:sldMk cId="1274311558" sldId="306"/>
            <ac:spMk id="5" creationId="{8E7FD9DB-CA88-893D-0F7B-436C60B1372F}"/>
          </ac:spMkLst>
        </pc:spChg>
        <pc:spChg chg="del">
          <ac:chgData name="Wang Kailing" userId="291a47e472658d09" providerId="LiveId" clId="{093B0E2E-7612-437C-823C-92C00D4A492E}" dt="2022-11-22T13:58:43.103" v="2095" actId="478"/>
          <ac:spMkLst>
            <pc:docMk/>
            <pc:sldMk cId="1274311558" sldId="306"/>
            <ac:spMk id="7" creationId="{5F90BE84-6FFC-CBB9-C1A2-C912040C3923}"/>
          </ac:spMkLst>
        </pc:spChg>
        <pc:spChg chg="del">
          <ac:chgData name="Wang Kailing" userId="291a47e472658d09" providerId="LiveId" clId="{093B0E2E-7612-437C-823C-92C00D4A492E}" dt="2022-11-22T13:58:43.103" v="2095" actId="478"/>
          <ac:spMkLst>
            <pc:docMk/>
            <pc:sldMk cId="1274311558" sldId="306"/>
            <ac:spMk id="9" creationId="{8DE92440-4CF1-2C5A-A585-F85B1B7E5A27}"/>
          </ac:spMkLst>
        </pc:spChg>
        <pc:spChg chg="del">
          <ac:chgData name="Wang Kailing" userId="291a47e472658d09" providerId="LiveId" clId="{093B0E2E-7612-437C-823C-92C00D4A492E}" dt="2022-11-22T13:58:43.103" v="2095" actId="478"/>
          <ac:spMkLst>
            <pc:docMk/>
            <pc:sldMk cId="1274311558" sldId="306"/>
            <ac:spMk id="10" creationId="{2A5BC5D4-FF90-C0D6-D767-4789008D51B5}"/>
          </ac:spMkLst>
        </pc:spChg>
        <pc:spChg chg="del">
          <ac:chgData name="Wang Kailing" userId="291a47e472658d09" providerId="LiveId" clId="{093B0E2E-7612-437C-823C-92C00D4A492E}" dt="2022-11-22T13:58:43.103" v="2095" actId="478"/>
          <ac:spMkLst>
            <pc:docMk/>
            <pc:sldMk cId="1274311558" sldId="306"/>
            <ac:spMk id="14" creationId="{FD67352B-62ED-6676-D8FB-FEC7C478BFBF}"/>
          </ac:spMkLst>
        </pc:spChg>
        <pc:spChg chg="del">
          <ac:chgData name="Wang Kailing" userId="291a47e472658d09" providerId="LiveId" clId="{093B0E2E-7612-437C-823C-92C00D4A492E}" dt="2022-11-22T13:58:43.103" v="2095" actId="478"/>
          <ac:spMkLst>
            <pc:docMk/>
            <pc:sldMk cId="1274311558" sldId="306"/>
            <ac:spMk id="15" creationId="{3FF765BB-6E7B-3284-1B0B-20F87130B556}"/>
          </ac:spMkLst>
        </pc:spChg>
      </pc:sldChg>
      <pc:sldChg chg="modSp add mod">
        <pc:chgData name="Wang Kailing" userId="291a47e472658d09" providerId="LiveId" clId="{093B0E2E-7612-437C-823C-92C00D4A492E}" dt="2022-11-22T14:02:34.956" v="2162" actId="207"/>
        <pc:sldMkLst>
          <pc:docMk/>
          <pc:sldMk cId="1585780120" sldId="307"/>
        </pc:sldMkLst>
        <pc:spChg chg="mod">
          <ac:chgData name="Wang Kailing" userId="291a47e472658d09" providerId="LiveId" clId="{093B0E2E-7612-437C-823C-92C00D4A492E}" dt="2022-11-22T14:02:34.956" v="2162" actId="207"/>
          <ac:spMkLst>
            <pc:docMk/>
            <pc:sldMk cId="1585780120" sldId="307"/>
            <ac:spMk id="5" creationId="{8E7FD9DB-CA88-893D-0F7B-436C60B1372F}"/>
          </ac:spMkLst>
        </pc:spChg>
        <pc:spChg chg="mod">
          <ac:chgData name="Wang Kailing" userId="291a47e472658d09" providerId="LiveId" clId="{093B0E2E-7612-437C-823C-92C00D4A492E}" dt="2022-11-22T14:02:27.918" v="2158" actId="207"/>
          <ac:spMkLst>
            <pc:docMk/>
            <pc:sldMk cId="1585780120" sldId="307"/>
            <ac:spMk id="6" creationId="{4F8048C2-AA8A-F9DF-7726-45C8FA482788}"/>
          </ac:spMkLst>
        </pc:spChg>
      </pc:sldChg>
      <pc:sldChg chg="addSp modSp add del">
        <pc:chgData name="Wang Kailing" userId="291a47e472658d09" providerId="LiveId" clId="{093B0E2E-7612-437C-823C-92C00D4A492E}" dt="2022-11-22T14:02:10.107" v="2153"/>
        <pc:sldMkLst>
          <pc:docMk/>
          <pc:sldMk cId="3297259285" sldId="307"/>
        </pc:sldMkLst>
        <pc:spChg chg="add mod">
          <ac:chgData name="Wang Kailing" userId="291a47e472658d09" providerId="LiveId" clId="{093B0E2E-7612-437C-823C-92C00D4A492E}" dt="2022-11-22T14:02:04.131" v="2148" actId="571"/>
          <ac:spMkLst>
            <pc:docMk/>
            <pc:sldMk cId="3297259285" sldId="307"/>
            <ac:spMk id="2" creationId="{9AD286D5-D01D-56B8-79BA-0A9E403DD951}"/>
          </ac:spMkLst>
        </pc:spChg>
        <pc:spChg chg="add mod">
          <ac:chgData name="Wang Kailing" userId="291a47e472658d09" providerId="LiveId" clId="{093B0E2E-7612-437C-823C-92C00D4A492E}" dt="2022-11-22T14:02:06.497" v="2150" actId="571"/>
          <ac:spMkLst>
            <pc:docMk/>
            <pc:sldMk cId="3297259285" sldId="307"/>
            <ac:spMk id="7" creationId="{90265828-6B8D-01FA-6CD1-78EB3332ED72}"/>
          </ac:spMkLst>
        </pc:spChg>
      </pc:sldChg>
      <pc:sldChg chg="modSp">
        <pc:chgData name="Wang Kailing" userId="291a47e472658d09" providerId="LiveId" clId="{093B0E2E-7612-437C-823C-92C00D4A492E}" dt="2022-11-23T14:23:56.829" v="2167" actId="20577"/>
        <pc:sldMkLst>
          <pc:docMk/>
          <pc:sldMk cId="1074826138" sldId="309"/>
        </pc:sldMkLst>
        <pc:spChg chg="mod">
          <ac:chgData name="Wang Kailing" userId="291a47e472658d09" providerId="LiveId" clId="{093B0E2E-7612-437C-823C-92C00D4A492E}" dt="2022-11-23T14:23:56.829" v="2167" actId="20577"/>
          <ac:spMkLst>
            <pc:docMk/>
            <pc:sldMk cId="1074826138" sldId="309"/>
            <ac:spMk id="17" creationId="{EEA5D674-F0B4-4278-0999-0BA3FA4CFE9F}"/>
          </ac:spMkLst>
        </pc:spChg>
      </pc:sldChg>
    </pc:docChg>
  </pc:docChgLst>
  <pc:docChgLst>
    <pc:chgData name="Kailing" userId="291a47e472658d09" providerId="LiveId" clId="{80FE91E1-377A-463A-AD76-B0734EFFACD9}"/>
    <pc:docChg chg="undo redo custSel addSld delSld modSld sldOrd modSection">
      <pc:chgData name="Kailing" userId="291a47e472658d09" providerId="LiveId" clId="{80FE91E1-377A-463A-AD76-B0734EFFACD9}" dt="2022-11-25T05:41:27.711" v="5776" actId="478"/>
      <pc:docMkLst>
        <pc:docMk/>
      </pc:docMkLst>
      <pc:sldChg chg="modSp mod modTransition">
        <pc:chgData name="Kailing" userId="291a47e472658d09" providerId="LiveId" clId="{80FE91E1-377A-463A-AD76-B0734EFFACD9}" dt="2022-11-22T06:15:08.566" v="348"/>
        <pc:sldMkLst>
          <pc:docMk/>
          <pc:sldMk cId="1895940685" sldId="256"/>
        </pc:sldMkLst>
        <pc:spChg chg="mod">
          <ac:chgData name="Kailing" userId="291a47e472658d09" providerId="LiveId" clId="{80FE91E1-377A-463A-AD76-B0734EFFACD9}" dt="2022-11-22T06:12:12.545" v="240" actId="1036"/>
          <ac:spMkLst>
            <pc:docMk/>
            <pc:sldMk cId="1895940685" sldId="256"/>
            <ac:spMk id="4" creationId="{00000000-0000-0000-0000-000000000000}"/>
          </ac:spMkLst>
        </pc:spChg>
        <pc:spChg chg="mod">
          <ac:chgData name="Kailing" userId="291a47e472658d09" providerId="LiveId" clId="{80FE91E1-377A-463A-AD76-B0734EFFACD9}" dt="2022-11-22T06:10:50.878" v="138" actId="1036"/>
          <ac:spMkLst>
            <pc:docMk/>
            <pc:sldMk cId="1895940685" sldId="256"/>
            <ac:spMk id="5" creationId="{00000000-0000-0000-0000-000000000000}"/>
          </ac:spMkLst>
        </pc:spChg>
        <pc:spChg chg="mod">
          <ac:chgData name="Kailing" userId="291a47e472658d09" providerId="LiveId" clId="{80FE91E1-377A-463A-AD76-B0734EFFACD9}" dt="2022-11-22T06:12:23.580" v="268" actId="1035"/>
          <ac:spMkLst>
            <pc:docMk/>
            <pc:sldMk cId="1895940685" sldId="256"/>
            <ac:spMk id="6" creationId="{00000000-0000-0000-0000-000000000000}"/>
          </ac:spMkLst>
        </pc:spChg>
      </pc:sldChg>
      <pc:sldChg chg="addSp delSp modSp mod modTransition">
        <pc:chgData name="Kailing" userId="291a47e472658d09" providerId="LiveId" clId="{80FE91E1-377A-463A-AD76-B0734EFFACD9}" dt="2022-11-23T08:51:46.425" v="5631" actId="113"/>
        <pc:sldMkLst>
          <pc:docMk/>
          <pc:sldMk cId="159184324" sldId="257"/>
        </pc:sldMkLst>
        <pc:spChg chg="add mod">
          <ac:chgData name="Kailing" userId="291a47e472658d09" providerId="LiveId" clId="{80FE91E1-377A-463A-AD76-B0734EFFACD9}" dt="2022-11-23T08:51:46.425" v="5631" actId="113"/>
          <ac:spMkLst>
            <pc:docMk/>
            <pc:sldMk cId="159184324" sldId="257"/>
            <ac:spMk id="2" creationId="{2F06A826-9E28-28D7-178D-1525FFC9B165}"/>
          </ac:spMkLst>
        </pc:spChg>
        <pc:spChg chg="mod">
          <ac:chgData name="Kailing" userId="291a47e472658d09" providerId="LiveId" clId="{80FE91E1-377A-463A-AD76-B0734EFFACD9}" dt="2022-11-22T07:58:59.155" v="1410" actId="20577"/>
          <ac:spMkLst>
            <pc:docMk/>
            <pc:sldMk cId="159184324" sldId="257"/>
            <ac:spMk id="3" creationId="{00000000-0000-0000-0000-000000000000}"/>
          </ac:spMkLst>
        </pc:spChg>
        <pc:spChg chg="del">
          <ac:chgData name="Kailing" userId="291a47e472658d09" providerId="LiveId" clId="{80FE91E1-377A-463A-AD76-B0734EFFACD9}" dt="2022-11-22T07:59:17.416" v="1411" actId="478"/>
          <ac:spMkLst>
            <pc:docMk/>
            <pc:sldMk cId="159184324" sldId="257"/>
            <ac:spMk id="22" creationId="{B241CE74-ECDB-45DF-9FFF-491B89D79467}"/>
          </ac:spMkLst>
        </pc:spChg>
        <pc:spChg chg="del">
          <ac:chgData name="Kailing" userId="291a47e472658d09" providerId="LiveId" clId="{80FE91E1-377A-463A-AD76-B0734EFFACD9}" dt="2022-11-22T07:59:17.416" v="1411" actId="478"/>
          <ac:spMkLst>
            <pc:docMk/>
            <pc:sldMk cId="159184324" sldId="257"/>
            <ac:spMk id="23" creationId="{6A77DD89-6C3A-4B29-B722-6119898C019B}"/>
          </ac:spMkLst>
        </pc:spChg>
        <pc:spChg chg="del">
          <ac:chgData name="Kailing" userId="291a47e472658d09" providerId="LiveId" clId="{80FE91E1-377A-463A-AD76-B0734EFFACD9}" dt="2022-11-22T07:59:17.416" v="1411" actId="478"/>
          <ac:spMkLst>
            <pc:docMk/>
            <pc:sldMk cId="159184324" sldId="257"/>
            <ac:spMk id="24" creationId="{D701B88D-97EC-4854-8448-EF4ED79745F2}"/>
          </ac:spMkLst>
        </pc:spChg>
        <pc:spChg chg="del">
          <ac:chgData name="Kailing" userId="291a47e472658d09" providerId="LiveId" clId="{80FE91E1-377A-463A-AD76-B0734EFFACD9}" dt="2022-11-22T07:59:17.416" v="1411" actId="478"/>
          <ac:spMkLst>
            <pc:docMk/>
            <pc:sldMk cId="159184324" sldId="257"/>
            <ac:spMk id="25" creationId="{5C92C166-77C6-467C-B643-E8556373BE71}"/>
          </ac:spMkLst>
        </pc:spChg>
        <pc:grpChg chg="del">
          <ac:chgData name="Kailing" userId="291a47e472658d09" providerId="LiveId" clId="{80FE91E1-377A-463A-AD76-B0734EFFACD9}" dt="2022-11-22T07:59:17.416" v="1411" actId="478"/>
          <ac:grpSpMkLst>
            <pc:docMk/>
            <pc:sldMk cId="159184324" sldId="257"/>
            <ac:grpSpMk id="8" creationId="{475F27E7-F65C-45FF-817F-01B93083CBD8}"/>
          </ac:grpSpMkLst>
        </pc:grpChg>
        <pc:grpChg chg="del">
          <ac:chgData name="Kailing" userId="291a47e472658d09" providerId="LiveId" clId="{80FE91E1-377A-463A-AD76-B0734EFFACD9}" dt="2022-11-22T07:59:17.416" v="1411" actId="478"/>
          <ac:grpSpMkLst>
            <pc:docMk/>
            <pc:sldMk cId="159184324" sldId="257"/>
            <ac:grpSpMk id="26" creationId="{00000000-0000-0000-0000-000000000000}"/>
          </ac:grpSpMkLst>
        </pc:grpChg>
        <pc:grpChg chg="del">
          <ac:chgData name="Kailing" userId="291a47e472658d09" providerId="LiveId" clId="{80FE91E1-377A-463A-AD76-B0734EFFACD9}" dt="2022-11-22T07:59:17.416" v="1411" actId="478"/>
          <ac:grpSpMkLst>
            <pc:docMk/>
            <pc:sldMk cId="159184324" sldId="257"/>
            <ac:grpSpMk id="27" creationId="{00000000-0000-0000-0000-000000000000}"/>
          </ac:grpSpMkLst>
        </pc:grpChg>
        <pc:grpChg chg="del">
          <ac:chgData name="Kailing" userId="291a47e472658d09" providerId="LiveId" clId="{80FE91E1-377A-463A-AD76-B0734EFFACD9}" dt="2022-11-22T07:59:17.416" v="1411" actId="478"/>
          <ac:grpSpMkLst>
            <pc:docMk/>
            <pc:sldMk cId="159184324" sldId="257"/>
            <ac:grpSpMk id="28" creationId="{00000000-0000-0000-0000-000000000000}"/>
          </ac:grpSpMkLst>
        </pc:grpChg>
        <pc:grpChg chg="del">
          <ac:chgData name="Kailing" userId="291a47e472658d09" providerId="LiveId" clId="{80FE91E1-377A-463A-AD76-B0734EFFACD9}" dt="2022-11-22T07:59:17.416" v="1411" actId="478"/>
          <ac:grpSpMkLst>
            <pc:docMk/>
            <pc:sldMk cId="159184324" sldId="257"/>
            <ac:grpSpMk id="29" creationId="{00000000-0000-0000-0000-000000000000}"/>
          </ac:grpSpMkLst>
        </pc:grpChg>
        <pc:picChg chg="add mod">
          <ac:chgData name="Kailing" userId="291a47e472658d09" providerId="LiveId" clId="{80FE91E1-377A-463A-AD76-B0734EFFACD9}" dt="2022-11-22T08:05:52.527" v="1462" actId="1076"/>
          <ac:picMkLst>
            <pc:docMk/>
            <pc:sldMk cId="159184324" sldId="257"/>
            <ac:picMk id="10242" creationId="{7B6B503D-6F74-629D-3914-BE15B8867DE0}"/>
          </ac:picMkLst>
        </pc:picChg>
      </pc:sldChg>
      <pc:sldChg chg="del modTransition">
        <pc:chgData name="Kailing" userId="291a47e472658d09" providerId="LiveId" clId="{80FE91E1-377A-463A-AD76-B0734EFFACD9}" dt="2022-11-23T08:25:46.330" v="4179" actId="47"/>
        <pc:sldMkLst>
          <pc:docMk/>
          <pc:sldMk cId="2767632909" sldId="260"/>
        </pc:sldMkLst>
      </pc:sldChg>
      <pc:sldChg chg="del modTransition">
        <pc:chgData name="Kailing" userId="291a47e472658d09" providerId="LiveId" clId="{80FE91E1-377A-463A-AD76-B0734EFFACD9}" dt="2022-11-23T08:25:47.468" v="4180" actId="47"/>
        <pc:sldMkLst>
          <pc:docMk/>
          <pc:sldMk cId="3503326648" sldId="261"/>
        </pc:sldMkLst>
      </pc:sldChg>
      <pc:sldChg chg="del modTransition">
        <pc:chgData name="Kailing" userId="291a47e472658d09" providerId="LiveId" clId="{80FE91E1-377A-463A-AD76-B0734EFFACD9}" dt="2022-11-23T08:25:39.701" v="4173" actId="47"/>
        <pc:sldMkLst>
          <pc:docMk/>
          <pc:sldMk cId="1579473272" sldId="262"/>
        </pc:sldMkLst>
      </pc:sldChg>
      <pc:sldChg chg="modSp mod modTransition">
        <pc:chgData name="Kailing" userId="291a47e472658d09" providerId="LiveId" clId="{80FE91E1-377A-463A-AD76-B0734EFFACD9}" dt="2022-11-22T07:54:02.502" v="1400" actId="20577"/>
        <pc:sldMkLst>
          <pc:docMk/>
          <pc:sldMk cId="1527560039" sldId="263"/>
        </pc:sldMkLst>
        <pc:spChg chg="mod">
          <ac:chgData name="Kailing" userId="291a47e472658d09" providerId="LiveId" clId="{80FE91E1-377A-463A-AD76-B0734EFFACD9}" dt="2022-11-22T06:13:33.130" v="287" actId="20577"/>
          <ac:spMkLst>
            <pc:docMk/>
            <pc:sldMk cId="1527560039" sldId="263"/>
            <ac:spMk id="7" creationId="{00000000-0000-0000-0000-000000000000}"/>
          </ac:spMkLst>
        </pc:spChg>
        <pc:spChg chg="mod">
          <ac:chgData name="Kailing" userId="291a47e472658d09" providerId="LiveId" clId="{80FE91E1-377A-463A-AD76-B0734EFFACD9}" dt="2022-11-22T07:54:02.502" v="1400" actId="20577"/>
          <ac:spMkLst>
            <pc:docMk/>
            <pc:sldMk cId="1527560039" sldId="263"/>
            <ac:spMk id="8" creationId="{00000000-0000-0000-0000-000000000000}"/>
          </ac:spMkLst>
        </pc:spChg>
        <pc:spChg chg="mod">
          <ac:chgData name="Kailing" userId="291a47e472658d09" providerId="LiveId" clId="{80FE91E1-377A-463A-AD76-B0734EFFACD9}" dt="2022-11-22T06:13:56.554" v="314" actId="20577"/>
          <ac:spMkLst>
            <pc:docMk/>
            <pc:sldMk cId="1527560039" sldId="263"/>
            <ac:spMk id="9" creationId="{00000000-0000-0000-0000-000000000000}"/>
          </ac:spMkLst>
        </pc:spChg>
        <pc:spChg chg="mod">
          <ac:chgData name="Kailing" userId="291a47e472658d09" providerId="LiveId" clId="{80FE91E1-377A-463A-AD76-B0734EFFACD9}" dt="2022-11-22T06:14:11.410" v="326" actId="20577"/>
          <ac:spMkLst>
            <pc:docMk/>
            <pc:sldMk cId="1527560039" sldId="263"/>
            <ac:spMk id="10" creationId="{00000000-0000-0000-0000-000000000000}"/>
          </ac:spMkLst>
        </pc:spChg>
      </pc:sldChg>
      <pc:sldChg chg="del modTransition">
        <pc:chgData name="Kailing" userId="291a47e472658d09" providerId="LiveId" clId="{80FE91E1-377A-463A-AD76-B0734EFFACD9}" dt="2022-11-23T08:27:07.856" v="4215" actId="47"/>
        <pc:sldMkLst>
          <pc:docMk/>
          <pc:sldMk cId="3969508559" sldId="264"/>
        </pc:sldMkLst>
      </pc:sldChg>
      <pc:sldChg chg="add del modTransition">
        <pc:chgData name="Kailing" userId="291a47e472658d09" providerId="LiveId" clId="{80FE91E1-377A-463A-AD76-B0734EFFACD9}" dt="2022-11-23T08:27:05.156" v="4214" actId="47"/>
        <pc:sldMkLst>
          <pc:docMk/>
          <pc:sldMk cId="3589705927" sldId="265"/>
        </pc:sldMkLst>
      </pc:sldChg>
      <pc:sldChg chg="addSp delSp modSp mod modTransition">
        <pc:chgData name="Kailing" userId="291a47e472658d09" providerId="LiveId" clId="{80FE91E1-377A-463A-AD76-B0734EFFACD9}" dt="2022-11-22T06:26:58.817" v="367" actId="21"/>
        <pc:sldMkLst>
          <pc:docMk/>
          <pc:sldMk cId="1580039042" sldId="266"/>
        </pc:sldMkLst>
        <pc:spChg chg="add del">
          <ac:chgData name="Kailing" userId="291a47e472658d09" providerId="LiveId" clId="{80FE91E1-377A-463A-AD76-B0734EFFACD9}" dt="2022-11-22T06:26:58.817" v="367" actId="21"/>
          <ac:spMkLst>
            <pc:docMk/>
            <pc:sldMk cId="1580039042" sldId="266"/>
            <ac:spMk id="2" creationId="{FA453C70-546C-561C-3C2F-94EB7A6EF758}"/>
          </ac:spMkLst>
        </pc:spChg>
        <pc:spChg chg="mod">
          <ac:chgData name="Kailing" userId="291a47e472658d09" providerId="LiveId" clId="{80FE91E1-377A-463A-AD76-B0734EFFACD9}" dt="2022-11-22T06:14:25.426" v="331" actId="27636"/>
          <ac:spMkLst>
            <pc:docMk/>
            <pc:sldMk cId="1580039042" sldId="266"/>
            <ac:spMk id="5" creationId="{00000000-0000-0000-0000-000000000000}"/>
          </ac:spMkLst>
        </pc:spChg>
      </pc:sldChg>
      <pc:sldChg chg="del mod modTransition modClrScheme chgLayout">
        <pc:chgData name="Kailing" userId="291a47e472658d09" providerId="LiveId" clId="{80FE91E1-377A-463A-AD76-B0734EFFACD9}" dt="2022-11-23T06:41:33.868" v="2074" actId="47"/>
        <pc:sldMkLst>
          <pc:docMk/>
          <pc:sldMk cId="2127358186" sldId="267"/>
        </pc:sldMkLst>
      </pc:sldChg>
      <pc:sldChg chg="del modTransition">
        <pc:chgData name="Kailing" userId="291a47e472658d09" providerId="LiveId" clId="{80FE91E1-377A-463A-AD76-B0734EFFACD9}" dt="2022-11-23T08:22:34.657" v="4060" actId="47"/>
        <pc:sldMkLst>
          <pc:docMk/>
          <pc:sldMk cId="3536866290" sldId="268"/>
        </pc:sldMkLst>
      </pc:sldChg>
      <pc:sldChg chg="del modTransition">
        <pc:chgData name="Kailing" userId="291a47e472658d09" providerId="LiveId" clId="{80FE91E1-377A-463A-AD76-B0734EFFACD9}" dt="2022-11-23T08:25:42.755" v="4176" actId="47"/>
        <pc:sldMkLst>
          <pc:docMk/>
          <pc:sldMk cId="1623718656" sldId="269"/>
        </pc:sldMkLst>
      </pc:sldChg>
      <pc:sldChg chg="addSp delSp del mod modTransition">
        <pc:chgData name="Kailing" userId="291a47e472658d09" providerId="LiveId" clId="{80FE91E1-377A-463A-AD76-B0734EFFACD9}" dt="2022-11-23T08:25:36.927" v="4170" actId="47"/>
        <pc:sldMkLst>
          <pc:docMk/>
          <pc:sldMk cId="1454598027" sldId="270"/>
        </pc:sldMkLst>
        <pc:graphicFrameChg chg="add del">
          <ac:chgData name="Kailing" userId="291a47e472658d09" providerId="LiveId" clId="{80FE91E1-377A-463A-AD76-B0734EFFACD9}" dt="2022-11-23T06:42:13.156" v="2076" actId="478"/>
          <ac:graphicFrameMkLst>
            <pc:docMk/>
            <pc:sldMk cId="1454598027" sldId="270"/>
            <ac:graphicFrameMk id="18" creationId="{00000000-0000-0000-0000-000000000000}"/>
          </ac:graphicFrameMkLst>
        </pc:graphicFrameChg>
      </pc:sldChg>
      <pc:sldChg chg="del modTransition">
        <pc:chgData name="Kailing" userId="291a47e472658d09" providerId="LiveId" clId="{80FE91E1-377A-463A-AD76-B0734EFFACD9}" dt="2022-11-23T08:25:44.140" v="4177" actId="47"/>
        <pc:sldMkLst>
          <pc:docMk/>
          <pc:sldMk cId="2072393645" sldId="271"/>
        </pc:sldMkLst>
      </pc:sldChg>
      <pc:sldChg chg="del modTransition">
        <pc:chgData name="Kailing" userId="291a47e472658d09" providerId="LiveId" clId="{80FE91E1-377A-463A-AD76-B0734EFFACD9}" dt="2022-11-23T08:25:38.874" v="4172" actId="47"/>
        <pc:sldMkLst>
          <pc:docMk/>
          <pc:sldMk cId="2020975659" sldId="272"/>
        </pc:sldMkLst>
      </pc:sldChg>
      <pc:sldChg chg="modTransition">
        <pc:chgData name="Kailing" userId="291a47e472658d09" providerId="LiveId" clId="{80FE91E1-377A-463A-AD76-B0734EFFACD9}" dt="2022-11-22T06:15:08.566" v="348"/>
        <pc:sldMkLst>
          <pc:docMk/>
          <pc:sldMk cId="2920956955" sldId="273"/>
        </pc:sldMkLst>
      </pc:sldChg>
      <pc:sldChg chg="modTransition">
        <pc:chgData name="Kailing" userId="291a47e472658d09" providerId="LiveId" clId="{80FE91E1-377A-463A-AD76-B0734EFFACD9}" dt="2022-11-22T06:15:08.566" v="348"/>
        <pc:sldMkLst>
          <pc:docMk/>
          <pc:sldMk cId="342371115" sldId="274"/>
        </pc:sldMkLst>
      </pc:sldChg>
      <pc:sldChg chg="modTransition">
        <pc:chgData name="Kailing" userId="291a47e472658d09" providerId="LiveId" clId="{80FE91E1-377A-463A-AD76-B0734EFFACD9}" dt="2022-11-22T06:15:08.566" v="348"/>
        <pc:sldMkLst>
          <pc:docMk/>
          <pc:sldMk cId="3594532752" sldId="275"/>
        </pc:sldMkLst>
      </pc:sldChg>
      <pc:sldChg chg="del modTransition">
        <pc:chgData name="Kailing" userId="291a47e472658d09" providerId="LiveId" clId="{80FE91E1-377A-463A-AD76-B0734EFFACD9}" dt="2022-11-23T08:25:37.894" v="4171" actId="47"/>
        <pc:sldMkLst>
          <pc:docMk/>
          <pc:sldMk cId="1019482556" sldId="276"/>
        </pc:sldMkLst>
      </pc:sldChg>
      <pc:sldChg chg="del modTransition">
        <pc:chgData name="Kailing" userId="291a47e472658d09" providerId="LiveId" clId="{80FE91E1-377A-463A-AD76-B0734EFFACD9}" dt="2022-11-23T08:25:45.032" v="4178" actId="47"/>
        <pc:sldMkLst>
          <pc:docMk/>
          <pc:sldMk cId="3847050485" sldId="277"/>
        </pc:sldMkLst>
      </pc:sldChg>
      <pc:sldChg chg="del modTransition">
        <pc:chgData name="Kailing" userId="291a47e472658d09" providerId="LiveId" clId="{80FE91E1-377A-463A-AD76-B0734EFFACD9}" dt="2022-11-23T08:25:40.937" v="4174" actId="47"/>
        <pc:sldMkLst>
          <pc:docMk/>
          <pc:sldMk cId="3968976486" sldId="278"/>
        </pc:sldMkLst>
      </pc:sldChg>
      <pc:sldChg chg="addSp modSp add del mod modTransition">
        <pc:chgData name="Kailing" userId="291a47e472658d09" providerId="LiveId" clId="{80FE91E1-377A-463A-AD76-B0734EFFACD9}" dt="2022-11-23T08:27:03.009" v="4213" actId="20577"/>
        <pc:sldMkLst>
          <pc:docMk/>
          <pc:sldMk cId="581239130" sldId="279"/>
        </pc:sldMkLst>
        <pc:spChg chg="add mod">
          <ac:chgData name="Kailing" userId="291a47e472658d09" providerId="LiveId" clId="{80FE91E1-377A-463A-AD76-B0734EFFACD9}" dt="2022-11-23T08:27:03.009" v="4213" actId="20577"/>
          <ac:spMkLst>
            <pc:docMk/>
            <pc:sldMk cId="581239130" sldId="279"/>
            <ac:spMk id="2" creationId="{B4F5F427-23EE-4F86-0D1E-101D309F7EF4}"/>
          </ac:spMkLst>
        </pc:spChg>
      </pc:sldChg>
      <pc:sldChg chg="del modTransition">
        <pc:chgData name="Kailing" userId="291a47e472658d09" providerId="LiveId" clId="{80FE91E1-377A-463A-AD76-B0734EFFACD9}" dt="2022-11-23T06:41:33.120" v="2073" actId="47"/>
        <pc:sldMkLst>
          <pc:docMk/>
          <pc:sldMk cId="2644260428" sldId="280"/>
        </pc:sldMkLst>
      </pc:sldChg>
      <pc:sldChg chg="del modTransition">
        <pc:chgData name="Kailing" userId="291a47e472658d09" providerId="LiveId" clId="{80FE91E1-377A-463A-AD76-B0734EFFACD9}" dt="2022-11-23T08:25:41.990" v="4175" actId="47"/>
        <pc:sldMkLst>
          <pc:docMk/>
          <pc:sldMk cId="3611936315" sldId="281"/>
        </pc:sldMkLst>
      </pc:sldChg>
      <pc:sldChg chg="del modTransition">
        <pc:chgData name="Kailing" userId="291a47e472658d09" providerId="LiveId" clId="{80FE91E1-377A-463A-AD76-B0734EFFACD9}" dt="2022-11-23T08:25:48.284" v="4181" actId="47"/>
        <pc:sldMkLst>
          <pc:docMk/>
          <pc:sldMk cId="3265152546" sldId="282"/>
        </pc:sldMkLst>
      </pc:sldChg>
      <pc:sldChg chg="del modTransition">
        <pc:chgData name="Kailing" userId="291a47e472658d09" providerId="LiveId" clId="{80FE91E1-377A-463A-AD76-B0734EFFACD9}" dt="2022-11-22T07:52:50.864" v="1371" actId="47"/>
        <pc:sldMkLst>
          <pc:docMk/>
          <pc:sldMk cId="3007408588" sldId="283"/>
        </pc:sldMkLst>
      </pc:sldChg>
      <pc:sldChg chg="del modTransition">
        <pc:chgData name="Kailing" userId="291a47e472658d09" providerId="LiveId" clId="{80FE91E1-377A-463A-AD76-B0734EFFACD9}" dt="2022-11-23T08:22:33.810" v="4059" actId="47"/>
        <pc:sldMkLst>
          <pc:docMk/>
          <pc:sldMk cId="1493283328" sldId="284"/>
        </pc:sldMkLst>
      </pc:sldChg>
      <pc:sldChg chg="delSp modSp add del mod modTransition">
        <pc:chgData name="Kailing" userId="291a47e472658d09" providerId="LiveId" clId="{80FE91E1-377A-463A-AD76-B0734EFFACD9}" dt="2022-11-22T06:26:29.597" v="363" actId="47"/>
        <pc:sldMkLst>
          <pc:docMk/>
          <pc:sldMk cId="1410416141" sldId="285"/>
        </pc:sldMkLst>
        <pc:spChg chg="mod">
          <ac:chgData name="Kailing" userId="291a47e472658d09" providerId="LiveId" clId="{80FE91E1-377A-463A-AD76-B0734EFFACD9}" dt="2022-11-22T06:14:57.444" v="347" actId="20577"/>
          <ac:spMkLst>
            <pc:docMk/>
            <pc:sldMk cId="1410416141" sldId="285"/>
            <ac:spMk id="3" creationId="{00000000-0000-0000-0000-000000000000}"/>
          </ac:spMkLst>
        </pc:spChg>
        <pc:spChg chg="del">
          <ac:chgData name="Kailing" userId="291a47e472658d09" providerId="LiveId" clId="{80FE91E1-377A-463A-AD76-B0734EFFACD9}" dt="2022-11-22T06:15:32.564" v="353" actId="478"/>
          <ac:spMkLst>
            <pc:docMk/>
            <pc:sldMk cId="1410416141" sldId="285"/>
            <ac:spMk id="22" creationId="{B241CE74-ECDB-45DF-9FFF-491B89D79467}"/>
          </ac:spMkLst>
        </pc:spChg>
        <pc:spChg chg="del">
          <ac:chgData name="Kailing" userId="291a47e472658d09" providerId="LiveId" clId="{80FE91E1-377A-463A-AD76-B0734EFFACD9}" dt="2022-11-22T06:15:32.564" v="353" actId="478"/>
          <ac:spMkLst>
            <pc:docMk/>
            <pc:sldMk cId="1410416141" sldId="285"/>
            <ac:spMk id="23" creationId="{6A77DD89-6C3A-4B29-B722-6119898C019B}"/>
          </ac:spMkLst>
        </pc:spChg>
        <pc:spChg chg="del">
          <ac:chgData name="Kailing" userId="291a47e472658d09" providerId="LiveId" clId="{80FE91E1-377A-463A-AD76-B0734EFFACD9}" dt="2022-11-22T06:15:32.564" v="353" actId="478"/>
          <ac:spMkLst>
            <pc:docMk/>
            <pc:sldMk cId="1410416141" sldId="285"/>
            <ac:spMk id="24" creationId="{D701B88D-97EC-4854-8448-EF4ED79745F2}"/>
          </ac:spMkLst>
        </pc:spChg>
        <pc:spChg chg="del">
          <ac:chgData name="Kailing" userId="291a47e472658d09" providerId="LiveId" clId="{80FE91E1-377A-463A-AD76-B0734EFFACD9}" dt="2022-11-22T06:15:32.564" v="353" actId="478"/>
          <ac:spMkLst>
            <pc:docMk/>
            <pc:sldMk cId="1410416141" sldId="285"/>
            <ac:spMk id="25" creationId="{5C92C166-77C6-467C-B643-E8556373BE71}"/>
          </ac:spMkLst>
        </pc:spChg>
        <pc:grpChg chg="del">
          <ac:chgData name="Kailing" userId="291a47e472658d09" providerId="LiveId" clId="{80FE91E1-377A-463A-AD76-B0734EFFACD9}" dt="2022-11-22T06:15:33.506" v="354" actId="478"/>
          <ac:grpSpMkLst>
            <pc:docMk/>
            <pc:sldMk cId="1410416141" sldId="285"/>
            <ac:grpSpMk id="8" creationId="{475F27E7-F65C-45FF-817F-01B93083CBD8}"/>
          </ac:grpSpMkLst>
        </pc:grpChg>
        <pc:grpChg chg="del">
          <ac:chgData name="Kailing" userId="291a47e472658d09" providerId="LiveId" clId="{80FE91E1-377A-463A-AD76-B0734EFFACD9}" dt="2022-11-22T06:15:28.408" v="349" actId="478"/>
          <ac:grpSpMkLst>
            <pc:docMk/>
            <pc:sldMk cId="1410416141" sldId="285"/>
            <ac:grpSpMk id="26" creationId="{00000000-0000-0000-0000-000000000000}"/>
          </ac:grpSpMkLst>
        </pc:grpChg>
        <pc:grpChg chg="del">
          <ac:chgData name="Kailing" userId="291a47e472658d09" providerId="LiveId" clId="{80FE91E1-377A-463A-AD76-B0734EFFACD9}" dt="2022-11-22T06:15:29.553" v="350" actId="478"/>
          <ac:grpSpMkLst>
            <pc:docMk/>
            <pc:sldMk cId="1410416141" sldId="285"/>
            <ac:grpSpMk id="27" creationId="{00000000-0000-0000-0000-000000000000}"/>
          </ac:grpSpMkLst>
        </pc:grpChg>
        <pc:grpChg chg="del">
          <ac:chgData name="Kailing" userId="291a47e472658d09" providerId="LiveId" clId="{80FE91E1-377A-463A-AD76-B0734EFFACD9}" dt="2022-11-22T06:15:29.986" v="351" actId="478"/>
          <ac:grpSpMkLst>
            <pc:docMk/>
            <pc:sldMk cId="1410416141" sldId="285"/>
            <ac:grpSpMk id="28" creationId="{00000000-0000-0000-0000-000000000000}"/>
          </ac:grpSpMkLst>
        </pc:grpChg>
        <pc:grpChg chg="del">
          <ac:chgData name="Kailing" userId="291a47e472658d09" providerId="LiveId" clId="{80FE91E1-377A-463A-AD76-B0734EFFACD9}" dt="2022-11-22T06:15:30.755" v="352" actId="478"/>
          <ac:grpSpMkLst>
            <pc:docMk/>
            <pc:sldMk cId="1410416141" sldId="285"/>
            <ac:grpSpMk id="29" creationId="{00000000-0000-0000-0000-000000000000}"/>
          </ac:grpSpMkLst>
        </pc:grpChg>
      </pc:sldChg>
      <pc:sldChg chg="addSp delSp modSp add mod">
        <pc:chgData name="Kailing" userId="291a47e472658d09" providerId="LiveId" clId="{80FE91E1-377A-463A-AD76-B0734EFFACD9}" dt="2022-11-22T06:48:30.780" v="903" actId="167"/>
        <pc:sldMkLst>
          <pc:docMk/>
          <pc:sldMk cId="2681177401" sldId="286"/>
        </pc:sldMkLst>
        <pc:spChg chg="add mod">
          <ac:chgData name="Kailing" userId="291a47e472658d09" providerId="LiveId" clId="{80FE91E1-377A-463A-AD76-B0734EFFACD9}" dt="2022-11-22T06:40:49.811" v="855" actId="1076"/>
          <ac:spMkLst>
            <pc:docMk/>
            <pc:sldMk cId="2681177401" sldId="286"/>
            <ac:spMk id="2" creationId="{0914F542-B9EF-E7E4-66BE-F847565B41A4}"/>
          </ac:spMkLst>
        </pc:spChg>
        <pc:spChg chg="mod">
          <ac:chgData name="Kailing" userId="291a47e472658d09" providerId="LiveId" clId="{80FE91E1-377A-463A-AD76-B0734EFFACD9}" dt="2022-11-22T06:39:14.282" v="842" actId="14838"/>
          <ac:spMkLst>
            <pc:docMk/>
            <pc:sldMk cId="2681177401" sldId="286"/>
            <ac:spMk id="3" creationId="{00000000-0000-0000-0000-000000000000}"/>
          </ac:spMkLst>
        </pc:spChg>
        <pc:spChg chg="add mod">
          <ac:chgData name="Kailing" userId="291a47e472658d09" providerId="LiveId" clId="{80FE91E1-377A-463A-AD76-B0734EFFACD9}" dt="2022-11-22T06:40:54.820" v="857" actId="571"/>
          <ac:spMkLst>
            <pc:docMk/>
            <pc:sldMk cId="2681177401" sldId="286"/>
            <ac:spMk id="5" creationId="{0DDD3CE0-E858-1240-0B4A-6B6593AABACE}"/>
          </ac:spMkLst>
        </pc:spChg>
        <pc:spChg chg="add del">
          <ac:chgData name="Kailing" userId="291a47e472658d09" providerId="LiveId" clId="{80FE91E1-377A-463A-AD76-B0734EFFACD9}" dt="2022-11-22T06:26:50.080" v="365" actId="11529"/>
          <ac:spMkLst>
            <pc:docMk/>
            <pc:sldMk cId="2681177401" sldId="286"/>
            <ac:spMk id="5" creationId="{9762BECD-765B-0547-FDFB-67A5569E61B7}"/>
          </ac:spMkLst>
        </pc:spChg>
        <pc:spChg chg="add mod ord">
          <ac:chgData name="Kailing" userId="291a47e472658d09" providerId="LiveId" clId="{80FE91E1-377A-463A-AD76-B0734EFFACD9}" dt="2022-11-22T06:48:30.780" v="903" actId="167"/>
          <ac:spMkLst>
            <pc:docMk/>
            <pc:sldMk cId="2681177401" sldId="286"/>
            <ac:spMk id="6" creationId="{2CC2D338-528C-0492-6752-25B5CFC37936}"/>
          </ac:spMkLst>
        </pc:spChg>
        <pc:spChg chg="add del mod">
          <ac:chgData name="Kailing" userId="291a47e472658d09" providerId="LiveId" clId="{80FE91E1-377A-463A-AD76-B0734EFFACD9}" dt="2022-11-22T06:37:55.844" v="823" actId="478"/>
          <ac:spMkLst>
            <pc:docMk/>
            <pc:sldMk cId="2681177401" sldId="286"/>
            <ac:spMk id="7" creationId="{8F0794F3-4DDA-BF1A-681E-807F80224827}"/>
          </ac:spMkLst>
        </pc:spChg>
        <pc:picChg chg="add del mod ord modCrop">
          <ac:chgData name="Kailing" userId="291a47e472658d09" providerId="LiveId" clId="{80FE91E1-377A-463A-AD76-B0734EFFACD9}" dt="2022-11-22T06:48:30.477" v="902" actId="167"/>
          <ac:picMkLst>
            <pc:docMk/>
            <pc:sldMk cId="2681177401" sldId="286"/>
            <ac:picMk id="4" creationId="{51442FF1-CFC6-1DD2-E9DA-7E643D95427D}"/>
          </ac:picMkLst>
        </pc:picChg>
      </pc:sldChg>
      <pc:sldChg chg="addSp delSp modSp add del mod">
        <pc:chgData name="Kailing" userId="291a47e472658d09" providerId="LiveId" clId="{80FE91E1-377A-463A-AD76-B0734EFFACD9}" dt="2022-11-22T07:00:32.623" v="983" actId="47"/>
        <pc:sldMkLst>
          <pc:docMk/>
          <pc:sldMk cId="819964563" sldId="287"/>
        </pc:sldMkLst>
        <pc:spChg chg="add mod">
          <ac:chgData name="Kailing" userId="291a47e472658d09" providerId="LiveId" clId="{80FE91E1-377A-463A-AD76-B0734EFFACD9}" dt="2022-11-22T06:57:38.370" v="914" actId="196"/>
          <ac:spMkLst>
            <pc:docMk/>
            <pc:sldMk cId="819964563" sldId="287"/>
            <ac:spMk id="4" creationId="{C29BC2E3-0B15-41CB-0E3A-9DC07D807EC2}"/>
          </ac:spMkLst>
        </pc:spChg>
        <pc:spChg chg="add mod">
          <ac:chgData name="Kailing" userId="291a47e472658d09" providerId="LiveId" clId="{80FE91E1-377A-463A-AD76-B0734EFFACD9}" dt="2022-11-22T06:59:28.790" v="970" actId="255"/>
          <ac:spMkLst>
            <pc:docMk/>
            <pc:sldMk cId="819964563" sldId="287"/>
            <ac:spMk id="5" creationId="{0EEB0A01-8CDE-60AF-9741-0C558C05C13E}"/>
          </ac:spMkLst>
        </pc:spChg>
        <pc:spChg chg="add del mod">
          <ac:chgData name="Kailing" userId="291a47e472658d09" providerId="LiveId" clId="{80FE91E1-377A-463A-AD76-B0734EFFACD9}" dt="2022-11-22T06:59:41.311" v="972"/>
          <ac:spMkLst>
            <pc:docMk/>
            <pc:sldMk cId="819964563" sldId="287"/>
            <ac:spMk id="6" creationId="{5EA97BDD-4C2C-C4AD-295A-A0C750EB1386}"/>
          </ac:spMkLst>
        </pc:spChg>
        <pc:picChg chg="add mod">
          <ac:chgData name="Kailing" userId="291a47e472658d09" providerId="LiveId" clId="{80FE91E1-377A-463A-AD76-B0734EFFACD9}" dt="2022-11-22T06:57:47.686" v="915" actId="732"/>
          <ac:picMkLst>
            <pc:docMk/>
            <pc:sldMk cId="819964563" sldId="287"/>
            <ac:picMk id="2" creationId="{E9AF2B83-08DD-C637-9331-35889FD9F5A3}"/>
          </ac:picMkLst>
        </pc:picChg>
      </pc:sldChg>
      <pc:sldChg chg="addSp delSp modSp add mod">
        <pc:chgData name="Kailing" userId="291a47e472658d09" providerId="LiveId" clId="{80FE91E1-377A-463A-AD76-B0734EFFACD9}" dt="2022-11-22T06:44:19.558" v="888" actId="14861"/>
        <pc:sldMkLst>
          <pc:docMk/>
          <pc:sldMk cId="1721537585" sldId="288"/>
        </pc:sldMkLst>
        <pc:spChg chg="del mod">
          <ac:chgData name="Kailing" userId="291a47e472658d09" providerId="LiveId" clId="{80FE91E1-377A-463A-AD76-B0734EFFACD9}" dt="2022-11-22T06:40:25.636" v="851" actId="478"/>
          <ac:spMkLst>
            <pc:docMk/>
            <pc:sldMk cId="1721537585" sldId="288"/>
            <ac:spMk id="2" creationId="{0914F542-B9EF-E7E4-66BE-F847565B41A4}"/>
          </ac:spMkLst>
        </pc:spChg>
        <pc:spChg chg="add mod">
          <ac:chgData name="Kailing" userId="291a47e472658d09" providerId="LiveId" clId="{80FE91E1-377A-463A-AD76-B0734EFFACD9}" dt="2022-11-22T06:42:05.330" v="876" actId="1076"/>
          <ac:spMkLst>
            <pc:docMk/>
            <pc:sldMk cId="1721537585" sldId="288"/>
            <ac:spMk id="5" creationId="{A39BB624-BEBA-8757-80E2-158ED9EB1C06}"/>
          </ac:spMkLst>
        </pc:spChg>
        <pc:spChg chg="del">
          <ac:chgData name="Kailing" userId="291a47e472658d09" providerId="LiveId" clId="{80FE91E1-377A-463A-AD76-B0734EFFACD9}" dt="2022-11-22T06:40:39.526" v="852" actId="478"/>
          <ac:spMkLst>
            <pc:docMk/>
            <pc:sldMk cId="1721537585" sldId="288"/>
            <ac:spMk id="6" creationId="{2CC2D338-528C-0492-6752-25B5CFC37936}"/>
          </ac:spMkLst>
        </pc:spChg>
        <pc:picChg chg="del">
          <ac:chgData name="Kailing" userId="291a47e472658d09" providerId="LiveId" clId="{80FE91E1-377A-463A-AD76-B0734EFFACD9}" dt="2022-11-22T06:40:40.805" v="853" actId="478"/>
          <ac:picMkLst>
            <pc:docMk/>
            <pc:sldMk cId="1721537585" sldId="288"/>
            <ac:picMk id="4" creationId="{51442FF1-CFC6-1DD2-E9DA-7E643D95427D}"/>
          </ac:picMkLst>
        </pc:picChg>
        <pc:picChg chg="add mod ord">
          <ac:chgData name="Kailing" userId="291a47e472658d09" providerId="LiveId" clId="{80FE91E1-377A-463A-AD76-B0734EFFACD9}" dt="2022-11-22T06:42:43.464" v="879" actId="167"/>
          <ac:picMkLst>
            <pc:docMk/>
            <pc:sldMk cId="1721537585" sldId="288"/>
            <ac:picMk id="7" creationId="{0CA16976-D898-7F22-E3A6-5A18B9F17B16}"/>
          </ac:picMkLst>
        </pc:picChg>
        <pc:picChg chg="add del mod">
          <ac:chgData name="Kailing" userId="291a47e472658d09" providerId="LiveId" clId="{80FE91E1-377A-463A-AD76-B0734EFFACD9}" dt="2022-11-22T06:43:47.340" v="881" actId="478"/>
          <ac:picMkLst>
            <pc:docMk/>
            <pc:sldMk cId="1721537585" sldId="288"/>
            <ac:picMk id="1026" creationId="{68AAF79A-2E60-2A85-8647-5072B1BF1CCA}"/>
          </ac:picMkLst>
        </pc:picChg>
        <pc:picChg chg="add mod">
          <ac:chgData name="Kailing" userId="291a47e472658d09" providerId="LiveId" clId="{80FE91E1-377A-463A-AD76-B0734EFFACD9}" dt="2022-11-22T06:44:19.558" v="888" actId="14861"/>
          <ac:picMkLst>
            <pc:docMk/>
            <pc:sldMk cId="1721537585" sldId="288"/>
            <ac:picMk id="1028" creationId="{7B2D4BA8-884A-0A60-FDE2-00E10C6E5D80}"/>
          </ac:picMkLst>
        </pc:picChg>
      </pc:sldChg>
      <pc:sldChg chg="addSp delSp modSp add ord">
        <pc:chgData name="Kailing" userId="291a47e472658d09" providerId="LiveId" clId="{80FE91E1-377A-463A-AD76-B0734EFFACD9}" dt="2022-11-22T06:56:48.853" v="911" actId="21"/>
        <pc:sldMkLst>
          <pc:docMk/>
          <pc:sldMk cId="2606852884" sldId="289"/>
        </pc:sldMkLst>
        <pc:picChg chg="del">
          <ac:chgData name="Kailing" userId="291a47e472658d09" providerId="LiveId" clId="{80FE91E1-377A-463A-AD76-B0734EFFACD9}" dt="2022-11-22T06:44:24.566" v="890" actId="478"/>
          <ac:picMkLst>
            <pc:docMk/>
            <pc:sldMk cId="2606852884" sldId="289"/>
            <ac:picMk id="1028" creationId="{7B2D4BA8-884A-0A60-FDE2-00E10C6E5D80}"/>
          </ac:picMkLst>
        </pc:picChg>
        <pc:picChg chg="add del mod">
          <ac:chgData name="Kailing" userId="291a47e472658d09" providerId="LiveId" clId="{80FE91E1-377A-463A-AD76-B0734EFFACD9}" dt="2022-11-22T06:56:48.853" v="911" actId="21"/>
          <ac:picMkLst>
            <pc:docMk/>
            <pc:sldMk cId="2606852884" sldId="289"/>
            <ac:picMk id="3074" creationId="{6DC74FD4-0554-F344-72C2-2533C7812275}"/>
          </ac:picMkLst>
        </pc:picChg>
      </pc:sldChg>
      <pc:sldChg chg="addSp modSp add">
        <pc:chgData name="Kailing" userId="291a47e472658d09" providerId="LiveId" clId="{80FE91E1-377A-463A-AD76-B0734EFFACD9}" dt="2022-11-22T06:45:23.625" v="899" actId="14100"/>
        <pc:sldMkLst>
          <pc:docMk/>
          <pc:sldMk cId="3061254550" sldId="290"/>
        </pc:sldMkLst>
        <pc:picChg chg="add mod">
          <ac:chgData name="Kailing" userId="291a47e472658d09" providerId="LiveId" clId="{80FE91E1-377A-463A-AD76-B0734EFFACD9}" dt="2022-11-22T06:45:23.625" v="899" actId="14100"/>
          <ac:picMkLst>
            <pc:docMk/>
            <pc:sldMk cId="3061254550" sldId="290"/>
            <ac:picMk id="2050" creationId="{AE1E666E-5FAF-135D-9F1A-C335B968DE60}"/>
          </ac:picMkLst>
        </pc:picChg>
      </pc:sldChg>
      <pc:sldChg chg="delSp modSp add del mod">
        <pc:chgData name="Kailing" userId="291a47e472658d09" providerId="LiveId" clId="{80FE91E1-377A-463A-AD76-B0734EFFACD9}" dt="2022-11-22T07:00:33.798" v="984" actId="47"/>
        <pc:sldMkLst>
          <pc:docMk/>
          <pc:sldMk cId="1252687099" sldId="291"/>
        </pc:sldMkLst>
        <pc:spChg chg="del">
          <ac:chgData name="Kailing" userId="291a47e472658d09" providerId="LiveId" clId="{80FE91E1-377A-463A-AD76-B0734EFFACD9}" dt="2022-11-22T06:59:44.270" v="974" actId="478"/>
          <ac:spMkLst>
            <pc:docMk/>
            <pc:sldMk cId="1252687099" sldId="291"/>
            <ac:spMk id="4" creationId="{C29BC2E3-0B15-41CB-0E3A-9DC07D807EC2}"/>
          </ac:spMkLst>
        </pc:spChg>
        <pc:picChg chg="mod">
          <ac:chgData name="Kailing" userId="291a47e472658d09" providerId="LiveId" clId="{80FE91E1-377A-463A-AD76-B0734EFFACD9}" dt="2022-11-22T06:59:48.271" v="976" actId="14100"/>
          <ac:picMkLst>
            <pc:docMk/>
            <pc:sldMk cId="1252687099" sldId="291"/>
            <ac:picMk id="2" creationId="{E9AF2B83-08DD-C637-9331-35889FD9F5A3}"/>
          </ac:picMkLst>
        </pc:picChg>
      </pc:sldChg>
      <pc:sldChg chg="addSp delSp modSp add mod">
        <pc:chgData name="Kailing" userId="291a47e472658d09" providerId="LiveId" clId="{80FE91E1-377A-463A-AD76-B0734EFFACD9}" dt="2022-11-22T07:02:20.262" v="1023" actId="207"/>
        <pc:sldMkLst>
          <pc:docMk/>
          <pc:sldMk cId="2899699755" sldId="292"/>
        </pc:sldMkLst>
        <pc:spChg chg="add del mod">
          <ac:chgData name="Kailing" userId="291a47e472658d09" providerId="LiveId" clId="{80FE91E1-377A-463A-AD76-B0734EFFACD9}" dt="2022-11-22T07:00:31.548" v="982"/>
          <ac:spMkLst>
            <pc:docMk/>
            <pc:sldMk cId="2899699755" sldId="292"/>
            <ac:spMk id="2" creationId="{A138A704-8AF6-206C-816E-C4B66F0730B0}"/>
          </ac:spMkLst>
        </pc:spChg>
        <pc:spChg chg="add del mod">
          <ac:chgData name="Kailing" userId="291a47e472658d09" providerId="LiveId" clId="{80FE91E1-377A-463A-AD76-B0734EFFACD9}" dt="2022-11-22T07:02:20.262" v="1023" actId="207"/>
          <ac:spMkLst>
            <pc:docMk/>
            <pc:sldMk cId="2899699755" sldId="292"/>
            <ac:spMk id="6" creationId="{5958E698-577D-5B21-A0AF-9DCD1635A7AC}"/>
          </ac:spMkLst>
        </pc:spChg>
        <pc:spChg chg="add del mod">
          <ac:chgData name="Kailing" userId="291a47e472658d09" providerId="LiveId" clId="{80FE91E1-377A-463A-AD76-B0734EFFACD9}" dt="2022-11-22T07:00:31.548" v="982"/>
          <ac:spMkLst>
            <pc:docMk/>
            <pc:sldMk cId="2899699755" sldId="292"/>
            <ac:spMk id="8" creationId="{E49F066D-8D60-BCF8-77F9-68FB56D7620F}"/>
          </ac:spMkLst>
        </pc:spChg>
        <pc:picChg chg="add del mod">
          <ac:chgData name="Kailing" userId="291a47e472658d09" providerId="LiveId" clId="{80FE91E1-377A-463A-AD76-B0734EFFACD9}" dt="2022-11-22T07:00:31.548" v="982"/>
          <ac:picMkLst>
            <pc:docMk/>
            <pc:sldMk cId="2899699755" sldId="292"/>
            <ac:picMk id="4" creationId="{578EEFC6-9FB8-C856-A7F3-37CA19BAC3D0}"/>
          </ac:picMkLst>
        </pc:picChg>
        <pc:picChg chg="del">
          <ac:chgData name="Kailing" userId="291a47e472658d09" providerId="LiveId" clId="{80FE91E1-377A-463A-AD76-B0734EFFACD9}" dt="2022-11-22T06:59:56.860" v="979" actId="478"/>
          <ac:picMkLst>
            <pc:docMk/>
            <pc:sldMk cId="2899699755" sldId="292"/>
            <ac:picMk id="1028" creationId="{7B2D4BA8-884A-0A60-FDE2-00E10C6E5D80}"/>
          </ac:picMkLst>
        </pc:picChg>
        <pc:picChg chg="del">
          <ac:chgData name="Kailing" userId="291a47e472658d09" providerId="LiveId" clId="{80FE91E1-377A-463A-AD76-B0734EFFACD9}" dt="2022-11-22T06:59:56.571" v="978" actId="478"/>
          <ac:picMkLst>
            <pc:docMk/>
            <pc:sldMk cId="2899699755" sldId="292"/>
            <ac:picMk id="2050" creationId="{AE1E666E-5FAF-135D-9F1A-C335B968DE60}"/>
          </ac:picMkLst>
        </pc:picChg>
      </pc:sldChg>
      <pc:sldChg chg="addSp delSp modSp add mod">
        <pc:chgData name="Kailing" userId="291a47e472658d09" providerId="LiveId" clId="{80FE91E1-377A-463A-AD76-B0734EFFACD9}" dt="2022-11-23T08:34:59.055" v="4530"/>
        <pc:sldMkLst>
          <pc:docMk/>
          <pc:sldMk cId="2466585717" sldId="293"/>
        </pc:sldMkLst>
        <pc:spChg chg="ord">
          <ac:chgData name="Kailing" userId="291a47e472658d09" providerId="LiveId" clId="{80FE91E1-377A-463A-AD76-B0734EFFACD9}" dt="2022-11-22T07:17:12.310" v="1098" actId="167"/>
          <ac:spMkLst>
            <pc:docMk/>
            <pc:sldMk cId="2466585717" sldId="293"/>
            <ac:spMk id="3" creationId="{00000000-0000-0000-0000-000000000000}"/>
          </ac:spMkLst>
        </pc:spChg>
        <pc:spChg chg="add mod">
          <ac:chgData name="Kailing" userId="291a47e472658d09" providerId="LiveId" clId="{80FE91E1-377A-463A-AD76-B0734EFFACD9}" dt="2022-11-23T08:34:59.055" v="4530"/>
          <ac:spMkLst>
            <pc:docMk/>
            <pc:sldMk cId="2466585717" sldId="293"/>
            <ac:spMk id="6" creationId="{563E1930-49CE-B31C-582C-1670304D0A5B}"/>
          </ac:spMkLst>
        </pc:spChg>
        <pc:spChg chg="del">
          <ac:chgData name="Kailing" userId="291a47e472658d09" providerId="LiveId" clId="{80FE91E1-377A-463A-AD76-B0734EFFACD9}" dt="2022-11-22T07:00:38.053" v="986" actId="478"/>
          <ac:spMkLst>
            <pc:docMk/>
            <pc:sldMk cId="2466585717" sldId="293"/>
            <ac:spMk id="6" creationId="{5958E698-577D-5B21-A0AF-9DCD1635A7AC}"/>
          </ac:spMkLst>
        </pc:spChg>
        <pc:spChg chg="mod">
          <ac:chgData name="Kailing" userId="291a47e472658d09" providerId="LiveId" clId="{80FE91E1-377A-463A-AD76-B0734EFFACD9}" dt="2022-11-22T07:03:38.850" v="1027"/>
          <ac:spMkLst>
            <pc:docMk/>
            <pc:sldMk cId="2466585717" sldId="293"/>
            <ac:spMk id="8" creationId="{E49F066D-8D60-BCF8-77F9-68FB56D7620F}"/>
          </ac:spMkLst>
        </pc:spChg>
        <pc:picChg chg="mod">
          <ac:chgData name="Kailing" userId="291a47e472658d09" providerId="LiveId" clId="{80FE91E1-377A-463A-AD76-B0734EFFACD9}" dt="2022-11-22T07:01:21.771" v="998" actId="1076"/>
          <ac:picMkLst>
            <pc:docMk/>
            <pc:sldMk cId="2466585717" sldId="293"/>
            <ac:picMk id="4" creationId="{578EEFC6-9FB8-C856-A7F3-37CA19BAC3D0}"/>
          </ac:picMkLst>
        </pc:picChg>
        <pc:picChg chg="add del mod">
          <ac:chgData name="Kailing" userId="291a47e472658d09" providerId="LiveId" clId="{80FE91E1-377A-463A-AD76-B0734EFFACD9}" dt="2022-11-22T07:03:36.706" v="1026" actId="478"/>
          <ac:picMkLst>
            <pc:docMk/>
            <pc:sldMk cId="2466585717" sldId="293"/>
            <ac:picMk id="4098" creationId="{9CEBD1A7-6EAA-B39B-35EC-9482242E9871}"/>
          </ac:picMkLst>
        </pc:picChg>
        <pc:picChg chg="add del mod">
          <ac:chgData name="Kailing" userId="291a47e472658d09" providerId="LiveId" clId="{80FE91E1-377A-463A-AD76-B0734EFFACD9}" dt="2022-11-22T07:03:52.391" v="1029" actId="478"/>
          <ac:picMkLst>
            <pc:docMk/>
            <pc:sldMk cId="2466585717" sldId="293"/>
            <ac:picMk id="4100" creationId="{CC599153-9543-09CD-E998-1058C74683BD}"/>
          </ac:picMkLst>
        </pc:picChg>
        <pc:picChg chg="add del mod">
          <ac:chgData name="Kailing" userId="291a47e472658d09" providerId="LiveId" clId="{80FE91E1-377A-463A-AD76-B0734EFFACD9}" dt="2022-11-22T07:05:32.533" v="1033"/>
          <ac:picMkLst>
            <pc:docMk/>
            <pc:sldMk cId="2466585717" sldId="293"/>
            <ac:picMk id="4102" creationId="{EBE0D530-BE0E-ABAF-097B-12E2629C9920}"/>
          </ac:picMkLst>
        </pc:picChg>
        <pc:picChg chg="add del mod">
          <ac:chgData name="Kailing" userId="291a47e472658d09" providerId="LiveId" clId="{80FE91E1-377A-463A-AD76-B0734EFFACD9}" dt="2022-11-22T07:06:18.194" v="1039" actId="478"/>
          <ac:picMkLst>
            <pc:docMk/>
            <pc:sldMk cId="2466585717" sldId="293"/>
            <ac:picMk id="4104" creationId="{8301A40E-C7E8-0862-B960-33B442E53EF3}"/>
          </ac:picMkLst>
        </pc:picChg>
      </pc:sldChg>
      <pc:sldChg chg="addSp modSp add mod">
        <pc:chgData name="Kailing" userId="291a47e472658d09" providerId="LiveId" clId="{80FE91E1-377A-463A-AD76-B0734EFFACD9}" dt="2022-11-23T08:34:49.674" v="4528" actId="166"/>
        <pc:sldMkLst>
          <pc:docMk/>
          <pc:sldMk cId="1678404767" sldId="294"/>
        </pc:sldMkLst>
        <pc:spChg chg="add mod">
          <ac:chgData name="Kailing" userId="291a47e472658d09" providerId="LiveId" clId="{80FE91E1-377A-463A-AD76-B0734EFFACD9}" dt="2022-11-23T08:34:38.433" v="4526" actId="2085"/>
          <ac:spMkLst>
            <pc:docMk/>
            <pc:sldMk cId="1678404767" sldId="294"/>
            <ac:spMk id="6" creationId="{02934206-C75B-8310-F971-131906D2C584}"/>
          </ac:spMkLst>
        </pc:spChg>
        <pc:picChg chg="mod">
          <ac:chgData name="Kailing" userId="291a47e472658d09" providerId="LiveId" clId="{80FE91E1-377A-463A-AD76-B0734EFFACD9}" dt="2022-11-23T08:34:49.674" v="4528" actId="166"/>
          <ac:picMkLst>
            <pc:docMk/>
            <pc:sldMk cId="1678404767" sldId="294"/>
            <ac:picMk id="4104" creationId="{8301A40E-C7E8-0862-B960-33B442E53EF3}"/>
          </ac:picMkLst>
        </pc:picChg>
      </pc:sldChg>
      <pc:sldChg chg="addSp delSp modSp add mod">
        <pc:chgData name="Kailing" userId="291a47e472658d09" providerId="LiveId" clId="{80FE91E1-377A-463A-AD76-B0734EFFACD9}" dt="2022-11-23T08:36:12.976" v="4549" actId="170"/>
        <pc:sldMkLst>
          <pc:docMk/>
          <pc:sldMk cId="932262423" sldId="295"/>
        </pc:sldMkLst>
        <pc:spChg chg="ord">
          <ac:chgData name="Kailing" userId="291a47e472658d09" providerId="LiveId" clId="{80FE91E1-377A-463A-AD76-B0734EFFACD9}" dt="2022-11-22T07:17:27.354" v="1099" actId="167"/>
          <ac:spMkLst>
            <pc:docMk/>
            <pc:sldMk cId="932262423" sldId="295"/>
            <ac:spMk id="2" creationId="{A138A704-8AF6-206C-816E-C4B66F0730B0}"/>
          </ac:spMkLst>
        </pc:spChg>
        <pc:spChg chg="ord">
          <ac:chgData name="Kailing" userId="291a47e472658d09" providerId="LiveId" clId="{80FE91E1-377A-463A-AD76-B0734EFFACD9}" dt="2022-11-22T07:17:32.457" v="1100" actId="167"/>
          <ac:spMkLst>
            <pc:docMk/>
            <pc:sldMk cId="932262423" sldId="295"/>
            <ac:spMk id="3" creationId="{00000000-0000-0000-0000-000000000000}"/>
          </ac:spMkLst>
        </pc:spChg>
        <pc:spChg chg="mod">
          <ac:chgData name="Kailing" userId="291a47e472658d09" providerId="LiveId" clId="{80FE91E1-377A-463A-AD76-B0734EFFACD9}" dt="2022-11-22T07:16:58.727" v="1096" actId="167"/>
          <ac:spMkLst>
            <pc:docMk/>
            <pc:sldMk cId="932262423" sldId="295"/>
            <ac:spMk id="5" creationId="{A39BB624-BEBA-8757-80E2-158ED9EB1C06}"/>
          </ac:spMkLst>
        </pc:spChg>
        <pc:spChg chg="add mod ord">
          <ac:chgData name="Kailing" userId="291a47e472658d09" providerId="LiveId" clId="{80FE91E1-377A-463A-AD76-B0734EFFACD9}" dt="2022-11-23T08:35:35.058" v="4536" actId="171"/>
          <ac:spMkLst>
            <pc:docMk/>
            <pc:sldMk cId="932262423" sldId="295"/>
            <ac:spMk id="6" creationId="{B18575BE-3B98-045F-F4CB-4ECF29B3696A}"/>
          </ac:spMkLst>
        </pc:spChg>
        <pc:spChg chg="add mod ord">
          <ac:chgData name="Kailing" userId="291a47e472658d09" providerId="LiveId" clId="{80FE91E1-377A-463A-AD76-B0734EFFACD9}" dt="2022-11-23T08:36:12.976" v="4549" actId="170"/>
          <ac:spMkLst>
            <pc:docMk/>
            <pc:sldMk cId="932262423" sldId="295"/>
            <ac:spMk id="8" creationId="{AE56B298-8171-8BB6-D534-F6D964437DFE}"/>
          </ac:spMkLst>
        </pc:spChg>
        <pc:spChg chg="del mod">
          <ac:chgData name="Kailing" userId="291a47e472658d09" providerId="LiveId" clId="{80FE91E1-377A-463A-AD76-B0734EFFACD9}" dt="2022-11-22T07:16:48.625" v="1094" actId="478"/>
          <ac:spMkLst>
            <pc:docMk/>
            <pc:sldMk cId="932262423" sldId="295"/>
            <ac:spMk id="8" creationId="{E49F066D-8D60-BCF8-77F9-68FB56D7620F}"/>
          </ac:spMkLst>
        </pc:spChg>
        <pc:spChg chg="add mod ord">
          <ac:chgData name="Kailing" userId="291a47e472658d09" providerId="LiveId" clId="{80FE91E1-377A-463A-AD76-B0734EFFACD9}" dt="2022-11-22T07:18:22.666" v="1101" actId="166"/>
          <ac:spMkLst>
            <pc:docMk/>
            <pc:sldMk cId="932262423" sldId="295"/>
            <ac:spMk id="9" creationId="{B9B490B3-1F1F-F1CD-B20B-7FABD49D46E0}"/>
          </ac:spMkLst>
        </pc:spChg>
        <pc:spChg chg="add mod ord">
          <ac:chgData name="Kailing" userId="291a47e472658d09" providerId="LiveId" clId="{80FE91E1-377A-463A-AD76-B0734EFFACD9}" dt="2022-11-22T07:17:04.547" v="1097" actId="167"/>
          <ac:spMkLst>
            <pc:docMk/>
            <pc:sldMk cId="932262423" sldId="295"/>
            <ac:spMk id="10" creationId="{D26EE6C7-637E-CE2D-646B-4B4068EEFCF9}"/>
          </ac:spMkLst>
        </pc:spChg>
        <pc:picChg chg="mod">
          <ac:chgData name="Kailing" userId="291a47e472658d09" providerId="LiveId" clId="{80FE91E1-377A-463A-AD76-B0734EFFACD9}" dt="2022-11-22T07:16:58.727" v="1096" actId="167"/>
          <ac:picMkLst>
            <pc:docMk/>
            <pc:sldMk cId="932262423" sldId="295"/>
            <ac:picMk id="4" creationId="{578EEFC6-9FB8-C856-A7F3-37CA19BAC3D0}"/>
          </ac:picMkLst>
        </pc:picChg>
        <pc:picChg chg="mod">
          <ac:chgData name="Kailing" userId="291a47e472658d09" providerId="LiveId" clId="{80FE91E1-377A-463A-AD76-B0734EFFACD9}" dt="2022-11-22T07:16:58.727" v="1096" actId="167"/>
          <ac:picMkLst>
            <pc:docMk/>
            <pc:sldMk cId="932262423" sldId="295"/>
            <ac:picMk id="7" creationId="{0CA16976-D898-7F22-E3A6-5A18B9F17B16}"/>
          </ac:picMkLst>
        </pc:picChg>
        <pc:picChg chg="del">
          <ac:chgData name="Kailing" userId="291a47e472658d09" providerId="LiveId" clId="{80FE91E1-377A-463A-AD76-B0734EFFACD9}" dt="2022-11-22T07:13:38.758" v="1041" actId="478"/>
          <ac:picMkLst>
            <pc:docMk/>
            <pc:sldMk cId="932262423" sldId="295"/>
            <ac:picMk id="4104" creationId="{8301A40E-C7E8-0862-B960-33B442E53EF3}"/>
          </ac:picMkLst>
        </pc:picChg>
        <pc:picChg chg="add mod">
          <ac:chgData name="Kailing" userId="291a47e472658d09" providerId="LiveId" clId="{80FE91E1-377A-463A-AD76-B0734EFFACD9}" dt="2022-11-22T07:16:44.629" v="1093" actId="167"/>
          <ac:picMkLst>
            <pc:docMk/>
            <pc:sldMk cId="932262423" sldId="295"/>
            <ac:picMk id="8194" creationId="{773D25D3-618F-42AB-FCC9-585DD2AC3348}"/>
          </ac:picMkLst>
        </pc:picChg>
      </pc:sldChg>
      <pc:sldChg chg="addSp delSp modSp add mod">
        <pc:chgData name="Kailing" userId="291a47e472658d09" providerId="LiveId" clId="{80FE91E1-377A-463A-AD76-B0734EFFACD9}" dt="2022-11-25T05:41:27.711" v="5776" actId="478"/>
        <pc:sldMkLst>
          <pc:docMk/>
          <pc:sldMk cId="581006051" sldId="296"/>
        </pc:sldMkLst>
        <pc:spChg chg="add mod">
          <ac:chgData name="Kailing" userId="291a47e472658d09" providerId="LiveId" clId="{80FE91E1-377A-463A-AD76-B0734EFFACD9}" dt="2022-11-23T08:34:53.373" v="4529"/>
          <ac:spMkLst>
            <pc:docMk/>
            <pc:sldMk cId="581006051" sldId="296"/>
            <ac:spMk id="6" creationId="{01E5EA8E-2016-4AC3-12F3-F3126E6A1FE1}"/>
          </ac:spMkLst>
        </pc:spChg>
        <pc:spChg chg="del">
          <ac:chgData name="Kailing" userId="291a47e472658d09" providerId="LiveId" clId="{80FE91E1-377A-463A-AD76-B0734EFFACD9}" dt="2022-11-22T07:15:56.477" v="1077" actId="478"/>
          <ac:spMkLst>
            <pc:docMk/>
            <pc:sldMk cId="581006051" sldId="296"/>
            <ac:spMk id="6" creationId="{B18575BE-3B98-045F-F4CB-4ECF29B3696A}"/>
          </ac:spMkLst>
        </pc:spChg>
        <pc:spChg chg="del mod">
          <ac:chgData name="Kailing" userId="291a47e472658d09" providerId="LiveId" clId="{80FE91E1-377A-463A-AD76-B0734EFFACD9}" dt="2022-11-22T07:16:29.809" v="1090" actId="478"/>
          <ac:spMkLst>
            <pc:docMk/>
            <pc:sldMk cId="581006051" sldId="296"/>
            <ac:spMk id="8" creationId="{E49F066D-8D60-BCF8-77F9-68FB56D7620F}"/>
          </ac:spMkLst>
        </pc:spChg>
        <pc:spChg chg="mod ord">
          <ac:chgData name="Kailing" userId="291a47e472658d09" providerId="LiveId" clId="{80FE91E1-377A-463A-AD76-B0734EFFACD9}" dt="2022-11-23T08:36:33.220" v="4551" actId="166"/>
          <ac:spMkLst>
            <pc:docMk/>
            <pc:sldMk cId="581006051" sldId="296"/>
            <ac:spMk id="9" creationId="{B9B490B3-1F1F-F1CD-B20B-7FABD49D46E0}"/>
          </ac:spMkLst>
        </pc:spChg>
        <pc:spChg chg="add mod">
          <ac:chgData name="Kailing" userId="291a47e472658d09" providerId="LiveId" clId="{80FE91E1-377A-463A-AD76-B0734EFFACD9}" dt="2022-11-22T07:16:34.966" v="1091"/>
          <ac:spMkLst>
            <pc:docMk/>
            <pc:sldMk cId="581006051" sldId="296"/>
            <ac:spMk id="10" creationId="{3FE88918-5812-A58B-74DA-69E83114473A}"/>
          </ac:spMkLst>
        </pc:spChg>
        <pc:spChg chg="add del mod">
          <ac:chgData name="Kailing" userId="291a47e472658d09" providerId="LiveId" clId="{80FE91E1-377A-463A-AD76-B0734EFFACD9}" dt="2022-11-25T05:41:27.711" v="5776" actId="478"/>
          <ac:spMkLst>
            <pc:docMk/>
            <pc:sldMk cId="581006051" sldId="296"/>
            <ac:spMk id="11" creationId="{E01A8D99-03EB-FF58-E494-80F4B76DC859}"/>
          </ac:spMkLst>
        </pc:spChg>
        <pc:spChg chg="add del">
          <ac:chgData name="Kailing" userId="291a47e472658d09" providerId="LiveId" clId="{80FE91E1-377A-463A-AD76-B0734EFFACD9}" dt="2022-11-25T05:41:20.637" v="5774" actId="22"/>
          <ac:spMkLst>
            <pc:docMk/>
            <pc:sldMk cId="581006051" sldId="296"/>
            <ac:spMk id="12" creationId="{72896C03-A029-201D-FD72-63EDC440F2C2}"/>
          </ac:spMkLst>
        </pc:spChg>
        <pc:picChg chg="mod">
          <ac:chgData name="Kailing" userId="291a47e472658d09" providerId="LiveId" clId="{80FE91E1-377A-463A-AD76-B0734EFFACD9}" dt="2022-11-23T08:36:29.772" v="4550" actId="166"/>
          <ac:picMkLst>
            <pc:docMk/>
            <pc:sldMk cId="581006051" sldId="296"/>
            <ac:picMk id="8194" creationId="{773D25D3-618F-42AB-FCC9-585DD2AC3348}"/>
          </ac:picMkLst>
        </pc:picChg>
      </pc:sldChg>
      <pc:sldChg chg="modSp add mod ord modClrScheme chgLayout">
        <pc:chgData name="Kailing" userId="291a47e472658d09" providerId="LiveId" clId="{80FE91E1-377A-463A-AD76-B0734EFFACD9}" dt="2022-11-22T08:02:08.604" v="1413" actId="700"/>
        <pc:sldMkLst>
          <pc:docMk/>
          <pc:sldMk cId="2587390423" sldId="297"/>
        </pc:sldMkLst>
        <pc:spChg chg="mod">
          <ac:chgData name="Kailing" userId="291a47e472658d09" providerId="LiveId" clId="{80FE91E1-377A-463A-AD76-B0734EFFACD9}" dt="2022-11-22T07:53:56.104" v="1393" actId="20577"/>
          <ac:spMkLst>
            <pc:docMk/>
            <pc:sldMk cId="2587390423" sldId="297"/>
            <ac:spMk id="3" creationId="{00000000-0000-0000-0000-000000000000}"/>
          </ac:spMkLst>
        </pc:spChg>
      </pc:sldChg>
      <pc:sldChg chg="addSp delSp modSp add mod">
        <pc:chgData name="Kailing" userId="291a47e472658d09" providerId="LiveId" clId="{80FE91E1-377A-463A-AD76-B0734EFFACD9}" dt="2022-11-23T08:52:00.614" v="5633" actId="113"/>
        <pc:sldMkLst>
          <pc:docMk/>
          <pc:sldMk cId="1069633139" sldId="298"/>
        </pc:sldMkLst>
        <pc:spChg chg="mod">
          <ac:chgData name="Kailing" userId="291a47e472658d09" providerId="LiveId" clId="{80FE91E1-377A-463A-AD76-B0734EFFACD9}" dt="2022-11-23T08:52:00.614" v="5633" actId="113"/>
          <ac:spMkLst>
            <pc:docMk/>
            <pc:sldMk cId="1069633139" sldId="298"/>
            <ac:spMk id="2" creationId="{2F06A826-9E28-28D7-178D-1525FFC9B165}"/>
          </ac:spMkLst>
        </pc:spChg>
        <pc:picChg chg="add del mod">
          <ac:chgData name="Kailing" userId="291a47e472658d09" providerId="LiveId" clId="{80FE91E1-377A-463A-AD76-B0734EFFACD9}" dt="2022-11-22T08:14:51.063" v="1886" actId="478"/>
          <ac:picMkLst>
            <pc:docMk/>
            <pc:sldMk cId="1069633139" sldId="298"/>
            <ac:picMk id="4" creationId="{F5319ABB-BD87-B313-99DC-9C20EFC1F422}"/>
          </ac:picMkLst>
        </pc:picChg>
        <pc:picChg chg="add del mod">
          <ac:chgData name="Kailing" userId="291a47e472658d09" providerId="LiveId" clId="{80FE91E1-377A-463A-AD76-B0734EFFACD9}" dt="2022-11-22T08:25:57.744" v="1973"/>
          <ac:picMkLst>
            <pc:docMk/>
            <pc:sldMk cId="1069633139" sldId="298"/>
            <ac:picMk id="6" creationId="{7AC2719C-6DEE-10EA-88AA-73FB6BF0E666}"/>
          </ac:picMkLst>
        </pc:picChg>
        <pc:picChg chg="add mod ord">
          <ac:chgData name="Kailing" userId="291a47e472658d09" providerId="LiveId" clId="{80FE91E1-377A-463A-AD76-B0734EFFACD9}" dt="2022-11-22T08:26:12.161" v="1990" actId="1037"/>
          <ac:picMkLst>
            <pc:docMk/>
            <pc:sldMk cId="1069633139" sldId="298"/>
            <ac:picMk id="8" creationId="{954CE4A6-A2FC-65CA-40FC-855282C278E1}"/>
          </ac:picMkLst>
        </pc:picChg>
        <pc:picChg chg="del">
          <ac:chgData name="Kailing" userId="291a47e472658d09" providerId="LiveId" clId="{80FE91E1-377A-463A-AD76-B0734EFFACD9}" dt="2022-11-22T08:12:57.378" v="1832" actId="478"/>
          <ac:picMkLst>
            <pc:docMk/>
            <pc:sldMk cId="1069633139" sldId="298"/>
            <ac:picMk id="10242" creationId="{7B6B503D-6F74-629D-3914-BE15B8867DE0}"/>
          </ac:picMkLst>
        </pc:picChg>
        <pc:picChg chg="add del mod">
          <ac:chgData name="Kailing" userId="291a47e472658d09" providerId="LiveId" clId="{80FE91E1-377A-463A-AD76-B0734EFFACD9}" dt="2022-11-22T08:14:19.563" v="1874" actId="478"/>
          <ac:picMkLst>
            <pc:docMk/>
            <pc:sldMk cId="1069633139" sldId="298"/>
            <ac:picMk id="12290" creationId="{A6917973-15C5-6F3A-1C59-51C84185E2CA}"/>
          </ac:picMkLst>
        </pc:picChg>
        <pc:picChg chg="add del mod">
          <ac:chgData name="Kailing" userId="291a47e472658d09" providerId="LiveId" clId="{80FE91E1-377A-463A-AD76-B0734EFFACD9}" dt="2022-11-22T08:14:23.834" v="1876" actId="478"/>
          <ac:picMkLst>
            <pc:docMk/>
            <pc:sldMk cId="1069633139" sldId="298"/>
            <ac:picMk id="12292" creationId="{0820A5C7-0384-813E-E9CA-006AA0029BBD}"/>
          </ac:picMkLst>
        </pc:picChg>
        <pc:picChg chg="add del mod">
          <ac:chgData name="Kailing" userId="291a47e472658d09" providerId="LiveId" clId="{80FE91E1-377A-463A-AD76-B0734EFFACD9}" dt="2022-11-22T08:26:09.895" v="1983" actId="478"/>
          <ac:picMkLst>
            <pc:docMk/>
            <pc:sldMk cId="1069633139" sldId="298"/>
            <ac:picMk id="12294" creationId="{047872AA-C06A-123A-988F-0416BB720EF9}"/>
          </ac:picMkLst>
        </pc:picChg>
      </pc:sldChg>
      <pc:sldChg chg="add del">
        <pc:chgData name="Kailing" userId="291a47e472658d09" providerId="LiveId" clId="{80FE91E1-377A-463A-AD76-B0734EFFACD9}" dt="2022-11-22T08:14:39.087" v="1882"/>
        <pc:sldMkLst>
          <pc:docMk/>
          <pc:sldMk cId="4137705669" sldId="299"/>
        </pc:sldMkLst>
      </pc:sldChg>
      <pc:sldChg chg="modSp mod">
        <pc:chgData name="Kailing" userId="291a47e472658d09" providerId="LiveId" clId="{80FE91E1-377A-463A-AD76-B0734EFFACD9}" dt="2022-11-23T07:38:12.154" v="2809" actId="20577"/>
        <pc:sldMkLst>
          <pc:docMk/>
          <pc:sldMk cId="2148983699" sldId="304"/>
        </pc:sldMkLst>
        <pc:spChg chg="mod">
          <ac:chgData name="Kailing" userId="291a47e472658d09" providerId="LiveId" clId="{80FE91E1-377A-463A-AD76-B0734EFFACD9}" dt="2022-11-23T07:38:12.154" v="2809" actId="20577"/>
          <ac:spMkLst>
            <pc:docMk/>
            <pc:sldMk cId="2148983699" sldId="304"/>
            <ac:spMk id="6" creationId="{4F8048C2-AA8A-F9DF-7726-45C8FA482788}"/>
          </ac:spMkLst>
        </pc:spChg>
      </pc:sldChg>
      <pc:sldChg chg="addSp delSp modSp mod">
        <pc:chgData name="Kailing" userId="291a47e472658d09" providerId="LiveId" clId="{80FE91E1-377A-463A-AD76-B0734EFFACD9}" dt="2022-11-24T14:59:53.227" v="5767" actId="20577"/>
        <pc:sldMkLst>
          <pc:docMk/>
          <pc:sldMk cId="3565414331" sldId="305"/>
        </pc:sldMkLst>
        <pc:spChg chg="mod">
          <ac:chgData name="Kailing" userId="291a47e472658d09" providerId="LiveId" clId="{80FE91E1-377A-463A-AD76-B0734EFFACD9}" dt="2022-11-23T07:38:15.807" v="2811" actId="20577"/>
          <ac:spMkLst>
            <pc:docMk/>
            <pc:sldMk cId="3565414331" sldId="305"/>
            <ac:spMk id="6" creationId="{4F8048C2-AA8A-F9DF-7726-45C8FA482788}"/>
          </ac:spMkLst>
        </pc:spChg>
        <pc:spChg chg="add del mod">
          <ac:chgData name="Kailing" userId="291a47e472658d09" providerId="LiveId" clId="{80FE91E1-377A-463A-AD76-B0734EFFACD9}" dt="2022-11-23T07:17:17.708" v="2557" actId="767"/>
          <ac:spMkLst>
            <pc:docMk/>
            <pc:sldMk cId="3565414331" sldId="305"/>
            <ac:spMk id="8" creationId="{61970EB8-C057-981A-AAFE-E5FE2F81BDBD}"/>
          </ac:spMkLst>
        </pc:spChg>
        <pc:spChg chg="add mod">
          <ac:chgData name="Kailing" userId="291a47e472658d09" providerId="LiveId" clId="{80FE91E1-377A-463A-AD76-B0734EFFACD9}" dt="2022-11-23T07:18:13.965" v="2606" actId="1076"/>
          <ac:spMkLst>
            <pc:docMk/>
            <pc:sldMk cId="3565414331" sldId="305"/>
            <ac:spMk id="11" creationId="{1BC9DC60-6C37-F9E4-EE74-61B1D689EB91}"/>
          </ac:spMkLst>
        </pc:spChg>
        <pc:graphicFrameChg chg="add mod modGraphic">
          <ac:chgData name="Kailing" userId="291a47e472658d09" providerId="LiveId" clId="{80FE91E1-377A-463A-AD76-B0734EFFACD9}" dt="2022-11-24T14:59:53.227" v="5767" actId="20577"/>
          <ac:graphicFrameMkLst>
            <pc:docMk/>
            <pc:sldMk cId="3565414331" sldId="305"/>
            <ac:graphicFrameMk id="2" creationId="{FFBB9B12-EA1A-CE12-47A7-59858DD9D839}"/>
          </ac:graphicFrameMkLst>
        </pc:graphicFrameChg>
      </pc:sldChg>
      <pc:sldChg chg="addSp delSp modSp mod">
        <pc:chgData name="Kailing" userId="291a47e472658d09" providerId="LiveId" clId="{80FE91E1-377A-463A-AD76-B0734EFFACD9}" dt="2022-11-24T14:59:33.304" v="5754" actId="20577"/>
        <pc:sldMkLst>
          <pc:docMk/>
          <pc:sldMk cId="1274311558" sldId="306"/>
        </pc:sldMkLst>
        <pc:spChg chg="mod">
          <ac:chgData name="Kailing" userId="291a47e472658d09" providerId="LiveId" clId="{80FE91E1-377A-463A-AD76-B0734EFFACD9}" dt="2022-11-23T07:38:16.822" v="2813" actId="20577"/>
          <ac:spMkLst>
            <pc:docMk/>
            <pc:sldMk cId="1274311558" sldId="306"/>
            <ac:spMk id="6" creationId="{4F8048C2-AA8A-F9DF-7726-45C8FA482788}"/>
          </ac:spMkLst>
        </pc:spChg>
        <pc:spChg chg="add mod">
          <ac:chgData name="Kailing" userId="291a47e472658d09" providerId="LiveId" clId="{80FE91E1-377A-463A-AD76-B0734EFFACD9}" dt="2022-11-23T06:52:42.989" v="2299" actId="1076"/>
          <ac:spMkLst>
            <pc:docMk/>
            <pc:sldMk cId="1274311558" sldId="306"/>
            <ac:spMk id="7" creationId="{C5AFA491-1D95-532A-0056-C756CF32F823}"/>
          </ac:spMkLst>
        </pc:spChg>
        <pc:spChg chg="add mod">
          <ac:chgData name="Kailing" userId="291a47e472658d09" providerId="LiveId" clId="{80FE91E1-377A-463A-AD76-B0734EFFACD9}" dt="2022-11-24T08:34:17.952" v="5707" actId="20577"/>
          <ac:spMkLst>
            <pc:docMk/>
            <pc:sldMk cId="1274311558" sldId="306"/>
            <ac:spMk id="12" creationId="{B2F717CB-A5F9-C927-D720-70082207D955}"/>
          </ac:spMkLst>
        </pc:spChg>
        <pc:graphicFrameChg chg="add mod">
          <ac:chgData name="Kailing" userId="291a47e472658d09" providerId="LiveId" clId="{80FE91E1-377A-463A-AD76-B0734EFFACD9}" dt="2022-11-24T14:59:33.304" v="5754" actId="20577"/>
          <ac:graphicFrameMkLst>
            <pc:docMk/>
            <pc:sldMk cId="1274311558" sldId="306"/>
            <ac:graphicFrameMk id="2" creationId="{5E8ED6D5-3CB1-AA17-A533-EDD2D0EB4929}"/>
          </ac:graphicFrameMkLst>
        </pc:graphicFrameChg>
        <pc:graphicFrameChg chg="add del mod">
          <ac:chgData name="Kailing" userId="291a47e472658d09" providerId="LiveId" clId="{80FE91E1-377A-463A-AD76-B0734EFFACD9}" dt="2022-11-23T07:41:42.338" v="2947" actId="478"/>
          <ac:graphicFrameMkLst>
            <pc:docMk/>
            <pc:sldMk cId="1274311558" sldId="306"/>
            <ac:graphicFrameMk id="13" creationId="{CB850865-7386-38F0-E6E8-BE112C510E38}"/>
          </ac:graphicFrameMkLst>
        </pc:graphicFrameChg>
        <pc:picChg chg="add mod">
          <ac:chgData name="Kailing" userId="291a47e472658d09" providerId="LiveId" clId="{80FE91E1-377A-463A-AD76-B0734EFFACD9}" dt="2022-11-23T06:50:19.080" v="2243" actId="1076"/>
          <ac:picMkLst>
            <pc:docMk/>
            <pc:sldMk cId="1274311558" sldId="306"/>
            <ac:picMk id="9" creationId="{36AA4481-0146-2B6C-ABF3-2FEF1580D2C4}"/>
          </ac:picMkLst>
        </pc:picChg>
        <pc:picChg chg="add del">
          <ac:chgData name="Kailing" userId="291a47e472658d09" providerId="LiveId" clId="{80FE91E1-377A-463A-AD76-B0734EFFACD9}" dt="2022-11-23T06:53:03.988" v="2301" actId="22"/>
          <ac:picMkLst>
            <pc:docMk/>
            <pc:sldMk cId="1274311558" sldId="306"/>
            <ac:picMk id="11" creationId="{48697EFD-7332-8BE5-C325-77710FB711BA}"/>
          </ac:picMkLst>
        </pc:picChg>
      </pc:sldChg>
      <pc:sldChg chg="addSp delSp modSp mod">
        <pc:chgData name="Kailing" userId="291a47e472658d09" providerId="LiveId" clId="{80FE91E1-377A-463A-AD76-B0734EFFACD9}" dt="2022-11-24T15:00:00.690" v="5772" actId="20577"/>
        <pc:sldMkLst>
          <pc:docMk/>
          <pc:sldMk cId="1585780120" sldId="307"/>
        </pc:sldMkLst>
        <pc:spChg chg="mod">
          <ac:chgData name="Kailing" userId="291a47e472658d09" providerId="LiveId" clId="{80FE91E1-377A-463A-AD76-B0734EFFACD9}" dt="2022-11-23T07:42:40.044" v="2958" actId="688"/>
          <ac:spMkLst>
            <pc:docMk/>
            <pc:sldMk cId="1585780120" sldId="307"/>
            <ac:spMk id="6" creationId="{4F8048C2-AA8A-F9DF-7726-45C8FA482788}"/>
          </ac:spMkLst>
        </pc:spChg>
        <pc:spChg chg="add del mod">
          <ac:chgData name="Kailing" userId="291a47e472658d09" providerId="LiveId" clId="{80FE91E1-377A-463A-AD76-B0734EFFACD9}" dt="2022-11-23T07:20:00.117" v="2644" actId="478"/>
          <ac:spMkLst>
            <pc:docMk/>
            <pc:sldMk cId="1585780120" sldId="307"/>
            <ac:spMk id="7" creationId="{4DAE94AC-A602-8246-7897-B03305A10623}"/>
          </ac:spMkLst>
        </pc:spChg>
        <pc:spChg chg="add mod">
          <ac:chgData name="Kailing" userId="291a47e472658d09" providerId="LiveId" clId="{80FE91E1-377A-463A-AD76-B0734EFFACD9}" dt="2022-11-23T07:20:14.293" v="2649"/>
          <ac:spMkLst>
            <pc:docMk/>
            <pc:sldMk cId="1585780120" sldId="307"/>
            <ac:spMk id="8" creationId="{9D5A3179-AF1A-A9FD-211E-58722A0FAF58}"/>
          </ac:spMkLst>
        </pc:spChg>
        <pc:spChg chg="add del mod">
          <ac:chgData name="Kailing" userId="291a47e472658d09" providerId="LiveId" clId="{80FE91E1-377A-463A-AD76-B0734EFFACD9}" dt="2022-11-23T07:24:52.425" v="2676" actId="478"/>
          <ac:spMkLst>
            <pc:docMk/>
            <pc:sldMk cId="1585780120" sldId="307"/>
            <ac:spMk id="10" creationId="{2414A8E6-BB02-0478-7CAF-763B3874F36A}"/>
          </ac:spMkLst>
        </pc:spChg>
        <pc:spChg chg="add mod">
          <ac:chgData name="Kailing" userId="291a47e472658d09" providerId="LiveId" clId="{80FE91E1-377A-463A-AD76-B0734EFFACD9}" dt="2022-11-23T07:37:16.874" v="2745" actId="14100"/>
          <ac:spMkLst>
            <pc:docMk/>
            <pc:sldMk cId="1585780120" sldId="307"/>
            <ac:spMk id="11" creationId="{F1E28354-6B2F-F398-D74A-81A2091A5730}"/>
          </ac:spMkLst>
        </pc:spChg>
        <pc:spChg chg="add mod">
          <ac:chgData name="Kailing" userId="291a47e472658d09" providerId="LiveId" clId="{80FE91E1-377A-463A-AD76-B0734EFFACD9}" dt="2022-11-23T07:37:50.863" v="2771" actId="20577"/>
          <ac:spMkLst>
            <pc:docMk/>
            <pc:sldMk cId="1585780120" sldId="307"/>
            <ac:spMk id="12" creationId="{5B4AEE8B-D300-1D0A-21FB-04919E6DFC87}"/>
          </ac:spMkLst>
        </pc:spChg>
        <pc:spChg chg="add mod">
          <ac:chgData name="Kailing" userId="291a47e472658d09" providerId="LiveId" clId="{80FE91E1-377A-463A-AD76-B0734EFFACD9}" dt="2022-11-23T08:55:30.149" v="5670" actId="20577"/>
          <ac:spMkLst>
            <pc:docMk/>
            <pc:sldMk cId="1585780120" sldId="307"/>
            <ac:spMk id="13" creationId="{761F6670-5F2D-9FBB-AECB-E02BC726494A}"/>
          </ac:spMkLst>
        </pc:spChg>
        <pc:spChg chg="add mod">
          <ac:chgData name="Kailing" userId="291a47e472658d09" providerId="LiveId" clId="{80FE91E1-377A-463A-AD76-B0734EFFACD9}" dt="2022-11-23T07:41:09.147" v="2942" actId="1076"/>
          <ac:spMkLst>
            <pc:docMk/>
            <pc:sldMk cId="1585780120" sldId="307"/>
            <ac:spMk id="14" creationId="{844594F4-0F45-9C38-036F-2B1330E71632}"/>
          </ac:spMkLst>
        </pc:spChg>
        <pc:graphicFrameChg chg="add del mod">
          <ac:chgData name="Kailing" userId="291a47e472658d09" providerId="LiveId" clId="{80FE91E1-377A-463A-AD76-B0734EFFACD9}" dt="2022-11-23T06:42:44.187" v="2078"/>
          <ac:graphicFrameMkLst>
            <pc:docMk/>
            <pc:sldMk cId="1585780120" sldId="307"/>
            <ac:graphicFrameMk id="2" creationId="{3FD80E4B-81AF-1CB9-AB30-3F64280B10ED}"/>
          </ac:graphicFrameMkLst>
        </pc:graphicFrameChg>
        <pc:graphicFrameChg chg="add mod">
          <ac:chgData name="Kailing" userId="291a47e472658d09" providerId="LiveId" clId="{80FE91E1-377A-463A-AD76-B0734EFFACD9}" dt="2022-11-23T07:42:31.701" v="2957" actId="688"/>
          <ac:graphicFrameMkLst>
            <pc:docMk/>
            <pc:sldMk cId="1585780120" sldId="307"/>
            <ac:graphicFrameMk id="9" creationId="{C240B24D-BA74-6E0B-9862-361BE7C78F8F}"/>
          </ac:graphicFrameMkLst>
        </pc:graphicFrameChg>
        <pc:graphicFrameChg chg="add mod">
          <ac:chgData name="Kailing" userId="291a47e472658d09" providerId="LiveId" clId="{80FE91E1-377A-463A-AD76-B0734EFFACD9}" dt="2022-11-24T15:00:00.690" v="5772" actId="20577"/>
          <ac:graphicFrameMkLst>
            <pc:docMk/>
            <pc:sldMk cId="1585780120" sldId="307"/>
            <ac:graphicFrameMk id="15" creationId="{6F7F36C1-954F-7912-58BC-B805944974CF}"/>
          </ac:graphicFrameMkLst>
        </pc:graphicFrameChg>
      </pc:sldChg>
      <pc:sldChg chg="addSp delSp modSp add mod">
        <pc:chgData name="Kailing" userId="291a47e472658d09" providerId="LiveId" clId="{80FE91E1-377A-463A-AD76-B0734EFFACD9}" dt="2022-11-23T08:55:49.520" v="5671" actId="20577"/>
        <pc:sldMkLst>
          <pc:docMk/>
          <pc:sldMk cId="2209284449" sldId="308"/>
        </pc:sldMkLst>
        <pc:spChg chg="add mod">
          <ac:chgData name="Kailing" userId="291a47e472658d09" providerId="LiveId" clId="{80FE91E1-377A-463A-AD76-B0734EFFACD9}" dt="2022-11-23T07:44:18.412" v="2999" actId="1076"/>
          <ac:spMkLst>
            <pc:docMk/>
            <pc:sldMk cId="2209284449" sldId="308"/>
            <ac:spMk id="2" creationId="{8507EB0D-5C20-05EE-C035-ED104ED9A329}"/>
          </ac:spMkLst>
        </pc:spChg>
        <pc:spChg chg="del">
          <ac:chgData name="Kailing" userId="291a47e472658d09" providerId="LiveId" clId="{80FE91E1-377A-463A-AD76-B0734EFFACD9}" dt="2022-11-23T07:43:28.048" v="2964" actId="478"/>
          <ac:spMkLst>
            <pc:docMk/>
            <pc:sldMk cId="2209284449" sldId="308"/>
            <ac:spMk id="3" creationId="{25198CC8-64DC-2CB9-5791-C51DE2ECE746}"/>
          </ac:spMkLst>
        </pc:spChg>
        <pc:spChg chg="del">
          <ac:chgData name="Kailing" userId="291a47e472658d09" providerId="LiveId" clId="{80FE91E1-377A-463A-AD76-B0734EFFACD9}" dt="2022-11-23T07:43:28.048" v="2964" actId="478"/>
          <ac:spMkLst>
            <pc:docMk/>
            <pc:sldMk cId="2209284449" sldId="308"/>
            <ac:spMk id="5" creationId="{8E7FD9DB-CA88-893D-0F7B-436C60B1372F}"/>
          </ac:spMkLst>
        </pc:spChg>
        <pc:spChg chg="del">
          <ac:chgData name="Kailing" userId="291a47e472658d09" providerId="LiveId" clId="{80FE91E1-377A-463A-AD76-B0734EFFACD9}" dt="2022-11-23T07:43:28.048" v="2964" actId="478"/>
          <ac:spMkLst>
            <pc:docMk/>
            <pc:sldMk cId="2209284449" sldId="308"/>
            <ac:spMk id="6" creationId="{4F8048C2-AA8A-F9DF-7726-45C8FA482788}"/>
          </ac:spMkLst>
        </pc:spChg>
        <pc:spChg chg="del">
          <ac:chgData name="Kailing" userId="291a47e472658d09" providerId="LiveId" clId="{80FE91E1-377A-463A-AD76-B0734EFFACD9}" dt="2022-11-23T07:43:28.048" v="2964" actId="478"/>
          <ac:spMkLst>
            <pc:docMk/>
            <pc:sldMk cId="2209284449" sldId="308"/>
            <ac:spMk id="8" creationId="{9D5A3179-AF1A-A9FD-211E-58722A0FAF58}"/>
          </ac:spMkLst>
        </pc:spChg>
        <pc:spChg chg="del">
          <ac:chgData name="Kailing" userId="291a47e472658d09" providerId="LiveId" clId="{80FE91E1-377A-463A-AD76-B0734EFFACD9}" dt="2022-11-23T07:43:28.048" v="2964" actId="478"/>
          <ac:spMkLst>
            <pc:docMk/>
            <pc:sldMk cId="2209284449" sldId="308"/>
            <ac:spMk id="11" creationId="{F1E28354-6B2F-F398-D74A-81A2091A5730}"/>
          </ac:spMkLst>
        </pc:spChg>
        <pc:spChg chg="del">
          <ac:chgData name="Kailing" userId="291a47e472658d09" providerId="LiveId" clId="{80FE91E1-377A-463A-AD76-B0734EFFACD9}" dt="2022-11-23T07:43:28.048" v="2964" actId="478"/>
          <ac:spMkLst>
            <pc:docMk/>
            <pc:sldMk cId="2209284449" sldId="308"/>
            <ac:spMk id="12" creationId="{5B4AEE8B-D300-1D0A-21FB-04919E6DFC87}"/>
          </ac:spMkLst>
        </pc:spChg>
        <pc:spChg chg="del">
          <ac:chgData name="Kailing" userId="291a47e472658d09" providerId="LiveId" clId="{80FE91E1-377A-463A-AD76-B0734EFFACD9}" dt="2022-11-23T07:43:28.048" v="2964" actId="478"/>
          <ac:spMkLst>
            <pc:docMk/>
            <pc:sldMk cId="2209284449" sldId="308"/>
            <ac:spMk id="13" creationId="{761F6670-5F2D-9FBB-AECB-E02BC726494A}"/>
          </ac:spMkLst>
        </pc:spChg>
        <pc:spChg chg="del">
          <ac:chgData name="Kailing" userId="291a47e472658d09" providerId="LiveId" clId="{80FE91E1-377A-463A-AD76-B0734EFFACD9}" dt="2022-11-23T07:43:28.048" v="2964" actId="478"/>
          <ac:spMkLst>
            <pc:docMk/>
            <pc:sldMk cId="2209284449" sldId="308"/>
            <ac:spMk id="14" creationId="{844594F4-0F45-9C38-036F-2B1330E71632}"/>
          </ac:spMkLst>
        </pc:spChg>
        <pc:spChg chg="add del mod">
          <ac:chgData name="Kailing" userId="291a47e472658d09" providerId="LiveId" clId="{80FE91E1-377A-463A-AD76-B0734EFFACD9}" dt="2022-11-23T07:53:47.686" v="3175" actId="478"/>
          <ac:spMkLst>
            <pc:docMk/>
            <pc:sldMk cId="2209284449" sldId="308"/>
            <ac:spMk id="16" creationId="{82110F15-653F-E70B-E7C5-A3944FA49351}"/>
          </ac:spMkLst>
        </pc:spChg>
        <pc:spChg chg="add mod">
          <ac:chgData name="Kailing" userId="291a47e472658d09" providerId="LiveId" clId="{80FE91E1-377A-463A-AD76-B0734EFFACD9}" dt="2022-11-23T08:55:49.520" v="5671" actId="20577"/>
          <ac:spMkLst>
            <pc:docMk/>
            <pc:sldMk cId="2209284449" sldId="308"/>
            <ac:spMk id="17" creationId="{EEA5D674-F0B4-4278-0999-0BA3FA4CFE9F}"/>
          </ac:spMkLst>
        </pc:spChg>
        <pc:spChg chg="add mod">
          <ac:chgData name="Kailing" userId="291a47e472658d09" providerId="LiveId" clId="{80FE91E1-377A-463A-AD76-B0734EFFACD9}" dt="2022-11-23T08:14:58.886" v="3464" actId="164"/>
          <ac:spMkLst>
            <pc:docMk/>
            <pc:sldMk cId="2209284449" sldId="308"/>
            <ac:spMk id="18" creationId="{3AF92830-679A-D9CB-2E5F-21CD20A57C8F}"/>
          </ac:spMkLst>
        </pc:spChg>
        <pc:spChg chg="add mod">
          <ac:chgData name="Kailing" userId="291a47e472658d09" providerId="LiveId" clId="{80FE91E1-377A-463A-AD76-B0734EFFACD9}" dt="2022-11-23T08:14:58.886" v="3464" actId="164"/>
          <ac:spMkLst>
            <pc:docMk/>
            <pc:sldMk cId="2209284449" sldId="308"/>
            <ac:spMk id="19" creationId="{7FCA191C-3159-B05D-3D4C-BD9F124123EB}"/>
          </ac:spMkLst>
        </pc:spChg>
        <pc:spChg chg="add mod">
          <ac:chgData name="Kailing" userId="291a47e472658d09" providerId="LiveId" clId="{80FE91E1-377A-463A-AD76-B0734EFFACD9}" dt="2022-11-23T08:14:58.886" v="3464" actId="164"/>
          <ac:spMkLst>
            <pc:docMk/>
            <pc:sldMk cId="2209284449" sldId="308"/>
            <ac:spMk id="20" creationId="{49C973A2-5AC0-171F-FE66-69089E744E5B}"/>
          </ac:spMkLst>
        </pc:spChg>
        <pc:spChg chg="add del">
          <ac:chgData name="Kailing" userId="291a47e472658d09" providerId="LiveId" clId="{80FE91E1-377A-463A-AD76-B0734EFFACD9}" dt="2022-11-23T08:10:32.714" v="3415" actId="11529"/>
          <ac:spMkLst>
            <pc:docMk/>
            <pc:sldMk cId="2209284449" sldId="308"/>
            <ac:spMk id="21" creationId="{DCC94BF1-E5F1-7F83-FB08-660AB98C9661}"/>
          </ac:spMkLst>
        </pc:spChg>
        <pc:spChg chg="add mod">
          <ac:chgData name="Kailing" userId="291a47e472658d09" providerId="LiveId" clId="{80FE91E1-377A-463A-AD76-B0734EFFACD9}" dt="2022-11-23T08:14:58.886" v="3464" actId="164"/>
          <ac:spMkLst>
            <pc:docMk/>
            <pc:sldMk cId="2209284449" sldId="308"/>
            <ac:spMk id="22" creationId="{EBBF4626-DF66-3B6F-46F9-59514D52A1CF}"/>
          </ac:spMkLst>
        </pc:spChg>
        <pc:spChg chg="add mod">
          <ac:chgData name="Kailing" userId="291a47e472658d09" providerId="LiveId" clId="{80FE91E1-377A-463A-AD76-B0734EFFACD9}" dt="2022-11-23T08:14:58.886" v="3464" actId="164"/>
          <ac:spMkLst>
            <pc:docMk/>
            <pc:sldMk cId="2209284449" sldId="308"/>
            <ac:spMk id="23" creationId="{DB394252-0219-51AB-2534-AB0A458B6D75}"/>
          </ac:spMkLst>
        </pc:spChg>
        <pc:spChg chg="add mod">
          <ac:chgData name="Kailing" userId="291a47e472658d09" providerId="LiveId" clId="{80FE91E1-377A-463A-AD76-B0734EFFACD9}" dt="2022-11-23T08:14:58.886" v="3464" actId="164"/>
          <ac:spMkLst>
            <pc:docMk/>
            <pc:sldMk cId="2209284449" sldId="308"/>
            <ac:spMk id="24" creationId="{AB5FF7F7-BE66-4F65-13CA-5A071BB94EB6}"/>
          </ac:spMkLst>
        </pc:spChg>
        <pc:spChg chg="add del">
          <ac:chgData name="Kailing" userId="291a47e472658d09" providerId="LiveId" clId="{80FE91E1-377A-463A-AD76-B0734EFFACD9}" dt="2022-11-23T08:12:46.760" v="3435" actId="11529"/>
          <ac:spMkLst>
            <pc:docMk/>
            <pc:sldMk cId="2209284449" sldId="308"/>
            <ac:spMk id="25" creationId="{0616D357-F11E-C660-E54F-20D5FBBE4D11}"/>
          </ac:spMkLst>
        </pc:spChg>
        <pc:spChg chg="add mod">
          <ac:chgData name="Kailing" userId="291a47e472658d09" providerId="LiveId" clId="{80FE91E1-377A-463A-AD76-B0734EFFACD9}" dt="2022-11-23T08:14:58.886" v="3464" actId="164"/>
          <ac:spMkLst>
            <pc:docMk/>
            <pc:sldMk cId="2209284449" sldId="308"/>
            <ac:spMk id="26" creationId="{90515AA8-10FC-FC62-3107-DD56D8C7BD92}"/>
          </ac:spMkLst>
        </pc:spChg>
        <pc:spChg chg="add mod">
          <ac:chgData name="Kailing" userId="291a47e472658d09" providerId="LiveId" clId="{80FE91E1-377A-463A-AD76-B0734EFFACD9}" dt="2022-11-23T08:14:58.886" v="3464" actId="164"/>
          <ac:spMkLst>
            <pc:docMk/>
            <pc:sldMk cId="2209284449" sldId="308"/>
            <ac:spMk id="27" creationId="{869D53D3-1BB5-F637-734D-20D5754C316E}"/>
          </ac:spMkLst>
        </pc:spChg>
        <pc:spChg chg="add mod">
          <ac:chgData name="Kailing" userId="291a47e472658d09" providerId="LiveId" clId="{80FE91E1-377A-463A-AD76-B0734EFFACD9}" dt="2022-11-23T08:14:58.886" v="3464" actId="164"/>
          <ac:spMkLst>
            <pc:docMk/>
            <pc:sldMk cId="2209284449" sldId="308"/>
            <ac:spMk id="28" creationId="{E9310A57-6DF0-36AE-8BAE-3AEC4F7F4B3D}"/>
          </ac:spMkLst>
        </pc:spChg>
        <pc:spChg chg="add mod">
          <ac:chgData name="Kailing" userId="291a47e472658d09" providerId="LiveId" clId="{80FE91E1-377A-463A-AD76-B0734EFFACD9}" dt="2022-11-23T08:14:58.886" v="3464" actId="164"/>
          <ac:spMkLst>
            <pc:docMk/>
            <pc:sldMk cId="2209284449" sldId="308"/>
            <ac:spMk id="29" creationId="{9FEC0A98-0D23-B7E5-ACEC-C85A53A78249}"/>
          </ac:spMkLst>
        </pc:spChg>
        <pc:spChg chg="add mod">
          <ac:chgData name="Kailing" userId="291a47e472658d09" providerId="LiveId" clId="{80FE91E1-377A-463A-AD76-B0734EFFACD9}" dt="2022-11-23T08:14:58.886" v="3464" actId="164"/>
          <ac:spMkLst>
            <pc:docMk/>
            <pc:sldMk cId="2209284449" sldId="308"/>
            <ac:spMk id="30" creationId="{4DB0C947-55D3-3B49-5461-66A3D51AF6AD}"/>
          </ac:spMkLst>
        </pc:spChg>
        <pc:spChg chg="add mod">
          <ac:chgData name="Kailing" userId="291a47e472658d09" providerId="LiveId" clId="{80FE91E1-377A-463A-AD76-B0734EFFACD9}" dt="2022-11-23T08:14:58.886" v="3464" actId="164"/>
          <ac:spMkLst>
            <pc:docMk/>
            <pc:sldMk cId="2209284449" sldId="308"/>
            <ac:spMk id="31" creationId="{0AAA0B40-53DA-803D-6ECC-8EDF43B2DC77}"/>
          </ac:spMkLst>
        </pc:spChg>
        <pc:grpChg chg="add mod">
          <ac:chgData name="Kailing" userId="291a47e472658d09" providerId="LiveId" clId="{80FE91E1-377A-463A-AD76-B0734EFFACD9}" dt="2022-11-23T08:14:58.886" v="3464" actId="164"/>
          <ac:grpSpMkLst>
            <pc:docMk/>
            <pc:sldMk cId="2209284449" sldId="308"/>
            <ac:grpSpMk id="32" creationId="{43919F4C-C164-78E8-1A64-4917DBA6D700}"/>
          </ac:grpSpMkLst>
        </pc:grpChg>
        <pc:graphicFrameChg chg="add del modGraphic">
          <ac:chgData name="Kailing" userId="291a47e472658d09" providerId="LiveId" clId="{80FE91E1-377A-463A-AD76-B0734EFFACD9}" dt="2022-11-23T07:48:42.555" v="3001" actId="1032"/>
          <ac:graphicFrameMkLst>
            <pc:docMk/>
            <pc:sldMk cId="2209284449" sldId="308"/>
            <ac:graphicFrameMk id="7" creationId="{EEBF6E21-FC09-281E-88FE-7016D800D707}"/>
          </ac:graphicFrameMkLst>
        </pc:graphicFrameChg>
        <pc:graphicFrameChg chg="del">
          <ac:chgData name="Kailing" userId="291a47e472658d09" providerId="LiveId" clId="{80FE91E1-377A-463A-AD76-B0734EFFACD9}" dt="2022-11-23T07:43:25.496" v="2963" actId="478"/>
          <ac:graphicFrameMkLst>
            <pc:docMk/>
            <pc:sldMk cId="2209284449" sldId="308"/>
            <ac:graphicFrameMk id="9" creationId="{C240B24D-BA74-6E0B-9862-361BE7C78F8F}"/>
          </ac:graphicFrameMkLst>
        </pc:graphicFrameChg>
        <pc:graphicFrameChg chg="add mod modGraphic">
          <ac:chgData name="Kailing" userId="291a47e472658d09" providerId="LiveId" clId="{80FE91E1-377A-463A-AD76-B0734EFFACD9}" dt="2022-11-23T08:08:03.445" v="3400" actId="12269"/>
          <ac:graphicFrameMkLst>
            <pc:docMk/>
            <pc:sldMk cId="2209284449" sldId="308"/>
            <ac:graphicFrameMk id="10" creationId="{82B42641-57E4-9833-E6DA-F359C92A37EF}"/>
          </ac:graphicFrameMkLst>
        </pc:graphicFrameChg>
        <pc:graphicFrameChg chg="del">
          <ac:chgData name="Kailing" userId="291a47e472658d09" providerId="LiveId" clId="{80FE91E1-377A-463A-AD76-B0734EFFACD9}" dt="2022-11-23T07:43:23.979" v="2962" actId="478"/>
          <ac:graphicFrameMkLst>
            <pc:docMk/>
            <pc:sldMk cId="2209284449" sldId="308"/>
            <ac:graphicFrameMk id="15" creationId="{6F7F36C1-954F-7912-58BC-B805944974CF}"/>
          </ac:graphicFrameMkLst>
        </pc:graphicFrameChg>
      </pc:sldChg>
      <pc:sldChg chg="addSp delSp modSp add mod">
        <pc:chgData name="Kailing" userId="291a47e472658d09" providerId="LiveId" clId="{80FE91E1-377A-463A-AD76-B0734EFFACD9}" dt="2022-11-24T08:42:11.961" v="5743" actId="20577"/>
        <pc:sldMkLst>
          <pc:docMk/>
          <pc:sldMk cId="1074826138" sldId="309"/>
        </pc:sldMkLst>
        <pc:spChg chg="mod">
          <ac:chgData name="Kailing" userId="291a47e472658d09" providerId="LiveId" clId="{80FE91E1-377A-463A-AD76-B0734EFFACD9}" dt="2022-11-23T08:15:17.948" v="3489" actId="14100"/>
          <ac:spMkLst>
            <pc:docMk/>
            <pc:sldMk cId="1074826138" sldId="309"/>
            <ac:spMk id="2" creationId="{8507EB0D-5C20-05EE-C035-ED104ED9A329}"/>
          </ac:spMkLst>
        </pc:spChg>
        <pc:spChg chg="add mod">
          <ac:chgData name="Kailing" userId="291a47e472658d09" providerId="LiveId" clId="{80FE91E1-377A-463A-AD76-B0734EFFACD9}" dt="2022-11-24T08:42:11.961" v="5743" actId="20577"/>
          <ac:spMkLst>
            <pc:docMk/>
            <pc:sldMk cId="1074826138" sldId="309"/>
            <ac:spMk id="3" creationId="{EDBE22C0-7C49-A686-4E3E-8DEE074DBF6D}"/>
          </ac:spMkLst>
        </pc:spChg>
        <pc:graphicFrameChg chg="del mod">
          <ac:chgData name="Kailing" userId="291a47e472658d09" providerId="LiveId" clId="{80FE91E1-377A-463A-AD76-B0734EFFACD9}" dt="2022-11-23T08:15:24.107" v="3493" actId="478"/>
          <ac:graphicFrameMkLst>
            <pc:docMk/>
            <pc:sldMk cId="1074826138" sldId="309"/>
            <ac:graphicFrameMk id="10" creationId="{82B42641-57E4-9833-E6DA-F359C92A37EF}"/>
          </ac:graphicFrameMkLst>
        </pc:graphicFrameChg>
      </pc:sldChg>
      <pc:sldChg chg="addSp delSp modSp add mod ord">
        <pc:chgData name="Kailing" userId="291a47e472658d09" providerId="LiveId" clId="{80FE91E1-377A-463A-AD76-B0734EFFACD9}" dt="2022-11-23T08:45:50.487" v="5587" actId="20577"/>
        <pc:sldMkLst>
          <pc:docMk/>
          <pc:sldMk cId="894725434" sldId="310"/>
        </pc:sldMkLst>
        <pc:spChg chg="del">
          <ac:chgData name="Kailing" userId="291a47e472658d09" providerId="LiveId" clId="{80FE91E1-377A-463A-AD76-B0734EFFACD9}" dt="2022-11-23T08:21:39.484" v="4055" actId="478"/>
          <ac:spMkLst>
            <pc:docMk/>
            <pc:sldMk cId="894725434" sldId="310"/>
            <ac:spMk id="2" creationId="{8507EB0D-5C20-05EE-C035-ED104ED9A329}"/>
          </ac:spMkLst>
        </pc:spChg>
        <pc:spChg chg="del">
          <ac:chgData name="Kailing" userId="291a47e472658d09" providerId="LiveId" clId="{80FE91E1-377A-463A-AD76-B0734EFFACD9}" dt="2022-11-23T08:21:40.341" v="4056" actId="478"/>
          <ac:spMkLst>
            <pc:docMk/>
            <pc:sldMk cId="894725434" sldId="310"/>
            <ac:spMk id="3" creationId="{EDBE22C0-7C49-A686-4E3E-8DEE074DBF6D}"/>
          </ac:spMkLst>
        </pc:spChg>
        <pc:spChg chg="mod">
          <ac:chgData name="Kailing" userId="291a47e472658d09" providerId="LiveId" clId="{80FE91E1-377A-463A-AD76-B0734EFFACD9}" dt="2022-11-23T08:23:21.215" v="4128" actId="20577"/>
          <ac:spMkLst>
            <pc:docMk/>
            <pc:sldMk cId="894725434" sldId="310"/>
            <ac:spMk id="4" creationId="{EDDAA7D5-0C7B-92BB-A172-D54A100AF2A0}"/>
          </ac:spMkLst>
        </pc:spChg>
        <pc:spChg chg="add mod">
          <ac:chgData name="Kailing" userId="291a47e472658d09" providerId="LiveId" clId="{80FE91E1-377A-463A-AD76-B0734EFFACD9}" dt="2022-11-23T08:25:25.122" v="4166" actId="14100"/>
          <ac:spMkLst>
            <pc:docMk/>
            <pc:sldMk cId="894725434" sldId="310"/>
            <ac:spMk id="5" creationId="{4CF71A26-0612-5858-06C7-31CF2980A976}"/>
          </ac:spMkLst>
        </pc:spChg>
        <pc:spChg chg="add mod">
          <ac:chgData name="Kailing" userId="291a47e472658d09" providerId="LiveId" clId="{80FE91E1-377A-463A-AD76-B0734EFFACD9}" dt="2022-11-23T08:45:50.487" v="5587" actId="20577"/>
          <ac:spMkLst>
            <pc:docMk/>
            <pc:sldMk cId="894725434" sldId="310"/>
            <ac:spMk id="6" creationId="{DC8CF0B6-DA53-841B-7CD4-BFEE420FD819}"/>
          </ac:spMkLst>
        </pc:spChg>
        <pc:spChg chg="add del mod">
          <ac:chgData name="Kailing" userId="291a47e472658d09" providerId="LiveId" clId="{80FE91E1-377A-463A-AD76-B0734EFFACD9}" dt="2022-11-23T08:25:32.818" v="4168"/>
          <ac:spMkLst>
            <pc:docMk/>
            <pc:sldMk cId="894725434" sldId="310"/>
            <ac:spMk id="7" creationId="{A78E6E36-467D-A672-7AD3-EF14BF32AE86}"/>
          </ac:spMkLst>
        </pc:spChg>
        <pc:spChg chg="add del mod">
          <ac:chgData name="Kailing" userId="291a47e472658d09" providerId="LiveId" clId="{80FE91E1-377A-463A-AD76-B0734EFFACD9}" dt="2022-11-23T08:25:32.818" v="4168"/>
          <ac:spMkLst>
            <pc:docMk/>
            <pc:sldMk cId="894725434" sldId="310"/>
            <ac:spMk id="8" creationId="{5B48DCC1-F8AC-2374-4558-5465EA0DE407}"/>
          </ac:spMkLst>
        </pc:spChg>
        <pc:spChg chg="del">
          <ac:chgData name="Kailing" userId="291a47e472658d09" providerId="LiveId" clId="{80FE91E1-377A-463A-AD76-B0734EFFACD9}" dt="2022-11-23T08:21:42.145" v="4057" actId="478"/>
          <ac:spMkLst>
            <pc:docMk/>
            <pc:sldMk cId="894725434" sldId="310"/>
            <ac:spMk id="17" creationId="{EEA5D674-F0B4-4278-0999-0BA3FA4CFE9F}"/>
          </ac:spMkLst>
        </pc:spChg>
        <pc:grpChg chg="del">
          <ac:chgData name="Kailing" userId="291a47e472658d09" providerId="LiveId" clId="{80FE91E1-377A-463A-AD76-B0734EFFACD9}" dt="2022-11-23T08:21:43.377" v="4058" actId="478"/>
          <ac:grpSpMkLst>
            <pc:docMk/>
            <pc:sldMk cId="894725434" sldId="310"/>
            <ac:grpSpMk id="32" creationId="{43919F4C-C164-78E8-1A64-4917DBA6D700}"/>
          </ac:grpSpMkLst>
        </pc:grpChg>
      </pc:sldChg>
      <pc:sldChg chg="modSp add mod">
        <pc:chgData name="Kailing" userId="291a47e472658d09" providerId="LiveId" clId="{80FE91E1-377A-463A-AD76-B0734EFFACD9}" dt="2022-11-23T08:23:07.330" v="4091" actId="27636"/>
        <pc:sldMkLst>
          <pc:docMk/>
          <pc:sldMk cId="2222000342" sldId="311"/>
        </pc:sldMkLst>
        <pc:spChg chg="mod">
          <ac:chgData name="Kailing" userId="291a47e472658d09" providerId="LiveId" clId="{80FE91E1-377A-463A-AD76-B0734EFFACD9}" dt="2022-11-23T08:23:07.330" v="4091" actId="27636"/>
          <ac:spMkLst>
            <pc:docMk/>
            <pc:sldMk cId="2222000342" sldId="311"/>
            <ac:spMk id="4" creationId="{00000000-0000-0000-0000-000000000000}"/>
          </ac:spMkLst>
        </pc:spChg>
      </pc:sldChg>
      <pc:sldChg chg="addSp delSp modSp add mod">
        <pc:chgData name="Kailing" userId="291a47e472658d09" providerId="LiveId" clId="{80FE91E1-377A-463A-AD76-B0734EFFACD9}" dt="2022-11-24T08:26:10.131" v="5690" actId="20577"/>
        <pc:sldMkLst>
          <pc:docMk/>
          <pc:sldMk cId="1841969258" sldId="312"/>
        </pc:sldMkLst>
        <pc:spChg chg="mod">
          <ac:chgData name="Kailing" userId="291a47e472658d09" providerId="LiveId" clId="{80FE91E1-377A-463A-AD76-B0734EFFACD9}" dt="2022-11-23T08:27:27.517" v="4230" actId="20577"/>
          <ac:spMkLst>
            <pc:docMk/>
            <pc:sldMk cId="1841969258" sldId="312"/>
            <ac:spMk id="4" creationId="{EDDAA7D5-0C7B-92BB-A172-D54A100AF2A0}"/>
          </ac:spMkLst>
        </pc:spChg>
        <pc:spChg chg="del">
          <ac:chgData name="Kailing" userId="291a47e472658d09" providerId="LiveId" clId="{80FE91E1-377A-463A-AD76-B0734EFFACD9}" dt="2022-11-23T08:27:32.437" v="4231" actId="478"/>
          <ac:spMkLst>
            <pc:docMk/>
            <pc:sldMk cId="1841969258" sldId="312"/>
            <ac:spMk id="5" creationId="{4CF71A26-0612-5858-06C7-31CF2980A976}"/>
          </ac:spMkLst>
        </pc:spChg>
        <pc:spChg chg="del">
          <ac:chgData name="Kailing" userId="291a47e472658d09" providerId="LiveId" clId="{80FE91E1-377A-463A-AD76-B0734EFFACD9}" dt="2022-11-23T08:27:33.453" v="4232" actId="478"/>
          <ac:spMkLst>
            <pc:docMk/>
            <pc:sldMk cId="1841969258" sldId="312"/>
            <ac:spMk id="6" creationId="{DC8CF0B6-DA53-841B-7CD4-BFEE420FD819}"/>
          </ac:spMkLst>
        </pc:spChg>
        <pc:spChg chg="add mod">
          <ac:chgData name="Kailing" userId="291a47e472658d09" providerId="LiveId" clId="{80FE91E1-377A-463A-AD76-B0734EFFACD9}" dt="2022-11-24T08:26:10.131" v="5690" actId="20577"/>
          <ac:spMkLst>
            <pc:docMk/>
            <pc:sldMk cId="1841969258" sldId="312"/>
            <ac:spMk id="7" creationId="{EA8CA737-E962-67D2-15B2-AF906E9733B3}"/>
          </ac:spMkLst>
        </pc:spChg>
        <pc:graphicFrameChg chg="add del mod modGraphic">
          <ac:chgData name="Kailing" userId="291a47e472658d09" providerId="LiveId" clId="{80FE91E1-377A-463A-AD76-B0734EFFACD9}" dt="2022-11-23T08:28:07.437" v="4237" actId="1032"/>
          <ac:graphicFrameMkLst>
            <pc:docMk/>
            <pc:sldMk cId="1841969258" sldId="312"/>
            <ac:graphicFrameMk id="2" creationId="{7320BC53-18CF-D797-D3E6-652BB59F87B7}"/>
          </ac:graphicFrameMkLst>
        </pc:graphicFrameChg>
        <pc:graphicFrameChg chg="add mod modGraphic">
          <ac:chgData name="Kailing" userId="291a47e472658d09" providerId="LiveId" clId="{80FE91E1-377A-463A-AD76-B0734EFFACD9}" dt="2022-11-23T08:46:26.619" v="5598" actId="20577"/>
          <ac:graphicFrameMkLst>
            <pc:docMk/>
            <pc:sldMk cId="1841969258" sldId="312"/>
            <ac:graphicFrameMk id="3" creationId="{136B3A6C-7FC1-8D19-F2FE-9002559D5D7F}"/>
          </ac:graphicFrameMkLst>
        </pc:graphicFrameChg>
      </pc:sldChg>
      <pc:sldChg chg="modSp add mod">
        <pc:chgData name="Kailing" userId="291a47e472658d09" providerId="LiveId" clId="{80FE91E1-377A-463A-AD76-B0734EFFACD9}" dt="2022-11-23T08:27:15.233" v="4220" actId="20577"/>
        <pc:sldMkLst>
          <pc:docMk/>
          <pc:sldMk cId="830893281" sldId="313"/>
        </pc:sldMkLst>
        <pc:spChg chg="mod">
          <ac:chgData name="Kailing" userId="291a47e472658d09" providerId="LiveId" clId="{80FE91E1-377A-463A-AD76-B0734EFFACD9}" dt="2022-11-23T08:27:15.233" v="4220" actId="20577"/>
          <ac:spMkLst>
            <pc:docMk/>
            <pc:sldMk cId="830893281" sldId="313"/>
            <ac:spMk id="2" creationId="{B4F5F427-23EE-4F86-0D1E-101D309F7EF4}"/>
          </ac:spMkLst>
        </pc:spChg>
      </pc:sldChg>
      <pc:sldChg chg="addSp delSp modSp add mod">
        <pc:chgData name="Kailing" userId="291a47e472658d09" providerId="LiveId" clId="{80FE91E1-377A-463A-AD76-B0734EFFACD9}" dt="2022-11-24T08:25:42.254" v="5689" actId="2711"/>
        <pc:sldMkLst>
          <pc:docMk/>
          <pc:sldMk cId="3170420165" sldId="314"/>
        </pc:sldMkLst>
        <pc:spChg chg="add mod">
          <ac:chgData name="Kailing" userId="291a47e472658d09" providerId="LiveId" clId="{80FE91E1-377A-463A-AD76-B0734EFFACD9}" dt="2022-11-24T08:25:42.254" v="5689" actId="2711"/>
          <ac:spMkLst>
            <pc:docMk/>
            <pc:sldMk cId="3170420165" sldId="314"/>
            <ac:spMk id="3" creationId="{360BE514-CA8F-A883-4F35-9B055695ACE5}"/>
          </ac:spMkLst>
        </pc:spChg>
        <pc:spChg chg="mod">
          <ac:chgData name="Kailing" userId="291a47e472658d09" providerId="LiveId" clId="{80FE91E1-377A-463A-AD76-B0734EFFACD9}" dt="2022-11-23T08:47:45.583" v="5625" actId="20577"/>
          <ac:spMkLst>
            <pc:docMk/>
            <pc:sldMk cId="3170420165" sldId="314"/>
            <ac:spMk id="4" creationId="{EDDAA7D5-0C7B-92BB-A172-D54A100AF2A0}"/>
          </ac:spMkLst>
        </pc:spChg>
        <pc:spChg chg="add mod">
          <ac:chgData name="Kailing" userId="291a47e472658d09" providerId="LiveId" clId="{80FE91E1-377A-463A-AD76-B0734EFFACD9}" dt="2022-11-24T08:25:42.254" v="5689" actId="2711"/>
          <ac:spMkLst>
            <pc:docMk/>
            <pc:sldMk cId="3170420165" sldId="314"/>
            <ac:spMk id="6" creationId="{62CCF8BC-F076-E3A4-B398-911CC404984C}"/>
          </ac:spMkLst>
        </pc:spChg>
        <pc:spChg chg="del">
          <ac:chgData name="Kailing" userId="291a47e472658d09" providerId="LiveId" clId="{80FE91E1-377A-463A-AD76-B0734EFFACD9}" dt="2022-11-23T08:47:14.632" v="5610" actId="478"/>
          <ac:spMkLst>
            <pc:docMk/>
            <pc:sldMk cId="3170420165" sldId="314"/>
            <ac:spMk id="7" creationId="{EA8CA737-E962-67D2-15B2-AF906E9733B3}"/>
          </ac:spMkLst>
        </pc:spChg>
        <pc:spChg chg="add mod">
          <ac:chgData name="Kailing" userId="291a47e472658d09" providerId="LiveId" clId="{80FE91E1-377A-463A-AD76-B0734EFFACD9}" dt="2022-11-24T08:25:42.254" v="5689" actId="2711"/>
          <ac:spMkLst>
            <pc:docMk/>
            <pc:sldMk cId="3170420165" sldId="314"/>
            <ac:spMk id="8" creationId="{471AE9A8-99A0-9810-FB0C-7A32EAB1C18F}"/>
          </ac:spMkLst>
        </pc:spChg>
        <pc:graphicFrameChg chg="del">
          <ac:chgData name="Kailing" userId="291a47e472658d09" providerId="LiveId" clId="{80FE91E1-377A-463A-AD76-B0734EFFACD9}" dt="2022-11-23T08:47:16.677" v="5611" actId="478"/>
          <ac:graphicFrameMkLst>
            <pc:docMk/>
            <pc:sldMk cId="3170420165" sldId="314"/>
            <ac:graphicFrameMk id="3" creationId="{136B3A6C-7FC1-8D19-F2FE-9002559D5D7F}"/>
          </ac:graphicFrameMkLst>
        </pc:graphicFrameChg>
      </pc:sldChg>
      <pc:sldChg chg="add">
        <pc:chgData name="Kailing" userId="291a47e472658d09" providerId="LiveId" clId="{80FE91E1-377A-463A-AD76-B0734EFFACD9}" dt="2022-11-25T05:41:22.082" v="5775"/>
        <pc:sldMkLst>
          <pc:docMk/>
          <pc:sldMk cId="2449202092" sldId="315"/>
        </pc:sldMkLst>
      </pc:sldChg>
      <pc:sldMasterChg chg="addSldLayout delSldLayout">
        <pc:chgData name="Kailing" userId="291a47e472658d09" providerId="LiveId" clId="{80FE91E1-377A-463A-AD76-B0734EFFACD9}" dt="2022-11-23T08:25:56.567" v="4185" actId="47"/>
        <pc:sldMasterMkLst>
          <pc:docMk/>
          <pc:sldMasterMk cId="3960387265" sldId="2147483648"/>
        </pc:sldMasterMkLst>
        <pc:sldLayoutChg chg="add del">
          <pc:chgData name="Kailing" userId="291a47e472658d09" providerId="LiveId" clId="{80FE91E1-377A-463A-AD76-B0734EFFACD9}" dt="2022-11-23T08:25:56.567" v="4185" actId="47"/>
          <pc:sldLayoutMkLst>
            <pc:docMk/>
            <pc:sldMasterMk cId="3960387265" sldId="2147483648"/>
            <pc:sldLayoutMk cId="1088808841" sldId="2147483660"/>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bg1">
                  <a:lumMod val="6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总人数</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Sheet1!$A$2:$A$7</c:f>
              <c:numCache>
                <c:formatCode>General</c:formatCode>
                <c:ptCount val="6"/>
                <c:pt idx="0">
                  <c:v>2017</c:v>
                </c:pt>
                <c:pt idx="1">
                  <c:v>2018</c:v>
                </c:pt>
                <c:pt idx="2">
                  <c:v>2019</c:v>
                </c:pt>
                <c:pt idx="3">
                  <c:v>2020</c:v>
                </c:pt>
                <c:pt idx="4">
                  <c:v>2021</c:v>
                </c:pt>
                <c:pt idx="5">
                  <c:v>2022</c:v>
                </c:pt>
              </c:numCache>
            </c:numRef>
          </c:cat>
          <c:val>
            <c:numRef>
              <c:f>Sheet1!$B$2:$B$7</c:f>
              <c:numCache>
                <c:formatCode>General</c:formatCode>
                <c:ptCount val="6"/>
                <c:pt idx="0">
                  <c:v>4.5</c:v>
                </c:pt>
                <c:pt idx="1">
                  <c:v>4.2</c:v>
                </c:pt>
                <c:pt idx="2">
                  <c:v>4.5999999999999996</c:v>
                </c:pt>
                <c:pt idx="3">
                  <c:v>4.0999999999999996</c:v>
                </c:pt>
                <c:pt idx="4">
                  <c:v>4.4000000000000004</c:v>
                </c:pt>
                <c:pt idx="5">
                  <c:v>4.3</c:v>
                </c:pt>
              </c:numCache>
            </c:numRef>
          </c:val>
          <c:extLst>
            <c:ext xmlns:c16="http://schemas.microsoft.com/office/drawing/2014/chart" uri="{C3380CC4-5D6E-409C-BE32-E72D297353CC}">
              <c16:uniqueId val="{00000000-5C5B-4DB3-8459-38FF083036E8}"/>
            </c:ext>
          </c:extLst>
        </c:ser>
        <c:dLbls>
          <c:showLegendKey val="0"/>
          <c:showVal val="0"/>
          <c:showCatName val="0"/>
          <c:showSerName val="0"/>
          <c:showPercent val="0"/>
          <c:showBubbleSize val="0"/>
        </c:dLbls>
        <c:gapWidth val="100"/>
        <c:overlap val="-24"/>
        <c:axId val="1456426832"/>
        <c:axId val="1456430160"/>
      </c:barChart>
      <c:catAx>
        <c:axId val="145642683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456430160"/>
        <c:crosses val="autoZero"/>
        <c:auto val="1"/>
        <c:lblAlgn val="ctr"/>
        <c:lblOffset val="100"/>
        <c:noMultiLvlLbl val="0"/>
      </c:catAx>
      <c:valAx>
        <c:axId val="1456430160"/>
        <c:scaling>
          <c:orientation val="minMax"/>
          <c:max val="5"/>
          <c:min val="0"/>
        </c:scaling>
        <c:delete val="1"/>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crossAx val="1456426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zh-CN"/>
        </a:p>
      </c:txPr>
    </c:title>
    <c:autoTitleDeleted val="0"/>
    <c:plotArea>
      <c:layout/>
      <c:ofPieChart>
        <c:ofPieType val="pie"/>
        <c:varyColors val="1"/>
        <c:ser>
          <c:idx val="0"/>
          <c:order val="0"/>
          <c:tx>
            <c:strRef>
              <c:f>Sheet1!$B$1</c:f>
              <c:strCache>
                <c:ptCount val="1"/>
                <c:pt idx="0">
                  <c:v>2017</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D53B-4F3D-B524-00A7A2F002C0}"/>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D53B-4F3D-B524-00A7A2F002C0}"/>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D53B-4F3D-B524-00A7A2F002C0}"/>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D53B-4F3D-B524-00A7A2F002C0}"/>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D53B-4F3D-B524-00A7A2F002C0}"/>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D53B-4F3D-B524-00A7A2F002C0}"/>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D53B-4F3D-B524-00A7A2F002C0}"/>
              </c:ext>
            </c:extLst>
          </c:dPt>
          <c:dPt>
            <c:idx val="7"/>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D53B-4F3D-B524-00A7A2F002C0}"/>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电院</c:v>
                </c:pt>
                <c:pt idx="1">
                  <c:v>安泰</c:v>
                </c:pt>
                <c:pt idx="2">
                  <c:v>机动</c:v>
                </c:pt>
                <c:pt idx="3">
                  <c:v>致远学院</c:v>
                </c:pt>
                <c:pt idx="4">
                  <c:v>人文学院</c:v>
                </c:pt>
                <c:pt idx="5">
                  <c:v>数院</c:v>
                </c:pt>
                <c:pt idx="6">
                  <c:v>船院</c:v>
                </c:pt>
              </c:strCache>
            </c:strRef>
          </c:cat>
          <c:val>
            <c:numRef>
              <c:f>Sheet1!$B$2:$B$8</c:f>
              <c:numCache>
                <c:formatCode>General</c:formatCode>
                <c:ptCount val="7"/>
                <c:pt idx="0">
                  <c:v>8.1999999999999993</c:v>
                </c:pt>
                <c:pt idx="1">
                  <c:v>3.2</c:v>
                </c:pt>
                <c:pt idx="2">
                  <c:v>1.4</c:v>
                </c:pt>
                <c:pt idx="3">
                  <c:v>1.2</c:v>
                </c:pt>
                <c:pt idx="4">
                  <c:v>1.2</c:v>
                </c:pt>
                <c:pt idx="5">
                  <c:v>1.3</c:v>
                </c:pt>
                <c:pt idx="6">
                  <c:v>3</c:v>
                </c:pt>
              </c:numCache>
            </c:numRef>
          </c:val>
          <c:extLst>
            <c:ext xmlns:c16="http://schemas.microsoft.com/office/drawing/2014/chart" uri="{C3380CC4-5D6E-409C-BE32-E72D297353CC}">
              <c16:uniqueId val="{00000000-6499-4E80-B326-9D375823E40F}"/>
            </c:ext>
          </c:extLst>
        </c:ser>
        <c:dLbls>
          <c:dLblPos val="inEnd"/>
          <c:showLegendKey val="0"/>
          <c:showVal val="0"/>
          <c:showCatName val="0"/>
          <c:showSerName val="0"/>
          <c:showPercent val="1"/>
          <c:showBubbleSize val="0"/>
          <c:showLeaderLines val="1"/>
        </c:dLbls>
        <c:gapWidth val="100"/>
        <c:secondPieSize val="75"/>
        <c:serLines>
          <c:spPr>
            <a:ln w="9525" cap="flat" cmpd="sng" algn="ctr">
              <a:solidFill>
                <a:schemeClr val="dk1">
                  <a:lumMod val="35000"/>
                  <a:lumOff val="65000"/>
                </a:schemeClr>
              </a:solidFill>
              <a:round/>
            </a:ln>
            <a:effectLst/>
          </c:spPr>
        </c:serLines>
      </c:of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US"/>
              <a:t>2021</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zh-CN"/>
        </a:p>
      </c:txPr>
    </c:title>
    <c:autoTitleDeleted val="0"/>
    <c:plotArea>
      <c:layout/>
      <c:ofPieChart>
        <c:ofPieType val="pie"/>
        <c:varyColors val="1"/>
        <c:ser>
          <c:idx val="0"/>
          <c:order val="0"/>
          <c:tx>
            <c:strRef>
              <c:f>Sheet1!$B$1</c:f>
              <c:strCache>
                <c:ptCount val="1"/>
                <c:pt idx="0">
                  <c:v>2017</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9846-4E3E-BB59-B1D9FA0AE435}"/>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9846-4E3E-BB59-B1D9FA0AE435}"/>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9846-4E3E-BB59-B1D9FA0AE435}"/>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9846-4E3E-BB59-B1D9FA0AE435}"/>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9846-4E3E-BB59-B1D9FA0AE435}"/>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9846-4E3E-BB59-B1D9FA0AE435}"/>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9846-4E3E-BB59-B1D9FA0AE435}"/>
              </c:ext>
            </c:extLst>
          </c:dPt>
          <c:dPt>
            <c:idx val="7"/>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9846-4E3E-BB59-B1D9FA0AE435}"/>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电院</c:v>
                </c:pt>
                <c:pt idx="1">
                  <c:v>安泰</c:v>
                </c:pt>
                <c:pt idx="2">
                  <c:v>机动</c:v>
                </c:pt>
                <c:pt idx="3">
                  <c:v>致远学院</c:v>
                </c:pt>
                <c:pt idx="4">
                  <c:v>人文学院</c:v>
                </c:pt>
                <c:pt idx="5">
                  <c:v>数院</c:v>
                </c:pt>
                <c:pt idx="6">
                  <c:v>船院</c:v>
                </c:pt>
              </c:strCache>
            </c:strRef>
          </c:cat>
          <c:val>
            <c:numRef>
              <c:f>Sheet1!$B$2:$B$8</c:f>
              <c:numCache>
                <c:formatCode>General</c:formatCode>
                <c:ptCount val="7"/>
                <c:pt idx="0">
                  <c:v>7.9</c:v>
                </c:pt>
                <c:pt idx="1">
                  <c:v>3.1</c:v>
                </c:pt>
                <c:pt idx="2">
                  <c:v>1.4</c:v>
                </c:pt>
                <c:pt idx="3">
                  <c:v>1.2</c:v>
                </c:pt>
                <c:pt idx="4">
                  <c:v>1.2</c:v>
                </c:pt>
                <c:pt idx="5">
                  <c:v>1.3</c:v>
                </c:pt>
                <c:pt idx="6">
                  <c:v>3.3</c:v>
                </c:pt>
              </c:numCache>
            </c:numRef>
          </c:val>
          <c:extLst>
            <c:ext xmlns:c16="http://schemas.microsoft.com/office/drawing/2014/chart" uri="{C3380CC4-5D6E-409C-BE32-E72D297353CC}">
              <c16:uniqueId val="{00000010-9846-4E3E-BB59-B1D9FA0AE435}"/>
            </c:ext>
          </c:extLst>
        </c:ser>
        <c:dLbls>
          <c:dLblPos val="inEnd"/>
          <c:showLegendKey val="0"/>
          <c:showVal val="0"/>
          <c:showCatName val="0"/>
          <c:showSerName val="0"/>
          <c:showPercent val="1"/>
          <c:showBubbleSize val="0"/>
          <c:showLeaderLines val="1"/>
        </c:dLbls>
        <c:gapWidth val="100"/>
        <c:secondPieSize val="75"/>
        <c:serLines>
          <c:spPr>
            <a:ln w="9525" cap="flat" cmpd="sng" algn="ctr">
              <a:solidFill>
                <a:schemeClr val="dk1">
                  <a:lumMod val="35000"/>
                  <a:lumOff val="65000"/>
                </a:schemeClr>
              </a:solidFill>
              <a:round/>
            </a:ln>
            <a:effectLst/>
          </c:spPr>
        </c:serLines>
      </c:of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bg1">
                  <a:lumMod val="6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总人数</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Sheet1!$A$2:$A$7</c:f>
              <c:numCache>
                <c:formatCode>General</c:formatCode>
                <c:ptCount val="6"/>
                <c:pt idx="0">
                  <c:v>2017</c:v>
                </c:pt>
                <c:pt idx="1">
                  <c:v>2018</c:v>
                </c:pt>
                <c:pt idx="2">
                  <c:v>2019</c:v>
                </c:pt>
                <c:pt idx="3">
                  <c:v>2020</c:v>
                </c:pt>
                <c:pt idx="4">
                  <c:v>2021</c:v>
                </c:pt>
                <c:pt idx="5">
                  <c:v>2022</c:v>
                </c:pt>
              </c:numCache>
            </c:numRef>
          </c:cat>
          <c:val>
            <c:numRef>
              <c:f>Sheet1!$B$2:$B$7</c:f>
              <c:numCache>
                <c:formatCode>General</c:formatCode>
                <c:ptCount val="6"/>
                <c:pt idx="0">
                  <c:v>4.5</c:v>
                </c:pt>
                <c:pt idx="1">
                  <c:v>4.2</c:v>
                </c:pt>
                <c:pt idx="2">
                  <c:v>4.5999999999999996</c:v>
                </c:pt>
                <c:pt idx="3">
                  <c:v>4.0999999999999996</c:v>
                </c:pt>
                <c:pt idx="4">
                  <c:v>4.4000000000000004</c:v>
                </c:pt>
                <c:pt idx="5">
                  <c:v>4.3</c:v>
                </c:pt>
              </c:numCache>
            </c:numRef>
          </c:val>
          <c:extLst>
            <c:ext xmlns:c16="http://schemas.microsoft.com/office/drawing/2014/chart" uri="{C3380CC4-5D6E-409C-BE32-E72D297353CC}">
              <c16:uniqueId val="{00000000-5C5B-4DB3-8459-38FF083036E8}"/>
            </c:ext>
          </c:extLst>
        </c:ser>
        <c:dLbls>
          <c:showLegendKey val="0"/>
          <c:showVal val="0"/>
          <c:showCatName val="0"/>
          <c:showSerName val="0"/>
          <c:showPercent val="0"/>
          <c:showBubbleSize val="0"/>
        </c:dLbls>
        <c:gapWidth val="100"/>
        <c:overlap val="-24"/>
        <c:axId val="1456426832"/>
        <c:axId val="1456430160"/>
      </c:barChart>
      <c:catAx>
        <c:axId val="145642683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456430160"/>
        <c:crosses val="autoZero"/>
        <c:auto val="1"/>
        <c:lblAlgn val="ctr"/>
        <c:lblOffset val="100"/>
        <c:noMultiLvlLbl val="0"/>
      </c:catAx>
      <c:valAx>
        <c:axId val="1456430160"/>
        <c:scaling>
          <c:orientation val="minMax"/>
          <c:max val="5"/>
          <c:min val="0"/>
        </c:scaling>
        <c:delete val="1"/>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crossAx val="1456426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zh-CN"/>
        </a:p>
      </c:txPr>
    </c:title>
    <c:autoTitleDeleted val="0"/>
    <c:plotArea>
      <c:layout/>
      <c:ofPieChart>
        <c:ofPieType val="pie"/>
        <c:varyColors val="1"/>
        <c:ser>
          <c:idx val="0"/>
          <c:order val="0"/>
          <c:tx>
            <c:strRef>
              <c:f>Sheet1!$B$1</c:f>
              <c:strCache>
                <c:ptCount val="1"/>
                <c:pt idx="0">
                  <c:v>2017</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8D6A-45D9-A319-D146AE5F629F}"/>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8D6A-45D9-A319-D146AE5F629F}"/>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8D6A-45D9-A319-D146AE5F629F}"/>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8D6A-45D9-A319-D146AE5F629F}"/>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8D6A-45D9-A319-D146AE5F629F}"/>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8D6A-45D9-A319-D146AE5F629F}"/>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8D6A-45D9-A319-D146AE5F629F}"/>
              </c:ext>
            </c:extLst>
          </c:dPt>
          <c:dPt>
            <c:idx val="7"/>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8D6A-45D9-A319-D146AE5F629F}"/>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电院</c:v>
                </c:pt>
                <c:pt idx="1">
                  <c:v>安泰</c:v>
                </c:pt>
                <c:pt idx="2">
                  <c:v>机动</c:v>
                </c:pt>
                <c:pt idx="3">
                  <c:v>致远学院</c:v>
                </c:pt>
                <c:pt idx="4">
                  <c:v>人文学院</c:v>
                </c:pt>
                <c:pt idx="5">
                  <c:v>数院</c:v>
                </c:pt>
                <c:pt idx="6">
                  <c:v>船院</c:v>
                </c:pt>
              </c:strCache>
            </c:strRef>
          </c:cat>
          <c:val>
            <c:numRef>
              <c:f>Sheet1!$B$2:$B$8</c:f>
              <c:numCache>
                <c:formatCode>General</c:formatCode>
                <c:ptCount val="7"/>
                <c:pt idx="0">
                  <c:v>8.1999999999999993</c:v>
                </c:pt>
                <c:pt idx="1">
                  <c:v>3.2</c:v>
                </c:pt>
                <c:pt idx="2">
                  <c:v>1.4</c:v>
                </c:pt>
                <c:pt idx="3">
                  <c:v>1.2</c:v>
                </c:pt>
                <c:pt idx="4">
                  <c:v>1.2</c:v>
                </c:pt>
                <c:pt idx="5">
                  <c:v>1.3</c:v>
                </c:pt>
                <c:pt idx="6">
                  <c:v>3</c:v>
                </c:pt>
              </c:numCache>
            </c:numRef>
          </c:val>
          <c:extLst>
            <c:ext xmlns:c16="http://schemas.microsoft.com/office/drawing/2014/chart" uri="{C3380CC4-5D6E-409C-BE32-E72D297353CC}">
              <c16:uniqueId val="{00000000-6499-4E80-B326-9D375823E40F}"/>
            </c:ext>
          </c:extLst>
        </c:ser>
        <c:dLbls>
          <c:dLblPos val="inEnd"/>
          <c:showLegendKey val="0"/>
          <c:showVal val="0"/>
          <c:showCatName val="0"/>
          <c:showSerName val="0"/>
          <c:showPercent val="1"/>
          <c:showBubbleSize val="0"/>
          <c:showLeaderLines val="1"/>
        </c:dLbls>
        <c:gapWidth val="100"/>
        <c:secondPieSize val="75"/>
        <c:serLines>
          <c:spPr>
            <a:ln w="9525" cap="flat" cmpd="sng" algn="ctr">
              <a:solidFill>
                <a:schemeClr val="dk1">
                  <a:lumMod val="35000"/>
                  <a:lumOff val="65000"/>
                </a:schemeClr>
              </a:solidFill>
              <a:round/>
            </a:ln>
            <a:effectLst/>
          </c:spPr>
        </c:serLines>
      </c:of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US"/>
              <a:t>2021</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zh-CN"/>
        </a:p>
      </c:txPr>
    </c:title>
    <c:autoTitleDeleted val="0"/>
    <c:plotArea>
      <c:layout/>
      <c:ofPieChart>
        <c:ofPieType val="pie"/>
        <c:varyColors val="1"/>
        <c:ser>
          <c:idx val="0"/>
          <c:order val="0"/>
          <c:tx>
            <c:strRef>
              <c:f>Sheet1!$B$1</c:f>
              <c:strCache>
                <c:ptCount val="1"/>
                <c:pt idx="0">
                  <c:v>2017</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9846-4E3E-BB59-B1D9FA0AE435}"/>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9846-4E3E-BB59-B1D9FA0AE435}"/>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9846-4E3E-BB59-B1D9FA0AE435}"/>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9846-4E3E-BB59-B1D9FA0AE435}"/>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9846-4E3E-BB59-B1D9FA0AE435}"/>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9846-4E3E-BB59-B1D9FA0AE435}"/>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9846-4E3E-BB59-B1D9FA0AE435}"/>
              </c:ext>
            </c:extLst>
          </c:dPt>
          <c:dPt>
            <c:idx val="7"/>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9846-4E3E-BB59-B1D9FA0AE435}"/>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电院</c:v>
                </c:pt>
                <c:pt idx="1">
                  <c:v>安泰</c:v>
                </c:pt>
                <c:pt idx="2">
                  <c:v>机动</c:v>
                </c:pt>
                <c:pt idx="3">
                  <c:v>致远学院</c:v>
                </c:pt>
                <c:pt idx="4">
                  <c:v>人文学院</c:v>
                </c:pt>
                <c:pt idx="5">
                  <c:v>数院</c:v>
                </c:pt>
                <c:pt idx="6">
                  <c:v>船院</c:v>
                </c:pt>
              </c:strCache>
            </c:strRef>
          </c:cat>
          <c:val>
            <c:numRef>
              <c:f>Sheet1!$B$2:$B$8</c:f>
              <c:numCache>
                <c:formatCode>General</c:formatCode>
                <c:ptCount val="7"/>
                <c:pt idx="0">
                  <c:v>7.9</c:v>
                </c:pt>
                <c:pt idx="1">
                  <c:v>3.1</c:v>
                </c:pt>
                <c:pt idx="2">
                  <c:v>1.4</c:v>
                </c:pt>
                <c:pt idx="3">
                  <c:v>1.2</c:v>
                </c:pt>
                <c:pt idx="4">
                  <c:v>1.2</c:v>
                </c:pt>
                <c:pt idx="5">
                  <c:v>1.3</c:v>
                </c:pt>
                <c:pt idx="6">
                  <c:v>3.3</c:v>
                </c:pt>
              </c:numCache>
            </c:numRef>
          </c:val>
          <c:extLst>
            <c:ext xmlns:c16="http://schemas.microsoft.com/office/drawing/2014/chart" uri="{C3380CC4-5D6E-409C-BE32-E72D297353CC}">
              <c16:uniqueId val="{00000010-9846-4E3E-BB59-B1D9FA0AE435}"/>
            </c:ext>
          </c:extLst>
        </c:ser>
        <c:dLbls>
          <c:dLblPos val="inEnd"/>
          <c:showLegendKey val="0"/>
          <c:showVal val="0"/>
          <c:showCatName val="0"/>
          <c:showSerName val="0"/>
          <c:showPercent val="1"/>
          <c:showBubbleSize val="0"/>
          <c:showLeaderLines val="1"/>
        </c:dLbls>
        <c:gapWidth val="100"/>
        <c:secondPieSize val="75"/>
        <c:serLines>
          <c:spPr>
            <a:ln w="9525" cap="flat" cmpd="sng" algn="ctr">
              <a:solidFill>
                <a:schemeClr val="dk1">
                  <a:lumMod val="35000"/>
                  <a:lumOff val="65000"/>
                </a:schemeClr>
              </a:solidFill>
              <a:round/>
            </a:ln>
            <a:effectLst/>
          </c:spPr>
        </c:serLines>
      </c:of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bg1">
                  <a:lumMod val="6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总人数</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Sheet1!$A$2:$A$7</c:f>
              <c:numCache>
                <c:formatCode>General</c:formatCode>
                <c:ptCount val="6"/>
                <c:pt idx="0">
                  <c:v>2017</c:v>
                </c:pt>
                <c:pt idx="1">
                  <c:v>2018</c:v>
                </c:pt>
                <c:pt idx="2">
                  <c:v>2019</c:v>
                </c:pt>
                <c:pt idx="3">
                  <c:v>2020</c:v>
                </c:pt>
                <c:pt idx="4">
                  <c:v>2021</c:v>
                </c:pt>
                <c:pt idx="5">
                  <c:v>2022</c:v>
                </c:pt>
              </c:numCache>
            </c:numRef>
          </c:cat>
          <c:val>
            <c:numRef>
              <c:f>Sheet1!$B$2:$B$7</c:f>
              <c:numCache>
                <c:formatCode>General</c:formatCode>
                <c:ptCount val="6"/>
                <c:pt idx="0">
                  <c:v>4.5</c:v>
                </c:pt>
                <c:pt idx="1">
                  <c:v>4.2</c:v>
                </c:pt>
                <c:pt idx="2">
                  <c:v>4.5999999999999996</c:v>
                </c:pt>
                <c:pt idx="3">
                  <c:v>4.0999999999999996</c:v>
                </c:pt>
                <c:pt idx="4">
                  <c:v>4.4000000000000004</c:v>
                </c:pt>
                <c:pt idx="5">
                  <c:v>4.3</c:v>
                </c:pt>
              </c:numCache>
            </c:numRef>
          </c:val>
          <c:extLst>
            <c:ext xmlns:c16="http://schemas.microsoft.com/office/drawing/2014/chart" uri="{C3380CC4-5D6E-409C-BE32-E72D297353CC}">
              <c16:uniqueId val="{00000000-50FC-48F6-A45A-540DA3211FF5}"/>
            </c:ext>
          </c:extLst>
        </c:ser>
        <c:dLbls>
          <c:showLegendKey val="0"/>
          <c:showVal val="0"/>
          <c:showCatName val="0"/>
          <c:showSerName val="0"/>
          <c:showPercent val="0"/>
          <c:showBubbleSize val="0"/>
        </c:dLbls>
        <c:gapWidth val="100"/>
        <c:overlap val="-24"/>
        <c:axId val="1456426832"/>
        <c:axId val="1456430160"/>
      </c:barChart>
      <c:catAx>
        <c:axId val="145642683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456430160"/>
        <c:crosses val="autoZero"/>
        <c:auto val="1"/>
        <c:lblAlgn val="ctr"/>
        <c:lblOffset val="100"/>
        <c:noMultiLvlLbl val="0"/>
      </c:catAx>
      <c:valAx>
        <c:axId val="1456430160"/>
        <c:scaling>
          <c:orientation val="minMax"/>
          <c:max val="5"/>
          <c:min val="0"/>
        </c:scaling>
        <c:delete val="1"/>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crossAx val="1456426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zh-CN"/>
        </a:p>
      </c:txPr>
    </c:title>
    <c:autoTitleDeleted val="0"/>
    <c:plotArea>
      <c:layout/>
      <c:ofPieChart>
        <c:ofPieType val="pie"/>
        <c:varyColors val="1"/>
        <c:ser>
          <c:idx val="0"/>
          <c:order val="0"/>
          <c:tx>
            <c:strRef>
              <c:f>Sheet1!$B$1</c:f>
              <c:strCache>
                <c:ptCount val="1"/>
                <c:pt idx="0">
                  <c:v>2017</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E324-4044-AC7B-D962DEBACB8A}"/>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E324-4044-AC7B-D962DEBACB8A}"/>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E324-4044-AC7B-D962DEBACB8A}"/>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E324-4044-AC7B-D962DEBACB8A}"/>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E324-4044-AC7B-D962DEBACB8A}"/>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E324-4044-AC7B-D962DEBACB8A}"/>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E324-4044-AC7B-D962DEBACB8A}"/>
              </c:ext>
            </c:extLst>
          </c:dPt>
          <c:dPt>
            <c:idx val="7"/>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E324-4044-AC7B-D962DEBACB8A}"/>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电院</c:v>
                </c:pt>
                <c:pt idx="1">
                  <c:v>安泰</c:v>
                </c:pt>
                <c:pt idx="2">
                  <c:v>机动</c:v>
                </c:pt>
                <c:pt idx="3">
                  <c:v>致远学院</c:v>
                </c:pt>
                <c:pt idx="4">
                  <c:v>人文学院</c:v>
                </c:pt>
                <c:pt idx="5">
                  <c:v>数院</c:v>
                </c:pt>
                <c:pt idx="6">
                  <c:v>船院</c:v>
                </c:pt>
              </c:strCache>
            </c:strRef>
          </c:cat>
          <c:val>
            <c:numRef>
              <c:f>Sheet1!$B$2:$B$8</c:f>
              <c:numCache>
                <c:formatCode>General</c:formatCode>
                <c:ptCount val="7"/>
                <c:pt idx="0">
                  <c:v>8.1999999999999993</c:v>
                </c:pt>
                <c:pt idx="1">
                  <c:v>3.2</c:v>
                </c:pt>
                <c:pt idx="2">
                  <c:v>1.4</c:v>
                </c:pt>
                <c:pt idx="3">
                  <c:v>1.2</c:v>
                </c:pt>
                <c:pt idx="4">
                  <c:v>1.2</c:v>
                </c:pt>
                <c:pt idx="5">
                  <c:v>1.3</c:v>
                </c:pt>
                <c:pt idx="6">
                  <c:v>3</c:v>
                </c:pt>
              </c:numCache>
            </c:numRef>
          </c:val>
          <c:extLst>
            <c:ext xmlns:c16="http://schemas.microsoft.com/office/drawing/2014/chart" uri="{C3380CC4-5D6E-409C-BE32-E72D297353CC}">
              <c16:uniqueId val="{00000000-6499-4E80-B326-9D375823E40F}"/>
            </c:ext>
          </c:extLst>
        </c:ser>
        <c:dLbls>
          <c:dLblPos val="inEnd"/>
          <c:showLegendKey val="0"/>
          <c:showVal val="0"/>
          <c:showCatName val="0"/>
          <c:showSerName val="0"/>
          <c:showPercent val="1"/>
          <c:showBubbleSize val="0"/>
          <c:showLeaderLines val="1"/>
        </c:dLbls>
        <c:gapWidth val="100"/>
        <c:secondPieSize val="75"/>
        <c:serLines>
          <c:spPr>
            <a:ln w="9525" cap="flat" cmpd="sng" algn="ctr">
              <a:solidFill>
                <a:schemeClr val="dk1">
                  <a:lumMod val="35000"/>
                  <a:lumOff val="65000"/>
                </a:schemeClr>
              </a:solidFill>
              <a:round/>
            </a:ln>
            <a:effectLst/>
          </c:spPr>
        </c:serLines>
      </c:of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US"/>
              <a:t>2021</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zh-CN"/>
        </a:p>
      </c:txPr>
    </c:title>
    <c:autoTitleDeleted val="0"/>
    <c:plotArea>
      <c:layout/>
      <c:ofPieChart>
        <c:ofPieType val="pie"/>
        <c:varyColors val="1"/>
        <c:ser>
          <c:idx val="0"/>
          <c:order val="0"/>
          <c:tx>
            <c:strRef>
              <c:f>Sheet1!$B$1</c:f>
              <c:strCache>
                <c:ptCount val="1"/>
                <c:pt idx="0">
                  <c:v>2017</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9846-4E3E-BB59-B1D9FA0AE435}"/>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9846-4E3E-BB59-B1D9FA0AE435}"/>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9846-4E3E-BB59-B1D9FA0AE435}"/>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9846-4E3E-BB59-B1D9FA0AE435}"/>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9846-4E3E-BB59-B1D9FA0AE435}"/>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9846-4E3E-BB59-B1D9FA0AE435}"/>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9846-4E3E-BB59-B1D9FA0AE435}"/>
              </c:ext>
            </c:extLst>
          </c:dPt>
          <c:dPt>
            <c:idx val="7"/>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9846-4E3E-BB59-B1D9FA0AE435}"/>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电院</c:v>
                </c:pt>
                <c:pt idx="1">
                  <c:v>安泰</c:v>
                </c:pt>
                <c:pt idx="2">
                  <c:v>机动</c:v>
                </c:pt>
                <c:pt idx="3">
                  <c:v>致远学院</c:v>
                </c:pt>
                <c:pt idx="4">
                  <c:v>人文学院</c:v>
                </c:pt>
                <c:pt idx="5">
                  <c:v>数院</c:v>
                </c:pt>
                <c:pt idx="6">
                  <c:v>船院</c:v>
                </c:pt>
              </c:strCache>
            </c:strRef>
          </c:cat>
          <c:val>
            <c:numRef>
              <c:f>Sheet1!$B$2:$B$8</c:f>
              <c:numCache>
                <c:formatCode>General</c:formatCode>
                <c:ptCount val="7"/>
                <c:pt idx="0">
                  <c:v>7.9</c:v>
                </c:pt>
                <c:pt idx="1">
                  <c:v>3.1</c:v>
                </c:pt>
                <c:pt idx="2">
                  <c:v>1.4</c:v>
                </c:pt>
                <c:pt idx="3">
                  <c:v>1.2</c:v>
                </c:pt>
                <c:pt idx="4">
                  <c:v>1.2</c:v>
                </c:pt>
                <c:pt idx="5">
                  <c:v>1.3</c:v>
                </c:pt>
                <c:pt idx="6">
                  <c:v>3.3</c:v>
                </c:pt>
              </c:numCache>
            </c:numRef>
          </c:val>
          <c:extLst>
            <c:ext xmlns:c16="http://schemas.microsoft.com/office/drawing/2014/chart" uri="{C3380CC4-5D6E-409C-BE32-E72D297353CC}">
              <c16:uniqueId val="{00000010-9846-4E3E-BB59-B1D9FA0AE435}"/>
            </c:ext>
          </c:extLst>
        </c:ser>
        <c:dLbls>
          <c:dLblPos val="inEnd"/>
          <c:showLegendKey val="0"/>
          <c:showVal val="0"/>
          <c:showCatName val="0"/>
          <c:showSerName val="0"/>
          <c:showPercent val="1"/>
          <c:showBubbleSize val="0"/>
          <c:showLeaderLines val="1"/>
        </c:dLbls>
        <c:gapWidth val="100"/>
        <c:secondPieSize val="75"/>
        <c:serLines>
          <c:spPr>
            <a:ln w="9525" cap="flat" cmpd="sng" algn="ctr">
              <a:solidFill>
                <a:schemeClr val="dk1">
                  <a:lumMod val="35000"/>
                  <a:lumOff val="65000"/>
                </a:schemeClr>
              </a:solidFill>
              <a:round/>
            </a:ln>
            <a:effectLst/>
          </c:spPr>
        </c:serLines>
      </c:of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AC802E-7D66-4FA5-BAA0-59F0AD2C3FD1}" type="doc">
      <dgm:prSet loTypeId="urn:microsoft.com/office/officeart/2005/8/layout/gear1" loCatId="cycle" qsTypeId="urn:microsoft.com/office/officeart/2005/8/quickstyle/simple2" qsCatId="simple" csTypeId="urn:microsoft.com/office/officeart/2005/8/colors/accent1_3" csCatId="accent1" phldr="1"/>
      <dgm:spPr/>
    </dgm:pt>
    <dgm:pt modelId="{82157769-FA30-4FC0-B527-F19CF19583B8}">
      <dgm:prSet phldrT="[文本]" custT="1"/>
      <dgm:spPr>
        <a:solidFill>
          <a:schemeClr val="accent1">
            <a:shade val="80000"/>
            <a:hueOff val="0"/>
            <a:satOff val="0"/>
            <a:lumOff val="0"/>
            <a:alpha val="0"/>
          </a:schemeClr>
        </a:solidFill>
        <a:ln>
          <a:solidFill>
            <a:schemeClr val="lt1">
              <a:hueOff val="0"/>
              <a:satOff val="0"/>
              <a:lumOff val="0"/>
              <a:alpha val="0"/>
            </a:schemeClr>
          </a:solidFill>
        </a:ln>
      </dgm:spPr>
      <dgm:t>
        <a:bodyPr/>
        <a:lstStyle/>
        <a:p>
          <a:r>
            <a:rPr lang="zh-CN" altLang="en-US" sz="2800" b="1" dirty="0">
              <a:solidFill>
                <a:schemeClr val="lt1">
                  <a:alpha val="0"/>
                </a:schemeClr>
              </a:solidFill>
              <a:effectLst>
                <a:outerShdw blurRad="38100" dist="38100" dir="2700000" algn="tl">
                  <a:srgbClr val="000000">
                    <a:alpha val="43137"/>
                  </a:srgbClr>
                </a:outerShdw>
              </a:effectLst>
            </a:rPr>
            <a:t>原因</a:t>
          </a:r>
        </a:p>
      </dgm:t>
    </dgm:pt>
    <dgm:pt modelId="{F97B3A16-6B40-407A-94DD-D0A94D209444}" type="parTrans" cxnId="{C4A8306E-696D-4A30-8A40-0701A4805B3D}">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5C5B8929-AD1B-40F9-B0CA-DFF3956BCFA4}" type="sibTrans" cxnId="{C4A8306E-696D-4A30-8A40-0701A4805B3D}">
      <dgm:prSet/>
      <dgm:spPr>
        <a:solidFill>
          <a:schemeClr val="accent1">
            <a:shade val="90000"/>
            <a:hueOff val="0"/>
            <a:satOff val="0"/>
            <a:lumOff val="0"/>
            <a:alpha val="0"/>
          </a:schemeClr>
        </a:solidFill>
      </dgm:spPr>
      <dgm:t>
        <a:bodyPr/>
        <a:lstStyle/>
        <a:p>
          <a:endParaRPr lang="zh-CN" altLang="en-US" b="1">
            <a:solidFill>
              <a:schemeClr val="bg1"/>
            </a:solidFill>
            <a:effectLst>
              <a:outerShdw blurRad="38100" dist="38100" dir="2700000" algn="tl">
                <a:srgbClr val="000000">
                  <a:alpha val="43137"/>
                </a:srgbClr>
              </a:outerShdw>
            </a:effectLst>
          </a:endParaRPr>
        </a:p>
      </dgm:t>
    </dgm:pt>
    <dgm:pt modelId="{F1141A63-9253-4743-9491-451D34B0CF7D}">
      <dgm:prSet phldrT="[文本]"/>
      <dgm:spPr>
        <a:solidFill>
          <a:schemeClr val="accent1">
            <a:shade val="80000"/>
            <a:hueOff val="411306"/>
            <a:satOff val="-37692"/>
            <a:lumOff val="19845"/>
            <a:alpha val="0"/>
          </a:schemeClr>
        </a:solidFill>
        <a:ln>
          <a:solidFill>
            <a:schemeClr val="lt1">
              <a:hueOff val="0"/>
              <a:satOff val="0"/>
              <a:lumOff val="0"/>
              <a:alpha val="0"/>
            </a:schemeClr>
          </a:solidFill>
        </a:ln>
      </dgm:spPr>
      <dgm:t>
        <a:bodyPr/>
        <a:lstStyle/>
        <a:p>
          <a:r>
            <a:rPr lang="zh-CN" altLang="en-US" b="1" dirty="0">
              <a:solidFill>
                <a:schemeClr val="lt1">
                  <a:alpha val="0"/>
                </a:schemeClr>
              </a:solidFill>
              <a:effectLst>
                <a:outerShdw blurRad="38100" dist="38100" dir="2700000" algn="tl">
                  <a:srgbClr val="000000">
                    <a:alpha val="43137"/>
                  </a:srgbClr>
                </a:outerShdw>
              </a:effectLst>
            </a:rPr>
            <a:t>变化</a:t>
          </a:r>
        </a:p>
      </dgm:t>
    </dgm:pt>
    <dgm:pt modelId="{AA391DFC-CB33-40A1-A752-C665AB4D36D7}" type="parTrans" cxnId="{9F0D1848-07C6-4D71-BE5A-937B1644F670}">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3E45E9DD-D063-4A1D-8C93-0D860F1C9446}" type="sibTrans" cxnId="{9F0D1848-07C6-4D71-BE5A-937B1644F670}">
      <dgm:prSet/>
      <dgm:spPr>
        <a:solidFill>
          <a:schemeClr val="accent1">
            <a:shade val="90000"/>
            <a:hueOff val="416361"/>
            <a:satOff val="-37692"/>
            <a:lumOff val="19099"/>
            <a:alpha val="0"/>
          </a:schemeClr>
        </a:solidFill>
      </dgm:spPr>
      <dgm:t>
        <a:bodyPr/>
        <a:lstStyle/>
        <a:p>
          <a:endParaRPr lang="zh-CN" altLang="en-US" b="1">
            <a:solidFill>
              <a:schemeClr val="bg1"/>
            </a:solidFill>
            <a:effectLst>
              <a:outerShdw blurRad="38100" dist="38100" dir="2700000" algn="tl">
                <a:srgbClr val="000000">
                  <a:alpha val="43137"/>
                </a:srgbClr>
              </a:outerShdw>
            </a:effectLst>
          </a:endParaRPr>
        </a:p>
      </dgm:t>
    </dgm:pt>
    <dgm:pt modelId="{671512AD-8D9C-411B-97F4-A17909131C6C}">
      <dgm:prSet phldrT="[文本]"/>
      <dgm:spPr>
        <a:solidFill>
          <a:schemeClr val="accent1">
            <a:shade val="80000"/>
            <a:hueOff val="822611"/>
            <a:satOff val="-75385"/>
            <a:lumOff val="39690"/>
            <a:alpha val="0"/>
          </a:schemeClr>
        </a:solidFill>
        <a:ln>
          <a:solidFill>
            <a:schemeClr val="lt1">
              <a:hueOff val="0"/>
              <a:satOff val="0"/>
              <a:lumOff val="0"/>
              <a:alpha val="0"/>
            </a:schemeClr>
          </a:solidFill>
        </a:ln>
      </dgm:spPr>
      <dgm:t>
        <a:bodyPr/>
        <a:lstStyle/>
        <a:p>
          <a:r>
            <a:rPr lang="zh-CN" altLang="en-US" b="1" dirty="0">
              <a:solidFill>
                <a:schemeClr val="lt1">
                  <a:alpha val="0"/>
                </a:schemeClr>
              </a:solidFill>
              <a:effectLst>
                <a:outerShdw blurRad="38100" dist="38100" dir="2700000" algn="tl">
                  <a:srgbClr val="000000">
                    <a:alpha val="43137"/>
                  </a:srgbClr>
                </a:outerShdw>
              </a:effectLst>
            </a:rPr>
            <a:t>计划</a:t>
          </a:r>
        </a:p>
      </dgm:t>
    </dgm:pt>
    <dgm:pt modelId="{91FF9BF9-2391-43E6-BEA5-292026516317}" type="parTrans" cxnId="{E7E86DB4-062B-4E30-BC04-6EEEF8E6AC5A}">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A85E1A8A-7879-4E86-A04B-71A9351C60EC}" type="sibTrans" cxnId="{E7E86DB4-062B-4E30-BC04-6EEEF8E6AC5A}">
      <dgm:prSet/>
      <dgm:spPr>
        <a:solidFill>
          <a:schemeClr val="accent1">
            <a:shade val="90000"/>
            <a:hueOff val="832722"/>
            <a:satOff val="-75385"/>
            <a:lumOff val="38198"/>
            <a:alpha val="0"/>
          </a:schemeClr>
        </a:solidFill>
      </dgm:spPr>
      <dgm:t>
        <a:bodyPr/>
        <a:lstStyle/>
        <a:p>
          <a:endParaRPr lang="zh-CN" altLang="en-US" b="1">
            <a:solidFill>
              <a:schemeClr val="bg1">
                <a:alpha val="0"/>
              </a:schemeClr>
            </a:solidFill>
            <a:effectLst>
              <a:outerShdw blurRad="38100" dist="38100" dir="2700000" algn="tl">
                <a:srgbClr val="000000">
                  <a:alpha val="43137"/>
                </a:srgbClr>
              </a:outerShdw>
            </a:effectLst>
          </a:endParaRPr>
        </a:p>
      </dgm:t>
    </dgm:pt>
    <dgm:pt modelId="{79C67644-734E-4F92-B317-D960DCB26B39}" type="pres">
      <dgm:prSet presAssocID="{CCAC802E-7D66-4FA5-BAA0-59F0AD2C3FD1}" presName="composite" presStyleCnt="0">
        <dgm:presLayoutVars>
          <dgm:chMax val="3"/>
          <dgm:animLvl val="lvl"/>
          <dgm:resizeHandles val="exact"/>
        </dgm:presLayoutVars>
      </dgm:prSet>
      <dgm:spPr/>
    </dgm:pt>
    <dgm:pt modelId="{6368D820-5AD8-4F2A-B4DE-28FC7FDF0DB0}" type="pres">
      <dgm:prSet presAssocID="{82157769-FA30-4FC0-B527-F19CF19583B8}" presName="gear1" presStyleLbl="node1" presStyleIdx="0" presStyleCnt="3" custAng="16768495">
        <dgm:presLayoutVars>
          <dgm:chMax val="1"/>
          <dgm:bulletEnabled val="1"/>
        </dgm:presLayoutVars>
      </dgm:prSet>
      <dgm:spPr/>
    </dgm:pt>
    <dgm:pt modelId="{BA71DA7B-4ADC-45FD-94AE-2AF38C05DBBD}" type="pres">
      <dgm:prSet presAssocID="{82157769-FA30-4FC0-B527-F19CF19583B8}" presName="gear1srcNode" presStyleLbl="node1" presStyleIdx="0" presStyleCnt="3"/>
      <dgm:spPr/>
    </dgm:pt>
    <dgm:pt modelId="{5092BCAC-A2CB-44BD-9220-7CF9BEBB4B85}" type="pres">
      <dgm:prSet presAssocID="{82157769-FA30-4FC0-B527-F19CF19583B8}" presName="gear1dstNode" presStyleLbl="node1" presStyleIdx="0" presStyleCnt="3"/>
      <dgm:spPr/>
    </dgm:pt>
    <dgm:pt modelId="{F0166E2C-B433-48D7-90C8-02B35E28474A}" type="pres">
      <dgm:prSet presAssocID="{F1141A63-9253-4743-9491-451D34B0CF7D}" presName="gear2" presStyleLbl="node1" presStyleIdx="1" presStyleCnt="3" custAng="7189632">
        <dgm:presLayoutVars>
          <dgm:chMax val="1"/>
          <dgm:bulletEnabled val="1"/>
        </dgm:presLayoutVars>
      </dgm:prSet>
      <dgm:spPr/>
    </dgm:pt>
    <dgm:pt modelId="{F0082462-8013-4A1B-AB09-EC713C62459C}" type="pres">
      <dgm:prSet presAssocID="{F1141A63-9253-4743-9491-451D34B0CF7D}" presName="gear2srcNode" presStyleLbl="node1" presStyleIdx="1" presStyleCnt="3"/>
      <dgm:spPr/>
    </dgm:pt>
    <dgm:pt modelId="{83363E6B-ABBE-45A8-9EAC-8637A57C8DCF}" type="pres">
      <dgm:prSet presAssocID="{F1141A63-9253-4743-9491-451D34B0CF7D}" presName="gear2dstNode" presStyleLbl="node1" presStyleIdx="1" presStyleCnt="3"/>
      <dgm:spPr/>
    </dgm:pt>
    <dgm:pt modelId="{FDCDF4E3-E341-4243-A61A-ABF4F7FFF44A}" type="pres">
      <dgm:prSet presAssocID="{671512AD-8D9C-411B-97F4-A17909131C6C}" presName="gear3" presStyleLbl="node1" presStyleIdx="2" presStyleCnt="3" custAng="14400022"/>
      <dgm:spPr/>
    </dgm:pt>
    <dgm:pt modelId="{6E3EE91E-C4EF-43CA-A031-0E5ECB0A3E96}" type="pres">
      <dgm:prSet presAssocID="{671512AD-8D9C-411B-97F4-A17909131C6C}" presName="gear3tx" presStyleLbl="node1" presStyleIdx="2" presStyleCnt="3">
        <dgm:presLayoutVars>
          <dgm:chMax val="1"/>
          <dgm:bulletEnabled val="1"/>
        </dgm:presLayoutVars>
      </dgm:prSet>
      <dgm:spPr/>
    </dgm:pt>
    <dgm:pt modelId="{88F1857E-6AC7-41FA-9AC8-F5C86487EB98}" type="pres">
      <dgm:prSet presAssocID="{671512AD-8D9C-411B-97F4-A17909131C6C}" presName="gear3srcNode" presStyleLbl="node1" presStyleIdx="2" presStyleCnt="3"/>
      <dgm:spPr/>
    </dgm:pt>
    <dgm:pt modelId="{39D17B09-BB7C-4911-80FE-58F5BA143928}" type="pres">
      <dgm:prSet presAssocID="{671512AD-8D9C-411B-97F4-A17909131C6C}" presName="gear3dstNode" presStyleLbl="node1" presStyleIdx="2" presStyleCnt="3"/>
      <dgm:spPr/>
    </dgm:pt>
    <dgm:pt modelId="{C1BE1843-8220-4F59-A573-1DE4279AB09C}" type="pres">
      <dgm:prSet presAssocID="{5C5B8929-AD1B-40F9-B0CA-DFF3956BCFA4}" presName="connector1" presStyleLbl="sibTrans2D1" presStyleIdx="0" presStyleCnt="3"/>
      <dgm:spPr/>
    </dgm:pt>
    <dgm:pt modelId="{14D33AD9-02A7-4925-87F6-7BE2B7DC7EBD}" type="pres">
      <dgm:prSet presAssocID="{3E45E9DD-D063-4A1D-8C93-0D860F1C9446}" presName="connector2" presStyleLbl="sibTrans2D1" presStyleIdx="1" presStyleCnt="3"/>
      <dgm:spPr/>
    </dgm:pt>
    <dgm:pt modelId="{3FED63FC-B29E-41B4-90BF-69AB67019CB1}" type="pres">
      <dgm:prSet presAssocID="{A85E1A8A-7879-4E86-A04B-71A9351C60EC}" presName="connector3" presStyleLbl="sibTrans2D1" presStyleIdx="2" presStyleCnt="3"/>
      <dgm:spPr/>
    </dgm:pt>
  </dgm:ptLst>
  <dgm:cxnLst>
    <dgm:cxn modelId="{F5B7B413-60DC-4979-8CA5-1AD1492F4FCE}" type="presOf" srcId="{F1141A63-9253-4743-9491-451D34B0CF7D}" destId="{83363E6B-ABBE-45A8-9EAC-8637A57C8DCF}" srcOrd="2" destOrd="0" presId="urn:microsoft.com/office/officeart/2005/8/layout/gear1"/>
    <dgm:cxn modelId="{C5A2DC18-5E5B-4C00-AA8D-19B1E2163DBD}" type="presOf" srcId="{82157769-FA30-4FC0-B527-F19CF19583B8}" destId="{5092BCAC-A2CB-44BD-9220-7CF9BEBB4B85}" srcOrd="2" destOrd="0" presId="urn:microsoft.com/office/officeart/2005/8/layout/gear1"/>
    <dgm:cxn modelId="{C8CD8763-E291-4A78-95E4-F517EE733F43}" type="presOf" srcId="{F1141A63-9253-4743-9491-451D34B0CF7D}" destId="{F0082462-8013-4A1B-AB09-EC713C62459C}" srcOrd="1" destOrd="0" presId="urn:microsoft.com/office/officeart/2005/8/layout/gear1"/>
    <dgm:cxn modelId="{B6223F44-9CE2-49B8-8A69-ECC0CDBE3D8B}" type="presOf" srcId="{CCAC802E-7D66-4FA5-BAA0-59F0AD2C3FD1}" destId="{79C67644-734E-4F92-B317-D960DCB26B39}" srcOrd="0" destOrd="0" presId="urn:microsoft.com/office/officeart/2005/8/layout/gear1"/>
    <dgm:cxn modelId="{58834845-B646-4147-9965-7EAABC25E6CC}" type="presOf" srcId="{82157769-FA30-4FC0-B527-F19CF19583B8}" destId="{BA71DA7B-4ADC-45FD-94AE-2AF38C05DBBD}" srcOrd="1" destOrd="0" presId="urn:microsoft.com/office/officeart/2005/8/layout/gear1"/>
    <dgm:cxn modelId="{9F0D1848-07C6-4D71-BE5A-937B1644F670}" srcId="{CCAC802E-7D66-4FA5-BAA0-59F0AD2C3FD1}" destId="{F1141A63-9253-4743-9491-451D34B0CF7D}" srcOrd="1" destOrd="0" parTransId="{AA391DFC-CB33-40A1-A752-C665AB4D36D7}" sibTransId="{3E45E9DD-D063-4A1D-8C93-0D860F1C9446}"/>
    <dgm:cxn modelId="{6149306D-F739-4D12-88CE-54CFC306C075}" type="presOf" srcId="{3E45E9DD-D063-4A1D-8C93-0D860F1C9446}" destId="{14D33AD9-02A7-4925-87F6-7BE2B7DC7EBD}" srcOrd="0" destOrd="0" presId="urn:microsoft.com/office/officeart/2005/8/layout/gear1"/>
    <dgm:cxn modelId="{C4A8306E-696D-4A30-8A40-0701A4805B3D}" srcId="{CCAC802E-7D66-4FA5-BAA0-59F0AD2C3FD1}" destId="{82157769-FA30-4FC0-B527-F19CF19583B8}" srcOrd="0" destOrd="0" parTransId="{F97B3A16-6B40-407A-94DD-D0A94D209444}" sibTransId="{5C5B8929-AD1B-40F9-B0CA-DFF3956BCFA4}"/>
    <dgm:cxn modelId="{619ABE74-439B-484F-984C-DA039E4163CC}" type="presOf" srcId="{82157769-FA30-4FC0-B527-F19CF19583B8}" destId="{6368D820-5AD8-4F2A-B4DE-28FC7FDF0DB0}" srcOrd="0" destOrd="0" presId="urn:microsoft.com/office/officeart/2005/8/layout/gear1"/>
    <dgm:cxn modelId="{C82F5B76-4186-419C-B3DA-5C6C91C4965F}" type="presOf" srcId="{671512AD-8D9C-411B-97F4-A17909131C6C}" destId="{88F1857E-6AC7-41FA-9AC8-F5C86487EB98}" srcOrd="2" destOrd="0" presId="urn:microsoft.com/office/officeart/2005/8/layout/gear1"/>
    <dgm:cxn modelId="{E68BAD8F-3D78-4116-AFE9-1EAA30E9DAC3}" type="presOf" srcId="{671512AD-8D9C-411B-97F4-A17909131C6C}" destId="{39D17B09-BB7C-4911-80FE-58F5BA143928}" srcOrd="3" destOrd="0" presId="urn:microsoft.com/office/officeart/2005/8/layout/gear1"/>
    <dgm:cxn modelId="{EB2C6498-12BC-42C2-B43C-D65B07D5A7B6}" type="presOf" srcId="{5C5B8929-AD1B-40F9-B0CA-DFF3956BCFA4}" destId="{C1BE1843-8220-4F59-A573-1DE4279AB09C}" srcOrd="0" destOrd="0" presId="urn:microsoft.com/office/officeart/2005/8/layout/gear1"/>
    <dgm:cxn modelId="{E43E04A2-6583-44E6-BAD3-C901BCB824D1}" type="presOf" srcId="{671512AD-8D9C-411B-97F4-A17909131C6C}" destId="{6E3EE91E-C4EF-43CA-A031-0E5ECB0A3E96}" srcOrd="1" destOrd="0" presId="urn:microsoft.com/office/officeart/2005/8/layout/gear1"/>
    <dgm:cxn modelId="{E7E86DB4-062B-4E30-BC04-6EEEF8E6AC5A}" srcId="{CCAC802E-7D66-4FA5-BAA0-59F0AD2C3FD1}" destId="{671512AD-8D9C-411B-97F4-A17909131C6C}" srcOrd="2" destOrd="0" parTransId="{91FF9BF9-2391-43E6-BEA5-292026516317}" sibTransId="{A85E1A8A-7879-4E86-A04B-71A9351C60EC}"/>
    <dgm:cxn modelId="{5FB51FBB-9651-4B37-A2B6-E6C4F0747A12}" type="presOf" srcId="{A85E1A8A-7879-4E86-A04B-71A9351C60EC}" destId="{3FED63FC-B29E-41B4-90BF-69AB67019CB1}" srcOrd="0" destOrd="0" presId="urn:microsoft.com/office/officeart/2005/8/layout/gear1"/>
    <dgm:cxn modelId="{CC0632C3-9C34-482E-ADDB-3DECD529CE6A}" type="presOf" srcId="{671512AD-8D9C-411B-97F4-A17909131C6C}" destId="{FDCDF4E3-E341-4243-A61A-ABF4F7FFF44A}" srcOrd="0" destOrd="0" presId="urn:microsoft.com/office/officeart/2005/8/layout/gear1"/>
    <dgm:cxn modelId="{63D3F7F9-6C58-4E90-8B88-0991CB539B23}" type="presOf" srcId="{F1141A63-9253-4743-9491-451D34B0CF7D}" destId="{F0166E2C-B433-48D7-90C8-02B35E28474A}" srcOrd="0" destOrd="0" presId="urn:microsoft.com/office/officeart/2005/8/layout/gear1"/>
    <dgm:cxn modelId="{6EC9E3ED-7EB6-449A-857C-DEFDE14D2943}" type="presParOf" srcId="{79C67644-734E-4F92-B317-D960DCB26B39}" destId="{6368D820-5AD8-4F2A-B4DE-28FC7FDF0DB0}" srcOrd="0" destOrd="0" presId="urn:microsoft.com/office/officeart/2005/8/layout/gear1"/>
    <dgm:cxn modelId="{0F9EC9BC-3B20-4E50-A679-F4855275BECE}" type="presParOf" srcId="{79C67644-734E-4F92-B317-D960DCB26B39}" destId="{BA71DA7B-4ADC-45FD-94AE-2AF38C05DBBD}" srcOrd="1" destOrd="0" presId="urn:microsoft.com/office/officeart/2005/8/layout/gear1"/>
    <dgm:cxn modelId="{A4DD66D9-E68A-4090-B1E7-947B2463785D}" type="presParOf" srcId="{79C67644-734E-4F92-B317-D960DCB26B39}" destId="{5092BCAC-A2CB-44BD-9220-7CF9BEBB4B85}" srcOrd="2" destOrd="0" presId="urn:microsoft.com/office/officeart/2005/8/layout/gear1"/>
    <dgm:cxn modelId="{60C56D24-BD66-481B-9A4F-257E24963B51}" type="presParOf" srcId="{79C67644-734E-4F92-B317-D960DCB26B39}" destId="{F0166E2C-B433-48D7-90C8-02B35E28474A}" srcOrd="3" destOrd="0" presId="urn:microsoft.com/office/officeart/2005/8/layout/gear1"/>
    <dgm:cxn modelId="{5809B6BA-A886-4D0F-8B6E-99CA90906E13}" type="presParOf" srcId="{79C67644-734E-4F92-B317-D960DCB26B39}" destId="{F0082462-8013-4A1B-AB09-EC713C62459C}" srcOrd="4" destOrd="0" presId="urn:microsoft.com/office/officeart/2005/8/layout/gear1"/>
    <dgm:cxn modelId="{F9F5D6AD-4CE1-4F1E-8214-D9B603425266}" type="presParOf" srcId="{79C67644-734E-4F92-B317-D960DCB26B39}" destId="{83363E6B-ABBE-45A8-9EAC-8637A57C8DCF}" srcOrd="5" destOrd="0" presId="urn:microsoft.com/office/officeart/2005/8/layout/gear1"/>
    <dgm:cxn modelId="{88C27E0A-B95F-4F2B-8C74-EC393F8DFF4B}" type="presParOf" srcId="{79C67644-734E-4F92-B317-D960DCB26B39}" destId="{FDCDF4E3-E341-4243-A61A-ABF4F7FFF44A}" srcOrd="6" destOrd="0" presId="urn:microsoft.com/office/officeart/2005/8/layout/gear1"/>
    <dgm:cxn modelId="{E76934BB-7215-4437-ACD9-66BF3E3658CB}" type="presParOf" srcId="{79C67644-734E-4F92-B317-D960DCB26B39}" destId="{6E3EE91E-C4EF-43CA-A031-0E5ECB0A3E96}" srcOrd="7" destOrd="0" presId="urn:microsoft.com/office/officeart/2005/8/layout/gear1"/>
    <dgm:cxn modelId="{F669C0CE-BBCA-4F76-A0FA-2544CECB6265}" type="presParOf" srcId="{79C67644-734E-4F92-B317-D960DCB26B39}" destId="{88F1857E-6AC7-41FA-9AC8-F5C86487EB98}" srcOrd="8" destOrd="0" presId="urn:microsoft.com/office/officeart/2005/8/layout/gear1"/>
    <dgm:cxn modelId="{C781922B-7CB2-4EFA-B6FF-6822FB8FA300}" type="presParOf" srcId="{79C67644-734E-4F92-B317-D960DCB26B39}" destId="{39D17B09-BB7C-4911-80FE-58F5BA143928}" srcOrd="9" destOrd="0" presId="urn:microsoft.com/office/officeart/2005/8/layout/gear1"/>
    <dgm:cxn modelId="{AA309183-B80A-420D-B552-F7E011C34A16}" type="presParOf" srcId="{79C67644-734E-4F92-B317-D960DCB26B39}" destId="{C1BE1843-8220-4F59-A573-1DE4279AB09C}" srcOrd="10" destOrd="0" presId="urn:microsoft.com/office/officeart/2005/8/layout/gear1"/>
    <dgm:cxn modelId="{1384D88A-0F9E-4BEB-93CA-DF1D4FEBE88D}" type="presParOf" srcId="{79C67644-734E-4F92-B317-D960DCB26B39}" destId="{14D33AD9-02A7-4925-87F6-7BE2B7DC7EBD}" srcOrd="11" destOrd="0" presId="urn:microsoft.com/office/officeart/2005/8/layout/gear1"/>
    <dgm:cxn modelId="{20ECC51C-1D17-4B19-A429-A0F7EE2D9462}" type="presParOf" srcId="{79C67644-734E-4F92-B317-D960DCB26B39}" destId="{3FED63FC-B29E-41B4-90BF-69AB67019CB1}" srcOrd="12" destOrd="0" presId="urn:microsoft.com/office/officeart/2005/8/layout/gear1"/>
  </dgm:cxnLst>
  <dgm:bg>
    <a:effectLst>
      <a:outerShdw blurRad="50800" dist="50800" dir="5400000" algn="ctr" rotWithShape="0">
        <a:srgbClr val="000000"/>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AC802E-7D66-4FA5-BAA0-59F0AD2C3FD1}" type="doc">
      <dgm:prSet loTypeId="urn:microsoft.com/office/officeart/2005/8/layout/gear1" loCatId="cycle" qsTypeId="urn:microsoft.com/office/officeart/2005/8/quickstyle/simple2" qsCatId="simple" csTypeId="urn:microsoft.com/office/officeart/2005/8/colors/accent1_3" csCatId="accent1" phldr="1"/>
      <dgm:spPr/>
    </dgm:pt>
    <dgm:pt modelId="{82157769-FA30-4FC0-B527-F19CF19583B8}">
      <dgm:prSet phldrT="[文本]" custT="1"/>
      <dgm:spPr/>
      <dgm:t>
        <a:bodyPr/>
        <a:lstStyle/>
        <a:p>
          <a:r>
            <a:rPr lang="zh-CN" altLang="en-US" sz="2800" b="1" dirty="0">
              <a:effectLst>
                <a:outerShdw blurRad="38100" dist="38100" dir="2700000" algn="tl">
                  <a:srgbClr val="000000">
                    <a:alpha val="43137"/>
                  </a:srgbClr>
                </a:outerShdw>
              </a:effectLst>
            </a:rPr>
            <a:t>原因</a:t>
          </a:r>
        </a:p>
      </dgm:t>
    </dgm:pt>
    <dgm:pt modelId="{F97B3A16-6B40-407A-94DD-D0A94D209444}" type="parTrans" cxnId="{C4A8306E-696D-4A30-8A40-0701A4805B3D}">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5C5B8929-AD1B-40F9-B0CA-DFF3956BCFA4}" type="sibTrans" cxnId="{C4A8306E-696D-4A30-8A40-0701A4805B3D}">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F1141A63-9253-4743-9491-451D34B0CF7D}">
      <dgm:prSet phldrT="[文本]"/>
      <dgm:spPr/>
      <dgm:t>
        <a:bodyPr/>
        <a:lstStyle/>
        <a:p>
          <a:r>
            <a:rPr lang="zh-CN" altLang="en-US" b="1" dirty="0">
              <a:effectLst>
                <a:outerShdw blurRad="38100" dist="38100" dir="2700000" algn="tl">
                  <a:srgbClr val="000000">
                    <a:alpha val="43137"/>
                  </a:srgbClr>
                </a:outerShdw>
              </a:effectLst>
            </a:rPr>
            <a:t>变化</a:t>
          </a:r>
        </a:p>
      </dgm:t>
    </dgm:pt>
    <dgm:pt modelId="{AA391DFC-CB33-40A1-A752-C665AB4D36D7}" type="parTrans" cxnId="{9F0D1848-07C6-4D71-BE5A-937B1644F670}">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3E45E9DD-D063-4A1D-8C93-0D860F1C9446}" type="sibTrans" cxnId="{9F0D1848-07C6-4D71-BE5A-937B1644F670}">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671512AD-8D9C-411B-97F4-A17909131C6C}">
      <dgm:prSet phldrT="[文本]"/>
      <dgm:spPr/>
      <dgm:t>
        <a:bodyPr/>
        <a:lstStyle/>
        <a:p>
          <a:r>
            <a:rPr lang="zh-CN" altLang="en-US" b="1" dirty="0">
              <a:effectLst>
                <a:outerShdw blurRad="38100" dist="38100" dir="2700000" algn="tl">
                  <a:srgbClr val="000000">
                    <a:alpha val="43137"/>
                  </a:srgbClr>
                </a:outerShdw>
              </a:effectLst>
            </a:rPr>
            <a:t>计划</a:t>
          </a:r>
        </a:p>
      </dgm:t>
    </dgm:pt>
    <dgm:pt modelId="{91FF9BF9-2391-43E6-BEA5-292026516317}" type="parTrans" cxnId="{E7E86DB4-062B-4E30-BC04-6EEEF8E6AC5A}">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A85E1A8A-7879-4E86-A04B-71A9351C60EC}" type="sibTrans" cxnId="{E7E86DB4-062B-4E30-BC04-6EEEF8E6AC5A}">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79C67644-734E-4F92-B317-D960DCB26B39}" type="pres">
      <dgm:prSet presAssocID="{CCAC802E-7D66-4FA5-BAA0-59F0AD2C3FD1}" presName="composite" presStyleCnt="0">
        <dgm:presLayoutVars>
          <dgm:chMax val="3"/>
          <dgm:animLvl val="lvl"/>
          <dgm:resizeHandles val="exact"/>
        </dgm:presLayoutVars>
      </dgm:prSet>
      <dgm:spPr/>
    </dgm:pt>
    <dgm:pt modelId="{6368D820-5AD8-4F2A-B4DE-28FC7FDF0DB0}" type="pres">
      <dgm:prSet presAssocID="{82157769-FA30-4FC0-B527-F19CF19583B8}" presName="gear1" presStyleLbl="node1" presStyleIdx="0" presStyleCnt="3">
        <dgm:presLayoutVars>
          <dgm:chMax val="1"/>
          <dgm:bulletEnabled val="1"/>
        </dgm:presLayoutVars>
      </dgm:prSet>
      <dgm:spPr/>
    </dgm:pt>
    <dgm:pt modelId="{BA71DA7B-4ADC-45FD-94AE-2AF38C05DBBD}" type="pres">
      <dgm:prSet presAssocID="{82157769-FA30-4FC0-B527-F19CF19583B8}" presName="gear1srcNode" presStyleLbl="node1" presStyleIdx="0" presStyleCnt="3"/>
      <dgm:spPr/>
    </dgm:pt>
    <dgm:pt modelId="{5092BCAC-A2CB-44BD-9220-7CF9BEBB4B85}" type="pres">
      <dgm:prSet presAssocID="{82157769-FA30-4FC0-B527-F19CF19583B8}" presName="gear1dstNode" presStyleLbl="node1" presStyleIdx="0" presStyleCnt="3"/>
      <dgm:spPr/>
    </dgm:pt>
    <dgm:pt modelId="{F0166E2C-B433-48D7-90C8-02B35E28474A}" type="pres">
      <dgm:prSet presAssocID="{F1141A63-9253-4743-9491-451D34B0CF7D}" presName="gear2" presStyleLbl="node1" presStyleIdx="1" presStyleCnt="3">
        <dgm:presLayoutVars>
          <dgm:chMax val="1"/>
          <dgm:bulletEnabled val="1"/>
        </dgm:presLayoutVars>
      </dgm:prSet>
      <dgm:spPr/>
    </dgm:pt>
    <dgm:pt modelId="{F0082462-8013-4A1B-AB09-EC713C62459C}" type="pres">
      <dgm:prSet presAssocID="{F1141A63-9253-4743-9491-451D34B0CF7D}" presName="gear2srcNode" presStyleLbl="node1" presStyleIdx="1" presStyleCnt="3"/>
      <dgm:spPr/>
    </dgm:pt>
    <dgm:pt modelId="{83363E6B-ABBE-45A8-9EAC-8637A57C8DCF}" type="pres">
      <dgm:prSet presAssocID="{F1141A63-9253-4743-9491-451D34B0CF7D}" presName="gear2dstNode" presStyleLbl="node1" presStyleIdx="1" presStyleCnt="3"/>
      <dgm:spPr/>
    </dgm:pt>
    <dgm:pt modelId="{FDCDF4E3-E341-4243-A61A-ABF4F7FFF44A}" type="pres">
      <dgm:prSet presAssocID="{671512AD-8D9C-411B-97F4-A17909131C6C}" presName="gear3" presStyleLbl="node1" presStyleIdx="2" presStyleCnt="3"/>
      <dgm:spPr/>
    </dgm:pt>
    <dgm:pt modelId="{6E3EE91E-C4EF-43CA-A031-0E5ECB0A3E96}" type="pres">
      <dgm:prSet presAssocID="{671512AD-8D9C-411B-97F4-A17909131C6C}" presName="gear3tx" presStyleLbl="node1" presStyleIdx="2" presStyleCnt="3">
        <dgm:presLayoutVars>
          <dgm:chMax val="1"/>
          <dgm:bulletEnabled val="1"/>
        </dgm:presLayoutVars>
      </dgm:prSet>
      <dgm:spPr/>
    </dgm:pt>
    <dgm:pt modelId="{88F1857E-6AC7-41FA-9AC8-F5C86487EB98}" type="pres">
      <dgm:prSet presAssocID="{671512AD-8D9C-411B-97F4-A17909131C6C}" presName="gear3srcNode" presStyleLbl="node1" presStyleIdx="2" presStyleCnt="3"/>
      <dgm:spPr/>
    </dgm:pt>
    <dgm:pt modelId="{39D17B09-BB7C-4911-80FE-58F5BA143928}" type="pres">
      <dgm:prSet presAssocID="{671512AD-8D9C-411B-97F4-A17909131C6C}" presName="gear3dstNode" presStyleLbl="node1" presStyleIdx="2" presStyleCnt="3"/>
      <dgm:spPr/>
    </dgm:pt>
    <dgm:pt modelId="{C1BE1843-8220-4F59-A573-1DE4279AB09C}" type="pres">
      <dgm:prSet presAssocID="{5C5B8929-AD1B-40F9-B0CA-DFF3956BCFA4}" presName="connector1" presStyleLbl="sibTrans2D1" presStyleIdx="0" presStyleCnt="3"/>
      <dgm:spPr/>
    </dgm:pt>
    <dgm:pt modelId="{14D33AD9-02A7-4925-87F6-7BE2B7DC7EBD}" type="pres">
      <dgm:prSet presAssocID="{3E45E9DD-D063-4A1D-8C93-0D860F1C9446}" presName="connector2" presStyleLbl="sibTrans2D1" presStyleIdx="1" presStyleCnt="3"/>
      <dgm:spPr/>
    </dgm:pt>
    <dgm:pt modelId="{3FED63FC-B29E-41B4-90BF-69AB67019CB1}" type="pres">
      <dgm:prSet presAssocID="{A85E1A8A-7879-4E86-A04B-71A9351C60EC}" presName="connector3" presStyleLbl="sibTrans2D1" presStyleIdx="2" presStyleCnt="3"/>
      <dgm:spPr/>
    </dgm:pt>
  </dgm:ptLst>
  <dgm:cxnLst>
    <dgm:cxn modelId="{F5B7B413-60DC-4979-8CA5-1AD1492F4FCE}" type="presOf" srcId="{F1141A63-9253-4743-9491-451D34B0CF7D}" destId="{83363E6B-ABBE-45A8-9EAC-8637A57C8DCF}" srcOrd="2" destOrd="0" presId="urn:microsoft.com/office/officeart/2005/8/layout/gear1"/>
    <dgm:cxn modelId="{C5A2DC18-5E5B-4C00-AA8D-19B1E2163DBD}" type="presOf" srcId="{82157769-FA30-4FC0-B527-F19CF19583B8}" destId="{5092BCAC-A2CB-44BD-9220-7CF9BEBB4B85}" srcOrd="2" destOrd="0" presId="urn:microsoft.com/office/officeart/2005/8/layout/gear1"/>
    <dgm:cxn modelId="{C8CD8763-E291-4A78-95E4-F517EE733F43}" type="presOf" srcId="{F1141A63-9253-4743-9491-451D34B0CF7D}" destId="{F0082462-8013-4A1B-AB09-EC713C62459C}" srcOrd="1" destOrd="0" presId="urn:microsoft.com/office/officeart/2005/8/layout/gear1"/>
    <dgm:cxn modelId="{B6223F44-9CE2-49B8-8A69-ECC0CDBE3D8B}" type="presOf" srcId="{CCAC802E-7D66-4FA5-BAA0-59F0AD2C3FD1}" destId="{79C67644-734E-4F92-B317-D960DCB26B39}" srcOrd="0" destOrd="0" presId="urn:microsoft.com/office/officeart/2005/8/layout/gear1"/>
    <dgm:cxn modelId="{58834845-B646-4147-9965-7EAABC25E6CC}" type="presOf" srcId="{82157769-FA30-4FC0-B527-F19CF19583B8}" destId="{BA71DA7B-4ADC-45FD-94AE-2AF38C05DBBD}" srcOrd="1" destOrd="0" presId="urn:microsoft.com/office/officeart/2005/8/layout/gear1"/>
    <dgm:cxn modelId="{9F0D1848-07C6-4D71-BE5A-937B1644F670}" srcId="{CCAC802E-7D66-4FA5-BAA0-59F0AD2C3FD1}" destId="{F1141A63-9253-4743-9491-451D34B0CF7D}" srcOrd="1" destOrd="0" parTransId="{AA391DFC-CB33-40A1-A752-C665AB4D36D7}" sibTransId="{3E45E9DD-D063-4A1D-8C93-0D860F1C9446}"/>
    <dgm:cxn modelId="{6149306D-F739-4D12-88CE-54CFC306C075}" type="presOf" srcId="{3E45E9DD-D063-4A1D-8C93-0D860F1C9446}" destId="{14D33AD9-02A7-4925-87F6-7BE2B7DC7EBD}" srcOrd="0" destOrd="0" presId="urn:microsoft.com/office/officeart/2005/8/layout/gear1"/>
    <dgm:cxn modelId="{C4A8306E-696D-4A30-8A40-0701A4805B3D}" srcId="{CCAC802E-7D66-4FA5-BAA0-59F0AD2C3FD1}" destId="{82157769-FA30-4FC0-B527-F19CF19583B8}" srcOrd="0" destOrd="0" parTransId="{F97B3A16-6B40-407A-94DD-D0A94D209444}" sibTransId="{5C5B8929-AD1B-40F9-B0CA-DFF3956BCFA4}"/>
    <dgm:cxn modelId="{619ABE74-439B-484F-984C-DA039E4163CC}" type="presOf" srcId="{82157769-FA30-4FC0-B527-F19CF19583B8}" destId="{6368D820-5AD8-4F2A-B4DE-28FC7FDF0DB0}" srcOrd="0" destOrd="0" presId="urn:microsoft.com/office/officeart/2005/8/layout/gear1"/>
    <dgm:cxn modelId="{C82F5B76-4186-419C-B3DA-5C6C91C4965F}" type="presOf" srcId="{671512AD-8D9C-411B-97F4-A17909131C6C}" destId="{88F1857E-6AC7-41FA-9AC8-F5C86487EB98}" srcOrd="2" destOrd="0" presId="urn:microsoft.com/office/officeart/2005/8/layout/gear1"/>
    <dgm:cxn modelId="{E68BAD8F-3D78-4116-AFE9-1EAA30E9DAC3}" type="presOf" srcId="{671512AD-8D9C-411B-97F4-A17909131C6C}" destId="{39D17B09-BB7C-4911-80FE-58F5BA143928}" srcOrd="3" destOrd="0" presId="urn:microsoft.com/office/officeart/2005/8/layout/gear1"/>
    <dgm:cxn modelId="{EB2C6498-12BC-42C2-B43C-D65B07D5A7B6}" type="presOf" srcId="{5C5B8929-AD1B-40F9-B0CA-DFF3956BCFA4}" destId="{C1BE1843-8220-4F59-A573-1DE4279AB09C}" srcOrd="0" destOrd="0" presId="urn:microsoft.com/office/officeart/2005/8/layout/gear1"/>
    <dgm:cxn modelId="{E43E04A2-6583-44E6-BAD3-C901BCB824D1}" type="presOf" srcId="{671512AD-8D9C-411B-97F4-A17909131C6C}" destId="{6E3EE91E-C4EF-43CA-A031-0E5ECB0A3E96}" srcOrd="1" destOrd="0" presId="urn:microsoft.com/office/officeart/2005/8/layout/gear1"/>
    <dgm:cxn modelId="{E7E86DB4-062B-4E30-BC04-6EEEF8E6AC5A}" srcId="{CCAC802E-7D66-4FA5-BAA0-59F0AD2C3FD1}" destId="{671512AD-8D9C-411B-97F4-A17909131C6C}" srcOrd="2" destOrd="0" parTransId="{91FF9BF9-2391-43E6-BEA5-292026516317}" sibTransId="{A85E1A8A-7879-4E86-A04B-71A9351C60EC}"/>
    <dgm:cxn modelId="{5FB51FBB-9651-4B37-A2B6-E6C4F0747A12}" type="presOf" srcId="{A85E1A8A-7879-4E86-A04B-71A9351C60EC}" destId="{3FED63FC-B29E-41B4-90BF-69AB67019CB1}" srcOrd="0" destOrd="0" presId="urn:microsoft.com/office/officeart/2005/8/layout/gear1"/>
    <dgm:cxn modelId="{CC0632C3-9C34-482E-ADDB-3DECD529CE6A}" type="presOf" srcId="{671512AD-8D9C-411B-97F4-A17909131C6C}" destId="{FDCDF4E3-E341-4243-A61A-ABF4F7FFF44A}" srcOrd="0" destOrd="0" presId="urn:microsoft.com/office/officeart/2005/8/layout/gear1"/>
    <dgm:cxn modelId="{63D3F7F9-6C58-4E90-8B88-0991CB539B23}" type="presOf" srcId="{F1141A63-9253-4743-9491-451D34B0CF7D}" destId="{F0166E2C-B433-48D7-90C8-02B35E28474A}" srcOrd="0" destOrd="0" presId="urn:microsoft.com/office/officeart/2005/8/layout/gear1"/>
    <dgm:cxn modelId="{6EC9E3ED-7EB6-449A-857C-DEFDE14D2943}" type="presParOf" srcId="{79C67644-734E-4F92-B317-D960DCB26B39}" destId="{6368D820-5AD8-4F2A-B4DE-28FC7FDF0DB0}" srcOrd="0" destOrd="0" presId="urn:microsoft.com/office/officeart/2005/8/layout/gear1"/>
    <dgm:cxn modelId="{0F9EC9BC-3B20-4E50-A679-F4855275BECE}" type="presParOf" srcId="{79C67644-734E-4F92-B317-D960DCB26B39}" destId="{BA71DA7B-4ADC-45FD-94AE-2AF38C05DBBD}" srcOrd="1" destOrd="0" presId="urn:microsoft.com/office/officeart/2005/8/layout/gear1"/>
    <dgm:cxn modelId="{A4DD66D9-E68A-4090-B1E7-947B2463785D}" type="presParOf" srcId="{79C67644-734E-4F92-B317-D960DCB26B39}" destId="{5092BCAC-A2CB-44BD-9220-7CF9BEBB4B85}" srcOrd="2" destOrd="0" presId="urn:microsoft.com/office/officeart/2005/8/layout/gear1"/>
    <dgm:cxn modelId="{60C56D24-BD66-481B-9A4F-257E24963B51}" type="presParOf" srcId="{79C67644-734E-4F92-B317-D960DCB26B39}" destId="{F0166E2C-B433-48D7-90C8-02B35E28474A}" srcOrd="3" destOrd="0" presId="urn:microsoft.com/office/officeart/2005/8/layout/gear1"/>
    <dgm:cxn modelId="{5809B6BA-A886-4D0F-8B6E-99CA90906E13}" type="presParOf" srcId="{79C67644-734E-4F92-B317-D960DCB26B39}" destId="{F0082462-8013-4A1B-AB09-EC713C62459C}" srcOrd="4" destOrd="0" presId="urn:microsoft.com/office/officeart/2005/8/layout/gear1"/>
    <dgm:cxn modelId="{F9F5D6AD-4CE1-4F1E-8214-D9B603425266}" type="presParOf" srcId="{79C67644-734E-4F92-B317-D960DCB26B39}" destId="{83363E6B-ABBE-45A8-9EAC-8637A57C8DCF}" srcOrd="5" destOrd="0" presId="urn:microsoft.com/office/officeart/2005/8/layout/gear1"/>
    <dgm:cxn modelId="{88C27E0A-B95F-4F2B-8C74-EC393F8DFF4B}" type="presParOf" srcId="{79C67644-734E-4F92-B317-D960DCB26B39}" destId="{FDCDF4E3-E341-4243-A61A-ABF4F7FFF44A}" srcOrd="6" destOrd="0" presId="urn:microsoft.com/office/officeart/2005/8/layout/gear1"/>
    <dgm:cxn modelId="{E76934BB-7215-4437-ACD9-66BF3E3658CB}" type="presParOf" srcId="{79C67644-734E-4F92-B317-D960DCB26B39}" destId="{6E3EE91E-C4EF-43CA-A031-0E5ECB0A3E96}" srcOrd="7" destOrd="0" presId="urn:microsoft.com/office/officeart/2005/8/layout/gear1"/>
    <dgm:cxn modelId="{F669C0CE-BBCA-4F76-A0FA-2544CECB6265}" type="presParOf" srcId="{79C67644-734E-4F92-B317-D960DCB26B39}" destId="{88F1857E-6AC7-41FA-9AC8-F5C86487EB98}" srcOrd="8" destOrd="0" presId="urn:microsoft.com/office/officeart/2005/8/layout/gear1"/>
    <dgm:cxn modelId="{C781922B-7CB2-4EFA-B6FF-6822FB8FA300}" type="presParOf" srcId="{79C67644-734E-4F92-B317-D960DCB26B39}" destId="{39D17B09-BB7C-4911-80FE-58F5BA143928}" srcOrd="9" destOrd="0" presId="urn:microsoft.com/office/officeart/2005/8/layout/gear1"/>
    <dgm:cxn modelId="{AA309183-B80A-420D-B552-F7E011C34A16}" type="presParOf" srcId="{79C67644-734E-4F92-B317-D960DCB26B39}" destId="{C1BE1843-8220-4F59-A573-1DE4279AB09C}" srcOrd="10" destOrd="0" presId="urn:microsoft.com/office/officeart/2005/8/layout/gear1"/>
    <dgm:cxn modelId="{1384D88A-0F9E-4BEB-93CA-DF1D4FEBE88D}" type="presParOf" srcId="{79C67644-734E-4F92-B317-D960DCB26B39}" destId="{14D33AD9-02A7-4925-87F6-7BE2B7DC7EBD}" srcOrd="11" destOrd="0" presId="urn:microsoft.com/office/officeart/2005/8/layout/gear1"/>
    <dgm:cxn modelId="{20ECC51C-1D17-4B19-A429-A0F7EE2D9462}" type="presParOf" srcId="{79C67644-734E-4F92-B317-D960DCB26B39}" destId="{3FED63FC-B29E-41B4-90BF-69AB67019CB1}"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83DDB0-FFFC-421A-84B4-C7543C8AB8D8}" type="doc">
      <dgm:prSet loTypeId="urn:microsoft.com/office/officeart/2005/8/layout/radial3" loCatId="relationship" qsTypeId="urn:microsoft.com/office/officeart/2005/8/quickstyle/simple2" qsCatId="simple" csTypeId="urn:microsoft.com/office/officeart/2005/8/colors/accent6_2" csCatId="accent6" phldr="1"/>
      <dgm:spPr/>
      <dgm:t>
        <a:bodyPr/>
        <a:lstStyle/>
        <a:p>
          <a:endParaRPr lang="zh-CN" altLang="en-US"/>
        </a:p>
      </dgm:t>
    </dgm:pt>
    <dgm:pt modelId="{D342EEA9-3008-46A9-8948-55C3DC830763}">
      <dgm:prSet phldrT="[文本]" custT="1"/>
      <dgm:spPr>
        <a:solidFill>
          <a:schemeClr val="tx2"/>
        </a:solidFill>
      </dgm:spPr>
      <dgm:t>
        <a:bodyPr/>
        <a:lstStyle/>
        <a:p>
          <a:r>
            <a:rPr lang="zh-CN" altLang="en-US" sz="4400" b="1" dirty="0">
              <a:solidFill>
                <a:schemeClr val="bg1"/>
              </a:solidFill>
              <a:latin typeface="微软雅黑" panose="020B0503020204020204" pitchFamily="34" charset="-122"/>
              <a:ea typeface="微软雅黑" panose="020B0503020204020204" pitchFamily="34" charset="-122"/>
            </a:rPr>
            <a:t>聚焦</a:t>
          </a:r>
        </a:p>
      </dgm:t>
    </dgm:pt>
    <dgm:pt modelId="{A64E8D7D-3065-4FE7-8E20-DD520E54FCE9}" type="parTrans" cxnId="{921F3575-9FF5-4B8B-B287-4BE27550C9F6}">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A5E27833-193F-4628-831C-E0E6D17F8419}" type="sibTrans" cxnId="{921F3575-9FF5-4B8B-B287-4BE27550C9F6}">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B4161527-E84E-41BD-A4B7-4E1DA59F33CB}">
      <dgm:prSet phldrT="[文本]" custT="1"/>
      <dgm:spPr>
        <a:solidFill>
          <a:schemeClr val="accent1">
            <a:alpha val="58000"/>
          </a:schemeClr>
        </a:solidFill>
        <a:ln w="25400">
          <a:solidFill>
            <a:schemeClr val="bg1"/>
          </a:solidFill>
        </a:ln>
      </dgm:spPr>
      <dgm:t>
        <a:bodyPr/>
        <a:lstStyle/>
        <a:p>
          <a:r>
            <a:rPr lang="en-US" altLang="zh-CN" sz="3600" b="1" dirty="0">
              <a:solidFill>
                <a:schemeClr val="bg1"/>
              </a:solidFill>
              <a:latin typeface="微软雅黑" panose="020B0503020204020204" pitchFamily="34" charset="-122"/>
              <a:ea typeface="微软雅黑" panose="020B0503020204020204" pitchFamily="34" charset="-122"/>
            </a:rPr>
            <a:t>1</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8256A881-69AB-413C-B434-0D7CEC680480}" type="parTrans" cxnId="{F1912C94-8C0D-4066-BDF3-30C467701474}">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9E1C6026-2845-461A-8792-8521FFBCDD58}" type="sibTrans" cxnId="{F1912C94-8C0D-4066-BDF3-30C467701474}">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8B009DC1-72EC-404D-9926-5E7E3416BD84}">
      <dgm:prSet phldrT="[文本]" custT="1"/>
      <dgm:spPr>
        <a:solidFill>
          <a:schemeClr val="accent1">
            <a:alpha val="58000"/>
          </a:schemeClr>
        </a:solidFill>
        <a:ln w="25400">
          <a:solidFill>
            <a:schemeClr val="bg1"/>
          </a:solidFill>
        </a:ln>
      </dgm:spPr>
      <dgm:t>
        <a:bodyPr/>
        <a:lstStyle/>
        <a:p>
          <a:r>
            <a:rPr lang="en-US" altLang="zh-CN" sz="3600" b="1" dirty="0">
              <a:solidFill>
                <a:schemeClr val="bg1"/>
              </a:solidFill>
              <a:latin typeface="微软雅黑" panose="020B0503020204020204" pitchFamily="34" charset="-122"/>
              <a:ea typeface="微软雅黑" panose="020B0503020204020204" pitchFamily="34" charset="-122"/>
            </a:rPr>
            <a:t>3</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4A0B23F6-16E5-462A-B315-2CEFE501216F}" type="parTrans" cxnId="{D66F7C91-02FD-4F20-BA34-A658803B6932}">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C6C04511-4745-4D33-B364-AA1ED32DB459}" type="sibTrans" cxnId="{D66F7C91-02FD-4F20-BA34-A658803B6932}">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8037B6EF-DBAC-4B62-9FCE-202C0DB198C2}">
      <dgm:prSet custT="1"/>
      <dgm:spPr>
        <a:solidFill>
          <a:schemeClr val="accent1">
            <a:alpha val="58000"/>
          </a:schemeClr>
        </a:solidFill>
        <a:ln w="25400">
          <a:solidFill>
            <a:schemeClr val="bg1"/>
          </a:solidFill>
        </a:ln>
      </dgm:spPr>
      <dgm:t>
        <a:bodyPr/>
        <a:lstStyle/>
        <a:p>
          <a:r>
            <a:rPr lang="en-US" altLang="zh-CN" sz="3600" b="1" dirty="0">
              <a:solidFill>
                <a:schemeClr val="bg1"/>
              </a:solidFill>
              <a:latin typeface="微软雅黑" panose="020B0503020204020204" pitchFamily="34" charset="-122"/>
              <a:ea typeface="微软雅黑" panose="020B0503020204020204" pitchFamily="34" charset="-122"/>
            </a:rPr>
            <a:t>2</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BF73AD58-3351-4584-9986-691532F16E24}" type="parTrans" cxnId="{4559307C-E1F3-4982-9FC2-69A2132AEF1A}">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18ACCFC0-9C42-44A7-B1D3-03D88BA56566}" type="sibTrans" cxnId="{4559307C-E1F3-4982-9FC2-69A2132AEF1A}">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48A7916B-E5EA-45F2-A813-42386DED29FA}" type="pres">
      <dgm:prSet presAssocID="{5883DDB0-FFFC-421A-84B4-C7543C8AB8D8}" presName="composite" presStyleCnt="0">
        <dgm:presLayoutVars>
          <dgm:chMax val="1"/>
          <dgm:dir/>
          <dgm:resizeHandles val="exact"/>
        </dgm:presLayoutVars>
      </dgm:prSet>
      <dgm:spPr/>
    </dgm:pt>
    <dgm:pt modelId="{4A6EA6EA-5557-4CE0-813B-DDDFD47ACC6B}" type="pres">
      <dgm:prSet presAssocID="{5883DDB0-FFFC-421A-84B4-C7543C8AB8D8}" presName="radial" presStyleCnt="0">
        <dgm:presLayoutVars>
          <dgm:animLvl val="ctr"/>
        </dgm:presLayoutVars>
      </dgm:prSet>
      <dgm:spPr/>
    </dgm:pt>
    <dgm:pt modelId="{34473798-D318-4CF4-9B69-47E26231E92D}" type="pres">
      <dgm:prSet presAssocID="{D342EEA9-3008-46A9-8948-55C3DC830763}" presName="centerShape" presStyleLbl="vennNode1" presStyleIdx="0" presStyleCnt="4"/>
      <dgm:spPr/>
    </dgm:pt>
    <dgm:pt modelId="{98605A76-6266-4548-A1E7-879E73EB9877}" type="pres">
      <dgm:prSet presAssocID="{B4161527-E84E-41BD-A4B7-4E1DA59F33CB}" presName="node" presStyleLbl="vennNode1" presStyleIdx="1" presStyleCnt="4">
        <dgm:presLayoutVars>
          <dgm:bulletEnabled val="1"/>
        </dgm:presLayoutVars>
      </dgm:prSet>
      <dgm:spPr/>
    </dgm:pt>
    <dgm:pt modelId="{11D08A07-D65B-4FB4-875D-89F15ABCDB4D}" type="pres">
      <dgm:prSet presAssocID="{8B009DC1-72EC-404D-9926-5E7E3416BD84}" presName="node" presStyleLbl="vennNode1" presStyleIdx="2" presStyleCnt="4">
        <dgm:presLayoutVars>
          <dgm:bulletEnabled val="1"/>
        </dgm:presLayoutVars>
      </dgm:prSet>
      <dgm:spPr/>
    </dgm:pt>
    <dgm:pt modelId="{8E771D08-D924-4A08-9181-D3815A065757}" type="pres">
      <dgm:prSet presAssocID="{8037B6EF-DBAC-4B62-9FCE-202C0DB198C2}" presName="node" presStyleLbl="vennNode1" presStyleIdx="3" presStyleCnt="4">
        <dgm:presLayoutVars>
          <dgm:bulletEnabled val="1"/>
        </dgm:presLayoutVars>
      </dgm:prSet>
      <dgm:spPr/>
    </dgm:pt>
  </dgm:ptLst>
  <dgm:cxnLst>
    <dgm:cxn modelId="{62497A19-4151-4235-9F80-9E2AAE4321DB}" type="presOf" srcId="{B4161527-E84E-41BD-A4B7-4E1DA59F33CB}" destId="{98605A76-6266-4548-A1E7-879E73EB9877}" srcOrd="0" destOrd="0" presId="urn:microsoft.com/office/officeart/2005/8/layout/radial3"/>
    <dgm:cxn modelId="{921F3575-9FF5-4B8B-B287-4BE27550C9F6}" srcId="{5883DDB0-FFFC-421A-84B4-C7543C8AB8D8}" destId="{D342EEA9-3008-46A9-8948-55C3DC830763}" srcOrd="0" destOrd="0" parTransId="{A64E8D7D-3065-4FE7-8E20-DD520E54FCE9}" sibTransId="{A5E27833-193F-4628-831C-E0E6D17F8419}"/>
    <dgm:cxn modelId="{328BB155-8A46-4EC3-834B-426EB5C2F033}" type="presOf" srcId="{5883DDB0-FFFC-421A-84B4-C7543C8AB8D8}" destId="{48A7916B-E5EA-45F2-A813-42386DED29FA}" srcOrd="0" destOrd="0" presId="urn:microsoft.com/office/officeart/2005/8/layout/radial3"/>
    <dgm:cxn modelId="{4559307C-E1F3-4982-9FC2-69A2132AEF1A}" srcId="{D342EEA9-3008-46A9-8948-55C3DC830763}" destId="{8037B6EF-DBAC-4B62-9FCE-202C0DB198C2}" srcOrd="2" destOrd="0" parTransId="{BF73AD58-3351-4584-9986-691532F16E24}" sibTransId="{18ACCFC0-9C42-44A7-B1D3-03D88BA56566}"/>
    <dgm:cxn modelId="{0632F790-BA97-424A-B048-A8E8848694D7}" type="presOf" srcId="{D342EEA9-3008-46A9-8948-55C3DC830763}" destId="{34473798-D318-4CF4-9B69-47E26231E92D}" srcOrd="0" destOrd="0" presId="urn:microsoft.com/office/officeart/2005/8/layout/radial3"/>
    <dgm:cxn modelId="{D66F7C91-02FD-4F20-BA34-A658803B6932}" srcId="{D342EEA9-3008-46A9-8948-55C3DC830763}" destId="{8B009DC1-72EC-404D-9926-5E7E3416BD84}" srcOrd="1" destOrd="0" parTransId="{4A0B23F6-16E5-462A-B315-2CEFE501216F}" sibTransId="{C6C04511-4745-4D33-B364-AA1ED32DB459}"/>
    <dgm:cxn modelId="{F1912C94-8C0D-4066-BDF3-30C467701474}" srcId="{D342EEA9-3008-46A9-8948-55C3DC830763}" destId="{B4161527-E84E-41BD-A4B7-4E1DA59F33CB}" srcOrd="0" destOrd="0" parTransId="{8256A881-69AB-413C-B434-0D7CEC680480}" sibTransId="{9E1C6026-2845-461A-8792-8521FFBCDD58}"/>
    <dgm:cxn modelId="{B53AD0D5-DFE0-41C4-B79D-CC40A04C5570}" type="presOf" srcId="{8037B6EF-DBAC-4B62-9FCE-202C0DB198C2}" destId="{8E771D08-D924-4A08-9181-D3815A065757}" srcOrd="0" destOrd="0" presId="urn:microsoft.com/office/officeart/2005/8/layout/radial3"/>
    <dgm:cxn modelId="{F7143FF4-11E9-4982-A07E-19A6AD711C95}" type="presOf" srcId="{8B009DC1-72EC-404D-9926-5E7E3416BD84}" destId="{11D08A07-D65B-4FB4-875D-89F15ABCDB4D}" srcOrd="0" destOrd="0" presId="urn:microsoft.com/office/officeart/2005/8/layout/radial3"/>
    <dgm:cxn modelId="{52D48C98-E02D-4C78-BC1C-3F28981AF108}" type="presParOf" srcId="{48A7916B-E5EA-45F2-A813-42386DED29FA}" destId="{4A6EA6EA-5557-4CE0-813B-DDDFD47ACC6B}" srcOrd="0" destOrd="0" presId="urn:microsoft.com/office/officeart/2005/8/layout/radial3"/>
    <dgm:cxn modelId="{A94618CC-A2B3-4D8E-92B3-6DB5D25AFB00}" type="presParOf" srcId="{4A6EA6EA-5557-4CE0-813B-DDDFD47ACC6B}" destId="{34473798-D318-4CF4-9B69-47E26231E92D}" srcOrd="0" destOrd="0" presId="urn:microsoft.com/office/officeart/2005/8/layout/radial3"/>
    <dgm:cxn modelId="{89D018D8-4B6A-4429-93D4-067FE48A15DA}" type="presParOf" srcId="{4A6EA6EA-5557-4CE0-813B-DDDFD47ACC6B}" destId="{98605A76-6266-4548-A1E7-879E73EB9877}" srcOrd="1" destOrd="0" presId="urn:microsoft.com/office/officeart/2005/8/layout/radial3"/>
    <dgm:cxn modelId="{FFA0BA7B-C694-4B55-9072-71DF6802F1F6}" type="presParOf" srcId="{4A6EA6EA-5557-4CE0-813B-DDDFD47ACC6B}" destId="{11D08A07-D65B-4FB4-875D-89F15ABCDB4D}" srcOrd="2" destOrd="0" presId="urn:microsoft.com/office/officeart/2005/8/layout/radial3"/>
    <dgm:cxn modelId="{C50334FE-EAED-479C-A4DE-8DCB281BE651}" type="presParOf" srcId="{4A6EA6EA-5557-4CE0-813B-DDDFD47ACC6B}" destId="{8E771D08-D924-4A08-9181-D3815A065757}" srcOrd="3"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AC802E-7D66-4FA5-BAA0-59F0AD2C3FD1}" type="doc">
      <dgm:prSet loTypeId="urn:microsoft.com/office/officeart/2005/8/layout/gear1" loCatId="cycle" qsTypeId="urn:microsoft.com/office/officeart/2005/8/quickstyle/simple2" qsCatId="simple" csTypeId="urn:microsoft.com/office/officeart/2005/8/colors/accent1_3" csCatId="accent1" phldr="1"/>
      <dgm:spPr/>
    </dgm:pt>
    <dgm:pt modelId="{82157769-FA30-4FC0-B527-F19CF19583B8}">
      <dgm:prSet phldrT="[文本]" custT="1"/>
      <dgm:spPr>
        <a:solidFill>
          <a:schemeClr val="accent1">
            <a:shade val="80000"/>
            <a:hueOff val="0"/>
            <a:satOff val="0"/>
            <a:lumOff val="0"/>
            <a:alpha val="0"/>
          </a:schemeClr>
        </a:solidFill>
        <a:ln>
          <a:solidFill>
            <a:schemeClr val="lt1">
              <a:hueOff val="0"/>
              <a:satOff val="0"/>
              <a:lumOff val="0"/>
              <a:alpha val="0"/>
            </a:schemeClr>
          </a:solidFill>
        </a:ln>
      </dgm:spPr>
      <dgm:t>
        <a:bodyPr/>
        <a:lstStyle/>
        <a:p>
          <a:r>
            <a:rPr lang="zh-CN" altLang="en-US" sz="2800" b="1">
              <a:solidFill>
                <a:schemeClr val="lt1">
                  <a:alpha val="0"/>
                </a:schemeClr>
              </a:solidFill>
              <a:effectLst>
                <a:outerShdw blurRad="38100" dist="38100" dir="2700000" algn="tl">
                  <a:srgbClr val="000000">
                    <a:alpha val="43137"/>
                  </a:srgbClr>
                </a:outerShdw>
              </a:effectLst>
            </a:rPr>
            <a:t>原因</a:t>
          </a:r>
          <a:endParaRPr lang="zh-CN" altLang="en-US" sz="2800" b="1" dirty="0">
            <a:solidFill>
              <a:schemeClr val="lt1">
                <a:alpha val="0"/>
              </a:schemeClr>
            </a:solidFill>
            <a:effectLst>
              <a:outerShdw blurRad="38100" dist="38100" dir="2700000" algn="tl">
                <a:srgbClr val="000000">
                  <a:alpha val="43137"/>
                </a:srgbClr>
              </a:outerShdw>
            </a:effectLst>
          </a:endParaRPr>
        </a:p>
      </dgm:t>
    </dgm:pt>
    <dgm:pt modelId="{F97B3A16-6B40-407A-94DD-D0A94D209444}" type="parTrans" cxnId="{C4A8306E-696D-4A30-8A40-0701A4805B3D}">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5C5B8929-AD1B-40F9-B0CA-DFF3956BCFA4}" type="sibTrans" cxnId="{C4A8306E-696D-4A30-8A40-0701A4805B3D}">
      <dgm:prSet/>
      <dgm:spPr>
        <a:solidFill>
          <a:schemeClr val="accent1">
            <a:shade val="90000"/>
            <a:hueOff val="0"/>
            <a:satOff val="0"/>
            <a:lumOff val="0"/>
            <a:alpha val="0"/>
          </a:schemeClr>
        </a:solidFill>
      </dgm:spPr>
      <dgm:t>
        <a:bodyPr/>
        <a:lstStyle/>
        <a:p>
          <a:endParaRPr lang="zh-CN" altLang="en-US" b="1">
            <a:solidFill>
              <a:schemeClr val="bg1"/>
            </a:solidFill>
            <a:effectLst>
              <a:outerShdw blurRad="38100" dist="38100" dir="2700000" algn="tl">
                <a:srgbClr val="000000">
                  <a:alpha val="43137"/>
                </a:srgbClr>
              </a:outerShdw>
            </a:effectLst>
          </a:endParaRPr>
        </a:p>
      </dgm:t>
    </dgm:pt>
    <dgm:pt modelId="{F1141A63-9253-4743-9491-451D34B0CF7D}">
      <dgm:prSet phldrT="[文本]"/>
      <dgm:spPr>
        <a:solidFill>
          <a:schemeClr val="accent1">
            <a:shade val="80000"/>
            <a:hueOff val="411306"/>
            <a:satOff val="-37692"/>
            <a:lumOff val="19845"/>
            <a:alpha val="0"/>
          </a:schemeClr>
        </a:solidFill>
        <a:ln>
          <a:solidFill>
            <a:schemeClr val="lt1">
              <a:hueOff val="0"/>
              <a:satOff val="0"/>
              <a:lumOff val="0"/>
              <a:alpha val="0"/>
            </a:schemeClr>
          </a:solidFill>
        </a:ln>
      </dgm:spPr>
      <dgm:t>
        <a:bodyPr/>
        <a:lstStyle/>
        <a:p>
          <a:r>
            <a:rPr lang="zh-CN" altLang="en-US" b="1" dirty="0">
              <a:solidFill>
                <a:schemeClr val="lt1">
                  <a:alpha val="0"/>
                </a:schemeClr>
              </a:solidFill>
              <a:effectLst>
                <a:outerShdw blurRad="38100" dist="38100" dir="2700000" algn="tl">
                  <a:srgbClr val="000000">
                    <a:alpha val="43137"/>
                  </a:srgbClr>
                </a:outerShdw>
              </a:effectLst>
            </a:rPr>
            <a:t>变化</a:t>
          </a:r>
        </a:p>
      </dgm:t>
    </dgm:pt>
    <dgm:pt modelId="{AA391DFC-CB33-40A1-A752-C665AB4D36D7}" type="parTrans" cxnId="{9F0D1848-07C6-4D71-BE5A-937B1644F670}">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3E45E9DD-D063-4A1D-8C93-0D860F1C9446}" type="sibTrans" cxnId="{9F0D1848-07C6-4D71-BE5A-937B1644F670}">
      <dgm:prSet/>
      <dgm:spPr>
        <a:solidFill>
          <a:schemeClr val="accent1">
            <a:shade val="90000"/>
            <a:hueOff val="416361"/>
            <a:satOff val="-37692"/>
            <a:lumOff val="19099"/>
            <a:alpha val="0"/>
          </a:schemeClr>
        </a:solidFill>
      </dgm:spPr>
      <dgm:t>
        <a:bodyPr/>
        <a:lstStyle/>
        <a:p>
          <a:endParaRPr lang="zh-CN" altLang="en-US" b="1">
            <a:solidFill>
              <a:schemeClr val="bg1"/>
            </a:solidFill>
            <a:effectLst>
              <a:outerShdw blurRad="38100" dist="38100" dir="2700000" algn="tl">
                <a:srgbClr val="000000">
                  <a:alpha val="43137"/>
                </a:srgbClr>
              </a:outerShdw>
            </a:effectLst>
          </a:endParaRPr>
        </a:p>
      </dgm:t>
    </dgm:pt>
    <dgm:pt modelId="{671512AD-8D9C-411B-97F4-A17909131C6C}">
      <dgm:prSet phldrT="[文本]"/>
      <dgm:spPr>
        <a:solidFill>
          <a:schemeClr val="accent1">
            <a:shade val="80000"/>
            <a:hueOff val="822611"/>
            <a:satOff val="-75385"/>
            <a:lumOff val="39690"/>
            <a:alpha val="0"/>
          </a:schemeClr>
        </a:solidFill>
        <a:ln>
          <a:solidFill>
            <a:schemeClr val="lt1">
              <a:hueOff val="0"/>
              <a:satOff val="0"/>
              <a:lumOff val="0"/>
              <a:alpha val="0"/>
            </a:schemeClr>
          </a:solidFill>
        </a:ln>
      </dgm:spPr>
      <dgm:t>
        <a:bodyPr/>
        <a:lstStyle/>
        <a:p>
          <a:r>
            <a:rPr lang="zh-CN" altLang="en-US" b="1" dirty="0">
              <a:solidFill>
                <a:schemeClr val="lt1">
                  <a:alpha val="0"/>
                </a:schemeClr>
              </a:solidFill>
              <a:effectLst>
                <a:outerShdw blurRad="38100" dist="38100" dir="2700000" algn="tl">
                  <a:srgbClr val="000000">
                    <a:alpha val="43137"/>
                  </a:srgbClr>
                </a:outerShdw>
              </a:effectLst>
            </a:rPr>
            <a:t>计划</a:t>
          </a:r>
        </a:p>
      </dgm:t>
    </dgm:pt>
    <dgm:pt modelId="{91FF9BF9-2391-43E6-BEA5-292026516317}" type="parTrans" cxnId="{E7E86DB4-062B-4E30-BC04-6EEEF8E6AC5A}">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A85E1A8A-7879-4E86-A04B-71A9351C60EC}" type="sibTrans" cxnId="{E7E86DB4-062B-4E30-BC04-6EEEF8E6AC5A}">
      <dgm:prSet/>
      <dgm:spPr>
        <a:solidFill>
          <a:schemeClr val="accent1">
            <a:shade val="90000"/>
            <a:hueOff val="832722"/>
            <a:satOff val="-75385"/>
            <a:lumOff val="38198"/>
            <a:alpha val="0"/>
          </a:schemeClr>
        </a:solidFill>
      </dgm:spPr>
      <dgm:t>
        <a:bodyPr/>
        <a:lstStyle/>
        <a:p>
          <a:endParaRPr lang="zh-CN" altLang="en-US" b="1">
            <a:solidFill>
              <a:schemeClr val="bg1">
                <a:alpha val="0"/>
              </a:schemeClr>
            </a:solidFill>
            <a:effectLst>
              <a:outerShdw blurRad="38100" dist="38100" dir="2700000" algn="tl">
                <a:srgbClr val="000000">
                  <a:alpha val="43137"/>
                </a:srgbClr>
              </a:outerShdw>
            </a:effectLst>
          </a:endParaRPr>
        </a:p>
      </dgm:t>
    </dgm:pt>
    <dgm:pt modelId="{79C67644-734E-4F92-B317-D960DCB26B39}" type="pres">
      <dgm:prSet presAssocID="{CCAC802E-7D66-4FA5-BAA0-59F0AD2C3FD1}" presName="composite" presStyleCnt="0">
        <dgm:presLayoutVars>
          <dgm:chMax val="3"/>
          <dgm:animLvl val="lvl"/>
          <dgm:resizeHandles val="exact"/>
        </dgm:presLayoutVars>
      </dgm:prSet>
      <dgm:spPr/>
    </dgm:pt>
    <dgm:pt modelId="{6368D820-5AD8-4F2A-B4DE-28FC7FDF0DB0}" type="pres">
      <dgm:prSet presAssocID="{82157769-FA30-4FC0-B527-F19CF19583B8}" presName="gear1" presStyleLbl="node1" presStyleIdx="0" presStyleCnt="3" custAng="16768495">
        <dgm:presLayoutVars>
          <dgm:chMax val="1"/>
          <dgm:bulletEnabled val="1"/>
        </dgm:presLayoutVars>
      </dgm:prSet>
      <dgm:spPr/>
    </dgm:pt>
    <dgm:pt modelId="{BA71DA7B-4ADC-45FD-94AE-2AF38C05DBBD}" type="pres">
      <dgm:prSet presAssocID="{82157769-FA30-4FC0-B527-F19CF19583B8}" presName="gear1srcNode" presStyleLbl="node1" presStyleIdx="0" presStyleCnt="3"/>
      <dgm:spPr/>
    </dgm:pt>
    <dgm:pt modelId="{5092BCAC-A2CB-44BD-9220-7CF9BEBB4B85}" type="pres">
      <dgm:prSet presAssocID="{82157769-FA30-4FC0-B527-F19CF19583B8}" presName="gear1dstNode" presStyleLbl="node1" presStyleIdx="0" presStyleCnt="3"/>
      <dgm:spPr/>
    </dgm:pt>
    <dgm:pt modelId="{F0166E2C-B433-48D7-90C8-02B35E28474A}" type="pres">
      <dgm:prSet presAssocID="{F1141A63-9253-4743-9491-451D34B0CF7D}" presName="gear2" presStyleLbl="node1" presStyleIdx="1" presStyleCnt="3" custAng="7189632">
        <dgm:presLayoutVars>
          <dgm:chMax val="1"/>
          <dgm:bulletEnabled val="1"/>
        </dgm:presLayoutVars>
      </dgm:prSet>
      <dgm:spPr/>
    </dgm:pt>
    <dgm:pt modelId="{F0082462-8013-4A1B-AB09-EC713C62459C}" type="pres">
      <dgm:prSet presAssocID="{F1141A63-9253-4743-9491-451D34B0CF7D}" presName="gear2srcNode" presStyleLbl="node1" presStyleIdx="1" presStyleCnt="3"/>
      <dgm:spPr/>
    </dgm:pt>
    <dgm:pt modelId="{83363E6B-ABBE-45A8-9EAC-8637A57C8DCF}" type="pres">
      <dgm:prSet presAssocID="{F1141A63-9253-4743-9491-451D34B0CF7D}" presName="gear2dstNode" presStyleLbl="node1" presStyleIdx="1" presStyleCnt="3"/>
      <dgm:spPr/>
    </dgm:pt>
    <dgm:pt modelId="{FDCDF4E3-E341-4243-A61A-ABF4F7FFF44A}" type="pres">
      <dgm:prSet presAssocID="{671512AD-8D9C-411B-97F4-A17909131C6C}" presName="gear3" presStyleLbl="node1" presStyleIdx="2" presStyleCnt="3" custAng="14400022"/>
      <dgm:spPr/>
    </dgm:pt>
    <dgm:pt modelId="{6E3EE91E-C4EF-43CA-A031-0E5ECB0A3E96}" type="pres">
      <dgm:prSet presAssocID="{671512AD-8D9C-411B-97F4-A17909131C6C}" presName="gear3tx" presStyleLbl="node1" presStyleIdx="2" presStyleCnt="3">
        <dgm:presLayoutVars>
          <dgm:chMax val="1"/>
          <dgm:bulletEnabled val="1"/>
        </dgm:presLayoutVars>
      </dgm:prSet>
      <dgm:spPr/>
    </dgm:pt>
    <dgm:pt modelId="{88F1857E-6AC7-41FA-9AC8-F5C86487EB98}" type="pres">
      <dgm:prSet presAssocID="{671512AD-8D9C-411B-97F4-A17909131C6C}" presName="gear3srcNode" presStyleLbl="node1" presStyleIdx="2" presStyleCnt="3"/>
      <dgm:spPr/>
    </dgm:pt>
    <dgm:pt modelId="{39D17B09-BB7C-4911-80FE-58F5BA143928}" type="pres">
      <dgm:prSet presAssocID="{671512AD-8D9C-411B-97F4-A17909131C6C}" presName="gear3dstNode" presStyleLbl="node1" presStyleIdx="2" presStyleCnt="3"/>
      <dgm:spPr/>
    </dgm:pt>
    <dgm:pt modelId="{C1BE1843-8220-4F59-A573-1DE4279AB09C}" type="pres">
      <dgm:prSet presAssocID="{5C5B8929-AD1B-40F9-B0CA-DFF3956BCFA4}" presName="connector1" presStyleLbl="sibTrans2D1" presStyleIdx="0" presStyleCnt="3"/>
      <dgm:spPr/>
    </dgm:pt>
    <dgm:pt modelId="{14D33AD9-02A7-4925-87F6-7BE2B7DC7EBD}" type="pres">
      <dgm:prSet presAssocID="{3E45E9DD-D063-4A1D-8C93-0D860F1C9446}" presName="connector2" presStyleLbl="sibTrans2D1" presStyleIdx="1" presStyleCnt="3"/>
      <dgm:spPr/>
    </dgm:pt>
    <dgm:pt modelId="{3FED63FC-B29E-41B4-90BF-69AB67019CB1}" type="pres">
      <dgm:prSet presAssocID="{A85E1A8A-7879-4E86-A04B-71A9351C60EC}" presName="connector3" presStyleLbl="sibTrans2D1" presStyleIdx="2" presStyleCnt="3"/>
      <dgm:spPr/>
    </dgm:pt>
  </dgm:ptLst>
  <dgm:cxnLst>
    <dgm:cxn modelId="{F5B7B413-60DC-4979-8CA5-1AD1492F4FCE}" type="presOf" srcId="{F1141A63-9253-4743-9491-451D34B0CF7D}" destId="{83363E6B-ABBE-45A8-9EAC-8637A57C8DCF}" srcOrd="2" destOrd="0" presId="urn:microsoft.com/office/officeart/2005/8/layout/gear1"/>
    <dgm:cxn modelId="{C5A2DC18-5E5B-4C00-AA8D-19B1E2163DBD}" type="presOf" srcId="{82157769-FA30-4FC0-B527-F19CF19583B8}" destId="{5092BCAC-A2CB-44BD-9220-7CF9BEBB4B85}" srcOrd="2" destOrd="0" presId="urn:microsoft.com/office/officeart/2005/8/layout/gear1"/>
    <dgm:cxn modelId="{C8CD8763-E291-4A78-95E4-F517EE733F43}" type="presOf" srcId="{F1141A63-9253-4743-9491-451D34B0CF7D}" destId="{F0082462-8013-4A1B-AB09-EC713C62459C}" srcOrd="1" destOrd="0" presId="urn:microsoft.com/office/officeart/2005/8/layout/gear1"/>
    <dgm:cxn modelId="{B6223F44-9CE2-49B8-8A69-ECC0CDBE3D8B}" type="presOf" srcId="{CCAC802E-7D66-4FA5-BAA0-59F0AD2C3FD1}" destId="{79C67644-734E-4F92-B317-D960DCB26B39}" srcOrd="0" destOrd="0" presId="urn:microsoft.com/office/officeart/2005/8/layout/gear1"/>
    <dgm:cxn modelId="{58834845-B646-4147-9965-7EAABC25E6CC}" type="presOf" srcId="{82157769-FA30-4FC0-B527-F19CF19583B8}" destId="{BA71DA7B-4ADC-45FD-94AE-2AF38C05DBBD}" srcOrd="1" destOrd="0" presId="urn:microsoft.com/office/officeart/2005/8/layout/gear1"/>
    <dgm:cxn modelId="{9F0D1848-07C6-4D71-BE5A-937B1644F670}" srcId="{CCAC802E-7D66-4FA5-BAA0-59F0AD2C3FD1}" destId="{F1141A63-9253-4743-9491-451D34B0CF7D}" srcOrd="1" destOrd="0" parTransId="{AA391DFC-CB33-40A1-A752-C665AB4D36D7}" sibTransId="{3E45E9DD-D063-4A1D-8C93-0D860F1C9446}"/>
    <dgm:cxn modelId="{6149306D-F739-4D12-88CE-54CFC306C075}" type="presOf" srcId="{3E45E9DD-D063-4A1D-8C93-0D860F1C9446}" destId="{14D33AD9-02A7-4925-87F6-7BE2B7DC7EBD}" srcOrd="0" destOrd="0" presId="urn:microsoft.com/office/officeart/2005/8/layout/gear1"/>
    <dgm:cxn modelId="{C4A8306E-696D-4A30-8A40-0701A4805B3D}" srcId="{CCAC802E-7D66-4FA5-BAA0-59F0AD2C3FD1}" destId="{82157769-FA30-4FC0-B527-F19CF19583B8}" srcOrd="0" destOrd="0" parTransId="{F97B3A16-6B40-407A-94DD-D0A94D209444}" sibTransId="{5C5B8929-AD1B-40F9-B0CA-DFF3956BCFA4}"/>
    <dgm:cxn modelId="{619ABE74-439B-484F-984C-DA039E4163CC}" type="presOf" srcId="{82157769-FA30-4FC0-B527-F19CF19583B8}" destId="{6368D820-5AD8-4F2A-B4DE-28FC7FDF0DB0}" srcOrd="0" destOrd="0" presId="urn:microsoft.com/office/officeart/2005/8/layout/gear1"/>
    <dgm:cxn modelId="{C82F5B76-4186-419C-B3DA-5C6C91C4965F}" type="presOf" srcId="{671512AD-8D9C-411B-97F4-A17909131C6C}" destId="{88F1857E-6AC7-41FA-9AC8-F5C86487EB98}" srcOrd="2" destOrd="0" presId="urn:microsoft.com/office/officeart/2005/8/layout/gear1"/>
    <dgm:cxn modelId="{E68BAD8F-3D78-4116-AFE9-1EAA30E9DAC3}" type="presOf" srcId="{671512AD-8D9C-411B-97F4-A17909131C6C}" destId="{39D17B09-BB7C-4911-80FE-58F5BA143928}" srcOrd="3" destOrd="0" presId="urn:microsoft.com/office/officeart/2005/8/layout/gear1"/>
    <dgm:cxn modelId="{EB2C6498-12BC-42C2-B43C-D65B07D5A7B6}" type="presOf" srcId="{5C5B8929-AD1B-40F9-B0CA-DFF3956BCFA4}" destId="{C1BE1843-8220-4F59-A573-1DE4279AB09C}" srcOrd="0" destOrd="0" presId="urn:microsoft.com/office/officeart/2005/8/layout/gear1"/>
    <dgm:cxn modelId="{E43E04A2-6583-44E6-BAD3-C901BCB824D1}" type="presOf" srcId="{671512AD-8D9C-411B-97F4-A17909131C6C}" destId="{6E3EE91E-C4EF-43CA-A031-0E5ECB0A3E96}" srcOrd="1" destOrd="0" presId="urn:microsoft.com/office/officeart/2005/8/layout/gear1"/>
    <dgm:cxn modelId="{E7E86DB4-062B-4E30-BC04-6EEEF8E6AC5A}" srcId="{CCAC802E-7D66-4FA5-BAA0-59F0AD2C3FD1}" destId="{671512AD-8D9C-411B-97F4-A17909131C6C}" srcOrd="2" destOrd="0" parTransId="{91FF9BF9-2391-43E6-BEA5-292026516317}" sibTransId="{A85E1A8A-7879-4E86-A04B-71A9351C60EC}"/>
    <dgm:cxn modelId="{5FB51FBB-9651-4B37-A2B6-E6C4F0747A12}" type="presOf" srcId="{A85E1A8A-7879-4E86-A04B-71A9351C60EC}" destId="{3FED63FC-B29E-41B4-90BF-69AB67019CB1}" srcOrd="0" destOrd="0" presId="urn:microsoft.com/office/officeart/2005/8/layout/gear1"/>
    <dgm:cxn modelId="{CC0632C3-9C34-482E-ADDB-3DECD529CE6A}" type="presOf" srcId="{671512AD-8D9C-411B-97F4-A17909131C6C}" destId="{FDCDF4E3-E341-4243-A61A-ABF4F7FFF44A}" srcOrd="0" destOrd="0" presId="urn:microsoft.com/office/officeart/2005/8/layout/gear1"/>
    <dgm:cxn modelId="{63D3F7F9-6C58-4E90-8B88-0991CB539B23}" type="presOf" srcId="{F1141A63-9253-4743-9491-451D34B0CF7D}" destId="{F0166E2C-B433-48D7-90C8-02B35E28474A}" srcOrd="0" destOrd="0" presId="urn:microsoft.com/office/officeart/2005/8/layout/gear1"/>
    <dgm:cxn modelId="{6EC9E3ED-7EB6-449A-857C-DEFDE14D2943}" type="presParOf" srcId="{79C67644-734E-4F92-B317-D960DCB26B39}" destId="{6368D820-5AD8-4F2A-B4DE-28FC7FDF0DB0}" srcOrd="0" destOrd="0" presId="urn:microsoft.com/office/officeart/2005/8/layout/gear1"/>
    <dgm:cxn modelId="{0F9EC9BC-3B20-4E50-A679-F4855275BECE}" type="presParOf" srcId="{79C67644-734E-4F92-B317-D960DCB26B39}" destId="{BA71DA7B-4ADC-45FD-94AE-2AF38C05DBBD}" srcOrd="1" destOrd="0" presId="urn:microsoft.com/office/officeart/2005/8/layout/gear1"/>
    <dgm:cxn modelId="{A4DD66D9-E68A-4090-B1E7-947B2463785D}" type="presParOf" srcId="{79C67644-734E-4F92-B317-D960DCB26B39}" destId="{5092BCAC-A2CB-44BD-9220-7CF9BEBB4B85}" srcOrd="2" destOrd="0" presId="urn:microsoft.com/office/officeart/2005/8/layout/gear1"/>
    <dgm:cxn modelId="{60C56D24-BD66-481B-9A4F-257E24963B51}" type="presParOf" srcId="{79C67644-734E-4F92-B317-D960DCB26B39}" destId="{F0166E2C-B433-48D7-90C8-02B35E28474A}" srcOrd="3" destOrd="0" presId="urn:microsoft.com/office/officeart/2005/8/layout/gear1"/>
    <dgm:cxn modelId="{5809B6BA-A886-4D0F-8B6E-99CA90906E13}" type="presParOf" srcId="{79C67644-734E-4F92-B317-D960DCB26B39}" destId="{F0082462-8013-4A1B-AB09-EC713C62459C}" srcOrd="4" destOrd="0" presId="urn:microsoft.com/office/officeart/2005/8/layout/gear1"/>
    <dgm:cxn modelId="{F9F5D6AD-4CE1-4F1E-8214-D9B603425266}" type="presParOf" srcId="{79C67644-734E-4F92-B317-D960DCB26B39}" destId="{83363E6B-ABBE-45A8-9EAC-8637A57C8DCF}" srcOrd="5" destOrd="0" presId="urn:microsoft.com/office/officeart/2005/8/layout/gear1"/>
    <dgm:cxn modelId="{88C27E0A-B95F-4F2B-8C74-EC393F8DFF4B}" type="presParOf" srcId="{79C67644-734E-4F92-B317-D960DCB26B39}" destId="{FDCDF4E3-E341-4243-A61A-ABF4F7FFF44A}" srcOrd="6" destOrd="0" presId="urn:microsoft.com/office/officeart/2005/8/layout/gear1"/>
    <dgm:cxn modelId="{E76934BB-7215-4437-ACD9-66BF3E3658CB}" type="presParOf" srcId="{79C67644-734E-4F92-B317-D960DCB26B39}" destId="{6E3EE91E-C4EF-43CA-A031-0E5ECB0A3E96}" srcOrd="7" destOrd="0" presId="urn:microsoft.com/office/officeart/2005/8/layout/gear1"/>
    <dgm:cxn modelId="{F669C0CE-BBCA-4F76-A0FA-2544CECB6265}" type="presParOf" srcId="{79C67644-734E-4F92-B317-D960DCB26B39}" destId="{88F1857E-6AC7-41FA-9AC8-F5C86487EB98}" srcOrd="8" destOrd="0" presId="urn:microsoft.com/office/officeart/2005/8/layout/gear1"/>
    <dgm:cxn modelId="{C781922B-7CB2-4EFA-B6FF-6822FB8FA300}" type="presParOf" srcId="{79C67644-734E-4F92-B317-D960DCB26B39}" destId="{39D17B09-BB7C-4911-80FE-58F5BA143928}" srcOrd="9" destOrd="0" presId="urn:microsoft.com/office/officeart/2005/8/layout/gear1"/>
    <dgm:cxn modelId="{AA309183-B80A-420D-B552-F7E011C34A16}" type="presParOf" srcId="{79C67644-734E-4F92-B317-D960DCB26B39}" destId="{C1BE1843-8220-4F59-A573-1DE4279AB09C}" srcOrd="10" destOrd="0" presId="urn:microsoft.com/office/officeart/2005/8/layout/gear1"/>
    <dgm:cxn modelId="{1384D88A-0F9E-4BEB-93CA-DF1D4FEBE88D}" type="presParOf" srcId="{79C67644-734E-4F92-B317-D960DCB26B39}" destId="{14D33AD9-02A7-4925-87F6-7BE2B7DC7EBD}" srcOrd="11" destOrd="0" presId="urn:microsoft.com/office/officeart/2005/8/layout/gear1"/>
    <dgm:cxn modelId="{20ECC51C-1D17-4B19-A429-A0F7EE2D9462}" type="presParOf" srcId="{79C67644-734E-4F92-B317-D960DCB26B39}" destId="{3FED63FC-B29E-41B4-90BF-69AB67019CB1}" srcOrd="12" destOrd="0" presId="urn:microsoft.com/office/officeart/2005/8/layout/gear1"/>
  </dgm:cxnLst>
  <dgm:bg>
    <a:effectLst>
      <a:outerShdw blurRad="50800" dist="50800" dir="5400000" algn="ctr" rotWithShape="0">
        <a:srgbClr val="000000"/>
      </a:outerShdw>
    </a:effect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CF5E67-B20D-4685-B18E-19B5CE6F9D09}"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zh-CN" altLang="en-US"/>
        </a:p>
      </dgm:t>
    </dgm:pt>
    <dgm:pt modelId="{7604122A-710D-480A-A9B5-CCC39CF7AD85}">
      <dgm:prSet phldrT="[文本]"/>
      <dgm:spPr/>
      <dgm:t>
        <a:bodyPr/>
        <a:lstStyle/>
        <a:p>
          <a:r>
            <a:rPr lang="zh-CN" altLang="en-US" dirty="0"/>
            <a:t>数据清洗：处理无效数据</a:t>
          </a:r>
        </a:p>
      </dgm:t>
    </dgm:pt>
    <dgm:pt modelId="{F24FE362-3581-4FF5-A338-455D2774111D}" type="parTrans" cxnId="{53B05692-5A2E-4AB9-9BE1-13A36FD1EC36}">
      <dgm:prSet/>
      <dgm:spPr/>
      <dgm:t>
        <a:bodyPr/>
        <a:lstStyle/>
        <a:p>
          <a:endParaRPr lang="zh-CN" altLang="en-US"/>
        </a:p>
      </dgm:t>
    </dgm:pt>
    <dgm:pt modelId="{6E6931C4-FD3A-4F92-AC99-B7E9A94A118D}" type="sibTrans" cxnId="{53B05692-5A2E-4AB9-9BE1-13A36FD1EC36}">
      <dgm:prSet/>
      <dgm:spPr/>
      <dgm:t>
        <a:bodyPr/>
        <a:lstStyle/>
        <a:p>
          <a:endParaRPr lang="zh-CN" altLang="en-US"/>
        </a:p>
      </dgm:t>
    </dgm:pt>
    <dgm:pt modelId="{C638EB5D-58E8-4B28-AC81-D43A8D336089}">
      <dgm:prSet phldrT="[文本]"/>
      <dgm:spPr/>
      <dgm:t>
        <a:bodyPr/>
        <a:lstStyle/>
        <a:p>
          <a:r>
            <a:rPr lang="zh-CN" altLang="en-US" dirty="0"/>
            <a:t>量化关系：设计公式计算</a:t>
          </a:r>
        </a:p>
      </dgm:t>
    </dgm:pt>
    <dgm:pt modelId="{C0DB617F-75D1-4182-977C-1791E8E05C3E}" type="parTrans" cxnId="{F2E851A7-8626-49F0-A334-06F4528304D3}">
      <dgm:prSet/>
      <dgm:spPr/>
      <dgm:t>
        <a:bodyPr/>
        <a:lstStyle/>
        <a:p>
          <a:endParaRPr lang="zh-CN" altLang="en-US"/>
        </a:p>
      </dgm:t>
    </dgm:pt>
    <dgm:pt modelId="{CA560013-53BC-4FC0-91E9-55A5B86CD254}" type="sibTrans" cxnId="{F2E851A7-8626-49F0-A334-06F4528304D3}">
      <dgm:prSet/>
      <dgm:spPr/>
      <dgm:t>
        <a:bodyPr/>
        <a:lstStyle/>
        <a:p>
          <a:endParaRPr lang="zh-CN" altLang="en-US"/>
        </a:p>
      </dgm:t>
    </dgm:pt>
    <dgm:pt modelId="{8811D227-5492-431D-9DE8-4E6296A11C35}">
      <dgm:prSet phldrT="[文本]"/>
      <dgm:spPr/>
      <dgm:t>
        <a:bodyPr/>
        <a:lstStyle/>
        <a:p>
          <a:r>
            <a:rPr lang="zh-CN" altLang="en-US" dirty="0"/>
            <a:t>数据分析：得出结论</a:t>
          </a:r>
        </a:p>
      </dgm:t>
    </dgm:pt>
    <dgm:pt modelId="{C4AE1111-F5C7-4CA2-B620-F568D0C80182}" type="parTrans" cxnId="{D5B2B115-96AD-4C48-9ED0-30DF6A096CBA}">
      <dgm:prSet/>
      <dgm:spPr/>
      <dgm:t>
        <a:bodyPr/>
        <a:lstStyle/>
        <a:p>
          <a:endParaRPr lang="zh-CN" altLang="en-US"/>
        </a:p>
      </dgm:t>
    </dgm:pt>
    <dgm:pt modelId="{7EECF782-A894-4D54-8C82-417A419A4E1B}" type="sibTrans" cxnId="{D5B2B115-96AD-4C48-9ED0-30DF6A096CBA}">
      <dgm:prSet/>
      <dgm:spPr/>
      <dgm:t>
        <a:bodyPr/>
        <a:lstStyle/>
        <a:p>
          <a:endParaRPr lang="zh-CN" altLang="en-US"/>
        </a:p>
      </dgm:t>
    </dgm:pt>
    <dgm:pt modelId="{C6B2C19D-9F52-4827-A4EE-E2CD987D9AED}" type="pres">
      <dgm:prSet presAssocID="{62CF5E67-B20D-4685-B18E-19B5CE6F9D09}" presName="outerComposite" presStyleCnt="0">
        <dgm:presLayoutVars>
          <dgm:chMax val="5"/>
          <dgm:dir/>
          <dgm:resizeHandles val="exact"/>
        </dgm:presLayoutVars>
      </dgm:prSet>
      <dgm:spPr/>
    </dgm:pt>
    <dgm:pt modelId="{271D404E-B464-43DF-B144-8AC4F9A5171B}" type="pres">
      <dgm:prSet presAssocID="{62CF5E67-B20D-4685-B18E-19B5CE6F9D09}" presName="dummyMaxCanvas" presStyleCnt="0">
        <dgm:presLayoutVars/>
      </dgm:prSet>
      <dgm:spPr/>
    </dgm:pt>
    <dgm:pt modelId="{ABD5ECB2-4495-4AC1-A15E-8E941D67C5C8}" type="pres">
      <dgm:prSet presAssocID="{62CF5E67-B20D-4685-B18E-19B5CE6F9D09}" presName="ThreeNodes_1" presStyleLbl="node1" presStyleIdx="0" presStyleCnt="3">
        <dgm:presLayoutVars>
          <dgm:bulletEnabled val="1"/>
        </dgm:presLayoutVars>
      </dgm:prSet>
      <dgm:spPr/>
    </dgm:pt>
    <dgm:pt modelId="{CA5D952D-4186-440F-A38B-ADDEFAD31B8E}" type="pres">
      <dgm:prSet presAssocID="{62CF5E67-B20D-4685-B18E-19B5CE6F9D09}" presName="ThreeNodes_2" presStyleLbl="node1" presStyleIdx="1" presStyleCnt="3">
        <dgm:presLayoutVars>
          <dgm:bulletEnabled val="1"/>
        </dgm:presLayoutVars>
      </dgm:prSet>
      <dgm:spPr/>
    </dgm:pt>
    <dgm:pt modelId="{F4EBF195-6A41-4CC8-B856-47BC653E4E56}" type="pres">
      <dgm:prSet presAssocID="{62CF5E67-B20D-4685-B18E-19B5CE6F9D09}" presName="ThreeNodes_3" presStyleLbl="node1" presStyleIdx="2" presStyleCnt="3">
        <dgm:presLayoutVars>
          <dgm:bulletEnabled val="1"/>
        </dgm:presLayoutVars>
      </dgm:prSet>
      <dgm:spPr/>
    </dgm:pt>
    <dgm:pt modelId="{86B5431A-9593-43D5-96A5-8F82F25E5D85}" type="pres">
      <dgm:prSet presAssocID="{62CF5E67-B20D-4685-B18E-19B5CE6F9D09}" presName="ThreeConn_1-2" presStyleLbl="fgAccFollowNode1" presStyleIdx="0" presStyleCnt="2">
        <dgm:presLayoutVars>
          <dgm:bulletEnabled val="1"/>
        </dgm:presLayoutVars>
      </dgm:prSet>
      <dgm:spPr/>
    </dgm:pt>
    <dgm:pt modelId="{60633AE0-8915-4939-ABF6-2F6C49155B4D}" type="pres">
      <dgm:prSet presAssocID="{62CF5E67-B20D-4685-B18E-19B5CE6F9D09}" presName="ThreeConn_2-3" presStyleLbl="fgAccFollowNode1" presStyleIdx="1" presStyleCnt="2">
        <dgm:presLayoutVars>
          <dgm:bulletEnabled val="1"/>
        </dgm:presLayoutVars>
      </dgm:prSet>
      <dgm:spPr/>
    </dgm:pt>
    <dgm:pt modelId="{5750259B-11CB-495C-81B7-0D0BBD0D95B5}" type="pres">
      <dgm:prSet presAssocID="{62CF5E67-B20D-4685-B18E-19B5CE6F9D09}" presName="ThreeNodes_1_text" presStyleLbl="node1" presStyleIdx="2" presStyleCnt="3">
        <dgm:presLayoutVars>
          <dgm:bulletEnabled val="1"/>
        </dgm:presLayoutVars>
      </dgm:prSet>
      <dgm:spPr/>
    </dgm:pt>
    <dgm:pt modelId="{7F2A2BDE-7405-4F50-8B61-39DC63878ED3}" type="pres">
      <dgm:prSet presAssocID="{62CF5E67-B20D-4685-B18E-19B5CE6F9D09}" presName="ThreeNodes_2_text" presStyleLbl="node1" presStyleIdx="2" presStyleCnt="3">
        <dgm:presLayoutVars>
          <dgm:bulletEnabled val="1"/>
        </dgm:presLayoutVars>
      </dgm:prSet>
      <dgm:spPr/>
    </dgm:pt>
    <dgm:pt modelId="{F2F4F590-92EE-43E0-A482-506218430EDB}" type="pres">
      <dgm:prSet presAssocID="{62CF5E67-B20D-4685-B18E-19B5CE6F9D09}" presName="ThreeNodes_3_text" presStyleLbl="node1" presStyleIdx="2" presStyleCnt="3">
        <dgm:presLayoutVars>
          <dgm:bulletEnabled val="1"/>
        </dgm:presLayoutVars>
      </dgm:prSet>
      <dgm:spPr/>
    </dgm:pt>
  </dgm:ptLst>
  <dgm:cxnLst>
    <dgm:cxn modelId="{D5B2B115-96AD-4C48-9ED0-30DF6A096CBA}" srcId="{62CF5E67-B20D-4685-B18E-19B5CE6F9D09}" destId="{8811D227-5492-431D-9DE8-4E6296A11C35}" srcOrd="2" destOrd="0" parTransId="{C4AE1111-F5C7-4CA2-B620-F568D0C80182}" sibTransId="{7EECF782-A894-4D54-8C82-417A419A4E1B}"/>
    <dgm:cxn modelId="{64AA8433-E205-41A5-A999-50A1732F00E7}" type="presOf" srcId="{8811D227-5492-431D-9DE8-4E6296A11C35}" destId="{F4EBF195-6A41-4CC8-B856-47BC653E4E56}" srcOrd="0" destOrd="0" presId="urn:microsoft.com/office/officeart/2005/8/layout/vProcess5"/>
    <dgm:cxn modelId="{AF025868-749E-45F1-B48B-387C7408D9AE}" type="presOf" srcId="{6E6931C4-FD3A-4F92-AC99-B7E9A94A118D}" destId="{86B5431A-9593-43D5-96A5-8F82F25E5D85}" srcOrd="0" destOrd="0" presId="urn:microsoft.com/office/officeart/2005/8/layout/vProcess5"/>
    <dgm:cxn modelId="{C64FF94B-1768-45C5-80DA-00E7D887077E}" type="presOf" srcId="{7604122A-710D-480A-A9B5-CCC39CF7AD85}" destId="{5750259B-11CB-495C-81B7-0D0BBD0D95B5}" srcOrd="1" destOrd="0" presId="urn:microsoft.com/office/officeart/2005/8/layout/vProcess5"/>
    <dgm:cxn modelId="{356A6686-20C3-496B-989B-D9A0A41E1287}" type="presOf" srcId="{C638EB5D-58E8-4B28-AC81-D43A8D336089}" destId="{CA5D952D-4186-440F-A38B-ADDEFAD31B8E}" srcOrd="0" destOrd="0" presId="urn:microsoft.com/office/officeart/2005/8/layout/vProcess5"/>
    <dgm:cxn modelId="{53B05692-5A2E-4AB9-9BE1-13A36FD1EC36}" srcId="{62CF5E67-B20D-4685-B18E-19B5CE6F9D09}" destId="{7604122A-710D-480A-A9B5-CCC39CF7AD85}" srcOrd="0" destOrd="0" parTransId="{F24FE362-3581-4FF5-A338-455D2774111D}" sibTransId="{6E6931C4-FD3A-4F92-AC99-B7E9A94A118D}"/>
    <dgm:cxn modelId="{DD72399C-60C5-4929-BE23-E7AECA9258CE}" type="presOf" srcId="{C638EB5D-58E8-4B28-AC81-D43A8D336089}" destId="{7F2A2BDE-7405-4F50-8B61-39DC63878ED3}" srcOrd="1" destOrd="0" presId="urn:microsoft.com/office/officeart/2005/8/layout/vProcess5"/>
    <dgm:cxn modelId="{F2E851A7-8626-49F0-A334-06F4528304D3}" srcId="{62CF5E67-B20D-4685-B18E-19B5CE6F9D09}" destId="{C638EB5D-58E8-4B28-AC81-D43A8D336089}" srcOrd="1" destOrd="0" parTransId="{C0DB617F-75D1-4182-977C-1791E8E05C3E}" sibTransId="{CA560013-53BC-4FC0-91E9-55A5B86CD254}"/>
    <dgm:cxn modelId="{BFF7F0B9-7CC9-4393-A70B-A3D1CDEAADB7}" type="presOf" srcId="{7604122A-710D-480A-A9B5-CCC39CF7AD85}" destId="{ABD5ECB2-4495-4AC1-A15E-8E941D67C5C8}" srcOrd="0" destOrd="0" presId="urn:microsoft.com/office/officeart/2005/8/layout/vProcess5"/>
    <dgm:cxn modelId="{88BC71D3-DBA9-4DA7-A972-FDBACB9FFA3E}" type="presOf" srcId="{62CF5E67-B20D-4685-B18E-19B5CE6F9D09}" destId="{C6B2C19D-9F52-4827-A4EE-E2CD987D9AED}" srcOrd="0" destOrd="0" presId="urn:microsoft.com/office/officeart/2005/8/layout/vProcess5"/>
    <dgm:cxn modelId="{4DC00BE4-A863-4237-9095-34581BABB377}" type="presOf" srcId="{CA560013-53BC-4FC0-91E9-55A5B86CD254}" destId="{60633AE0-8915-4939-ABF6-2F6C49155B4D}" srcOrd="0" destOrd="0" presId="urn:microsoft.com/office/officeart/2005/8/layout/vProcess5"/>
    <dgm:cxn modelId="{08FF81F5-BC8C-4006-9329-09F8022C72B3}" type="presOf" srcId="{8811D227-5492-431D-9DE8-4E6296A11C35}" destId="{F2F4F590-92EE-43E0-A482-506218430EDB}" srcOrd="1" destOrd="0" presId="urn:microsoft.com/office/officeart/2005/8/layout/vProcess5"/>
    <dgm:cxn modelId="{262FC916-978A-40E7-9CA2-55B97C897C8A}" type="presParOf" srcId="{C6B2C19D-9F52-4827-A4EE-E2CD987D9AED}" destId="{271D404E-B464-43DF-B144-8AC4F9A5171B}" srcOrd="0" destOrd="0" presId="urn:microsoft.com/office/officeart/2005/8/layout/vProcess5"/>
    <dgm:cxn modelId="{4270077D-B34D-43B0-AEB9-9906286423D0}" type="presParOf" srcId="{C6B2C19D-9F52-4827-A4EE-E2CD987D9AED}" destId="{ABD5ECB2-4495-4AC1-A15E-8E941D67C5C8}" srcOrd="1" destOrd="0" presId="urn:microsoft.com/office/officeart/2005/8/layout/vProcess5"/>
    <dgm:cxn modelId="{6F551B5C-6D4A-4A1B-8297-12925F3AD348}" type="presParOf" srcId="{C6B2C19D-9F52-4827-A4EE-E2CD987D9AED}" destId="{CA5D952D-4186-440F-A38B-ADDEFAD31B8E}" srcOrd="2" destOrd="0" presId="urn:microsoft.com/office/officeart/2005/8/layout/vProcess5"/>
    <dgm:cxn modelId="{A22634D5-2A31-4B43-924D-5FAE74581A40}" type="presParOf" srcId="{C6B2C19D-9F52-4827-A4EE-E2CD987D9AED}" destId="{F4EBF195-6A41-4CC8-B856-47BC653E4E56}" srcOrd="3" destOrd="0" presId="urn:microsoft.com/office/officeart/2005/8/layout/vProcess5"/>
    <dgm:cxn modelId="{6AB021FD-72F3-43BC-B4EA-F1D2CD9BB45B}" type="presParOf" srcId="{C6B2C19D-9F52-4827-A4EE-E2CD987D9AED}" destId="{86B5431A-9593-43D5-96A5-8F82F25E5D85}" srcOrd="4" destOrd="0" presId="urn:microsoft.com/office/officeart/2005/8/layout/vProcess5"/>
    <dgm:cxn modelId="{1C85BB33-649B-46BB-B3CD-9E33B8905030}" type="presParOf" srcId="{C6B2C19D-9F52-4827-A4EE-E2CD987D9AED}" destId="{60633AE0-8915-4939-ABF6-2F6C49155B4D}" srcOrd="5" destOrd="0" presId="urn:microsoft.com/office/officeart/2005/8/layout/vProcess5"/>
    <dgm:cxn modelId="{FF496BA5-853A-4617-BEA3-1EF4106F1163}" type="presParOf" srcId="{C6B2C19D-9F52-4827-A4EE-E2CD987D9AED}" destId="{5750259B-11CB-495C-81B7-0D0BBD0D95B5}" srcOrd="6" destOrd="0" presId="urn:microsoft.com/office/officeart/2005/8/layout/vProcess5"/>
    <dgm:cxn modelId="{2B445673-7378-4CEF-8E90-07DDBCBF91EB}" type="presParOf" srcId="{C6B2C19D-9F52-4827-A4EE-E2CD987D9AED}" destId="{7F2A2BDE-7405-4F50-8B61-39DC63878ED3}" srcOrd="7" destOrd="0" presId="urn:microsoft.com/office/officeart/2005/8/layout/vProcess5"/>
    <dgm:cxn modelId="{80CB7427-FEB2-44CD-87F1-E14253316D30}" type="presParOf" srcId="{C6B2C19D-9F52-4827-A4EE-E2CD987D9AED}" destId="{F2F4F590-92EE-43E0-A482-506218430EDB}"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D0E50A-D439-41E0-8182-E98CD55E7144}" type="doc">
      <dgm:prSet loTypeId="urn:microsoft.com/office/officeart/2005/8/layout/hList1" loCatId="list" qsTypeId="urn:microsoft.com/office/officeart/2005/8/quickstyle/simple5" qsCatId="simple" csTypeId="urn:microsoft.com/office/officeart/2005/8/colors/accent1_2" csCatId="accent1" phldr="1"/>
      <dgm:spPr/>
      <dgm:t>
        <a:bodyPr/>
        <a:lstStyle/>
        <a:p>
          <a:endParaRPr lang="zh-CN" altLang="en-US"/>
        </a:p>
      </dgm:t>
    </dgm:pt>
    <dgm:pt modelId="{02648C41-07D0-4CB3-A72A-DC2FADE5E978}">
      <dgm:prSet phldrT="[文本]"/>
      <dgm:spPr/>
      <dgm:t>
        <a:bodyPr/>
        <a:lstStyle/>
        <a:p>
          <a:r>
            <a:rPr lang="zh-CN" altLang="en-US" dirty="0"/>
            <a:t>王浩新 </a:t>
          </a:r>
        </a:p>
      </dgm:t>
    </dgm:pt>
    <dgm:pt modelId="{52E9ED88-9CA5-4F14-9D50-E3588C31BA89}" type="parTrans" cxnId="{B0E328DD-6AE5-4C23-ABF9-F8A17894F227}">
      <dgm:prSet/>
      <dgm:spPr/>
      <dgm:t>
        <a:bodyPr/>
        <a:lstStyle/>
        <a:p>
          <a:endParaRPr lang="zh-CN" altLang="en-US"/>
        </a:p>
      </dgm:t>
    </dgm:pt>
    <dgm:pt modelId="{69EBD6AC-AC83-47E9-9B48-E7F28E5042B9}" type="sibTrans" cxnId="{B0E328DD-6AE5-4C23-ABF9-F8A17894F227}">
      <dgm:prSet/>
      <dgm:spPr/>
      <dgm:t>
        <a:bodyPr/>
        <a:lstStyle/>
        <a:p>
          <a:endParaRPr lang="zh-CN" altLang="en-US"/>
        </a:p>
      </dgm:t>
    </dgm:pt>
    <dgm:pt modelId="{6E58C8AE-22C4-4180-842F-779BB91F0736}">
      <dgm:prSet phldrT="[文本]"/>
      <dgm:spPr/>
      <dgm:t>
        <a:bodyPr/>
        <a:lstStyle/>
        <a:p>
          <a:r>
            <a:rPr lang="zh-CN" altLang="en-US" dirty="0"/>
            <a:t>文献调研</a:t>
          </a:r>
        </a:p>
      </dgm:t>
    </dgm:pt>
    <dgm:pt modelId="{076A417F-E2BD-405C-9DD5-678F30FB43B0}" type="parTrans" cxnId="{88F4DCB4-987C-4EDE-8769-96AAFAF4B675}">
      <dgm:prSet/>
      <dgm:spPr/>
      <dgm:t>
        <a:bodyPr/>
        <a:lstStyle/>
        <a:p>
          <a:endParaRPr lang="zh-CN" altLang="en-US"/>
        </a:p>
      </dgm:t>
    </dgm:pt>
    <dgm:pt modelId="{A789E23F-473C-43C9-AB15-661162A42BDC}" type="sibTrans" cxnId="{88F4DCB4-987C-4EDE-8769-96AAFAF4B675}">
      <dgm:prSet/>
      <dgm:spPr/>
      <dgm:t>
        <a:bodyPr/>
        <a:lstStyle/>
        <a:p>
          <a:endParaRPr lang="zh-CN" altLang="en-US"/>
        </a:p>
      </dgm:t>
    </dgm:pt>
    <dgm:pt modelId="{81DEBB86-2FDF-440C-9EF5-2CF5A92DBF7A}">
      <dgm:prSet phldrT="[文本]"/>
      <dgm:spPr/>
      <dgm:t>
        <a:bodyPr/>
        <a:lstStyle/>
        <a:p>
          <a:r>
            <a:rPr lang="zh-CN" altLang="en-US" dirty="0"/>
            <a:t>模拟访谈</a:t>
          </a:r>
        </a:p>
      </dgm:t>
    </dgm:pt>
    <dgm:pt modelId="{5EB257A3-FD69-4822-BC9E-871A03C92B3B}" type="parTrans" cxnId="{397BAA83-4276-407C-A673-B6FD92095AF3}">
      <dgm:prSet/>
      <dgm:spPr/>
      <dgm:t>
        <a:bodyPr/>
        <a:lstStyle/>
        <a:p>
          <a:endParaRPr lang="zh-CN" altLang="en-US"/>
        </a:p>
      </dgm:t>
    </dgm:pt>
    <dgm:pt modelId="{69D1DEEF-7AB4-4ECF-A9F6-D37B0A5128FF}" type="sibTrans" cxnId="{397BAA83-4276-407C-A673-B6FD92095AF3}">
      <dgm:prSet/>
      <dgm:spPr/>
      <dgm:t>
        <a:bodyPr/>
        <a:lstStyle/>
        <a:p>
          <a:endParaRPr lang="zh-CN" altLang="en-US"/>
        </a:p>
      </dgm:t>
    </dgm:pt>
    <dgm:pt modelId="{3B215AF5-0FD1-4510-9ACD-5EDB1CDD5598}">
      <dgm:prSet phldrT="[文本]"/>
      <dgm:spPr/>
      <dgm:t>
        <a:bodyPr/>
        <a:lstStyle/>
        <a:p>
          <a:r>
            <a:rPr lang="zh-CN" altLang="en-US" dirty="0"/>
            <a:t>黄幸运</a:t>
          </a:r>
        </a:p>
      </dgm:t>
    </dgm:pt>
    <dgm:pt modelId="{18B81F8E-C86A-421B-8CB1-5A95E7106A77}" type="parTrans" cxnId="{5027A18B-8680-4530-9752-7FAF515FCC93}">
      <dgm:prSet/>
      <dgm:spPr/>
      <dgm:t>
        <a:bodyPr/>
        <a:lstStyle/>
        <a:p>
          <a:endParaRPr lang="zh-CN" altLang="en-US"/>
        </a:p>
      </dgm:t>
    </dgm:pt>
    <dgm:pt modelId="{05DB84B7-644B-472D-ACF8-36A300C093CF}" type="sibTrans" cxnId="{5027A18B-8680-4530-9752-7FAF515FCC93}">
      <dgm:prSet/>
      <dgm:spPr/>
      <dgm:t>
        <a:bodyPr/>
        <a:lstStyle/>
        <a:p>
          <a:endParaRPr lang="zh-CN" altLang="en-US"/>
        </a:p>
      </dgm:t>
    </dgm:pt>
    <dgm:pt modelId="{20C864E7-3841-4E9E-B85F-F01116681239}">
      <dgm:prSet phldrT="[文本]"/>
      <dgm:spPr/>
      <dgm:t>
        <a:bodyPr/>
        <a:lstStyle/>
        <a:p>
          <a:r>
            <a:rPr lang="zh-CN" altLang="en-US" dirty="0"/>
            <a:t>文献调研</a:t>
          </a:r>
        </a:p>
      </dgm:t>
    </dgm:pt>
    <dgm:pt modelId="{B40B0099-3B09-48C8-9E56-5F241462CB21}" type="parTrans" cxnId="{ED71341C-FE94-49EF-9CBA-9F471F8E4FDE}">
      <dgm:prSet/>
      <dgm:spPr/>
      <dgm:t>
        <a:bodyPr/>
        <a:lstStyle/>
        <a:p>
          <a:endParaRPr lang="zh-CN" altLang="en-US"/>
        </a:p>
      </dgm:t>
    </dgm:pt>
    <dgm:pt modelId="{021BAEC6-D390-48BA-9B53-B67AE7039B11}" type="sibTrans" cxnId="{ED71341C-FE94-49EF-9CBA-9F471F8E4FDE}">
      <dgm:prSet/>
      <dgm:spPr/>
      <dgm:t>
        <a:bodyPr/>
        <a:lstStyle/>
        <a:p>
          <a:endParaRPr lang="zh-CN" altLang="en-US"/>
        </a:p>
      </dgm:t>
    </dgm:pt>
    <dgm:pt modelId="{CBA7AE50-F004-4EC9-AF5C-5AFCE8637AF5}">
      <dgm:prSet phldrT="[文本]"/>
      <dgm:spPr/>
      <dgm:t>
        <a:bodyPr/>
        <a:lstStyle/>
        <a:p>
          <a:r>
            <a:rPr lang="zh-CN" altLang="en-US" dirty="0"/>
            <a:t>问卷设计</a:t>
          </a:r>
        </a:p>
      </dgm:t>
    </dgm:pt>
    <dgm:pt modelId="{AD7E2DBE-EED7-4F0A-BB4B-5AEA3F440C32}" type="parTrans" cxnId="{0CBD7541-41C0-46EA-9012-61DDCC47A2F5}">
      <dgm:prSet/>
      <dgm:spPr/>
      <dgm:t>
        <a:bodyPr/>
        <a:lstStyle/>
        <a:p>
          <a:endParaRPr lang="zh-CN" altLang="en-US"/>
        </a:p>
      </dgm:t>
    </dgm:pt>
    <dgm:pt modelId="{C9B4323E-67E4-49B2-8EEC-6EF56C5D2E9B}" type="sibTrans" cxnId="{0CBD7541-41C0-46EA-9012-61DDCC47A2F5}">
      <dgm:prSet/>
      <dgm:spPr/>
      <dgm:t>
        <a:bodyPr/>
        <a:lstStyle/>
        <a:p>
          <a:endParaRPr lang="zh-CN" altLang="en-US"/>
        </a:p>
      </dgm:t>
    </dgm:pt>
    <dgm:pt modelId="{7FC799C6-7672-4C46-ADAB-E3F6FBFEE71F}">
      <dgm:prSet phldrT="[文本]"/>
      <dgm:spPr/>
      <dgm:t>
        <a:bodyPr/>
        <a:lstStyle/>
        <a:p>
          <a:r>
            <a:rPr lang="zh-CN" altLang="en-US" dirty="0"/>
            <a:t>刘明泽</a:t>
          </a:r>
        </a:p>
      </dgm:t>
    </dgm:pt>
    <dgm:pt modelId="{990B1C3A-178D-4237-8D7C-50E59A5EBDAF}" type="parTrans" cxnId="{2D3DD67D-6ADA-4C21-84D4-5890962FFB1E}">
      <dgm:prSet/>
      <dgm:spPr/>
      <dgm:t>
        <a:bodyPr/>
        <a:lstStyle/>
        <a:p>
          <a:endParaRPr lang="zh-CN" altLang="en-US"/>
        </a:p>
      </dgm:t>
    </dgm:pt>
    <dgm:pt modelId="{00751232-8857-4035-AE4F-00132E42E611}" type="sibTrans" cxnId="{2D3DD67D-6ADA-4C21-84D4-5890962FFB1E}">
      <dgm:prSet/>
      <dgm:spPr/>
      <dgm:t>
        <a:bodyPr/>
        <a:lstStyle/>
        <a:p>
          <a:endParaRPr lang="zh-CN" altLang="en-US"/>
        </a:p>
      </dgm:t>
    </dgm:pt>
    <dgm:pt modelId="{AC161342-E682-4BF5-B306-C35F556076C4}">
      <dgm:prSet phldrT="[文本]"/>
      <dgm:spPr/>
      <dgm:t>
        <a:bodyPr/>
        <a:lstStyle/>
        <a:p>
          <a:r>
            <a:rPr lang="zh-CN" altLang="en-US" dirty="0"/>
            <a:t>确定选题</a:t>
          </a:r>
        </a:p>
      </dgm:t>
    </dgm:pt>
    <dgm:pt modelId="{BA8144A8-105D-45CA-AD0A-53DF0B026B28}" type="parTrans" cxnId="{A595DE63-DA26-467D-800B-2BFEB12D2E63}">
      <dgm:prSet/>
      <dgm:spPr/>
      <dgm:t>
        <a:bodyPr/>
        <a:lstStyle/>
        <a:p>
          <a:endParaRPr lang="zh-CN" altLang="en-US"/>
        </a:p>
      </dgm:t>
    </dgm:pt>
    <dgm:pt modelId="{C67F84E5-E404-45C6-BCC0-E1295A5BAE21}" type="sibTrans" cxnId="{A595DE63-DA26-467D-800B-2BFEB12D2E63}">
      <dgm:prSet/>
      <dgm:spPr/>
      <dgm:t>
        <a:bodyPr/>
        <a:lstStyle/>
        <a:p>
          <a:endParaRPr lang="zh-CN" altLang="en-US"/>
        </a:p>
      </dgm:t>
    </dgm:pt>
    <dgm:pt modelId="{029758B1-5A21-44AD-9316-3A14506A1B33}">
      <dgm:prSet phldrT="[文本]"/>
      <dgm:spPr/>
      <dgm:t>
        <a:bodyPr/>
        <a:lstStyle/>
        <a:p>
          <a:r>
            <a:rPr lang="zh-CN" altLang="en-US" dirty="0"/>
            <a:t>文献调研</a:t>
          </a:r>
        </a:p>
      </dgm:t>
    </dgm:pt>
    <dgm:pt modelId="{1B1904EF-3699-4A43-A5A1-549B96E2817F}" type="parTrans" cxnId="{748761F9-A0ED-4F02-BB16-DE06A1E748EB}">
      <dgm:prSet/>
      <dgm:spPr/>
      <dgm:t>
        <a:bodyPr/>
        <a:lstStyle/>
        <a:p>
          <a:endParaRPr lang="zh-CN" altLang="en-US"/>
        </a:p>
      </dgm:t>
    </dgm:pt>
    <dgm:pt modelId="{180919AC-F4B1-4190-90D2-C3A44FE98056}" type="sibTrans" cxnId="{748761F9-A0ED-4F02-BB16-DE06A1E748EB}">
      <dgm:prSet/>
      <dgm:spPr/>
      <dgm:t>
        <a:bodyPr/>
        <a:lstStyle/>
        <a:p>
          <a:endParaRPr lang="zh-CN" altLang="en-US"/>
        </a:p>
      </dgm:t>
    </dgm:pt>
    <dgm:pt modelId="{2D798639-949F-4941-9C90-824279136273}">
      <dgm:prSet phldrT="[文本]"/>
      <dgm:spPr/>
      <dgm:t>
        <a:bodyPr/>
        <a:lstStyle/>
        <a:p>
          <a:r>
            <a:rPr lang="zh-CN" altLang="en-US" dirty="0"/>
            <a:t>问卷设计</a:t>
          </a:r>
        </a:p>
      </dgm:t>
    </dgm:pt>
    <dgm:pt modelId="{D4203CF0-A479-4113-9983-40C252C0EA8F}" type="parTrans" cxnId="{3FD01247-0466-4439-845C-6450B57E6020}">
      <dgm:prSet/>
      <dgm:spPr/>
      <dgm:t>
        <a:bodyPr/>
        <a:lstStyle/>
        <a:p>
          <a:endParaRPr lang="zh-CN" altLang="en-US"/>
        </a:p>
      </dgm:t>
    </dgm:pt>
    <dgm:pt modelId="{6B4C14D9-51F6-46D8-B504-4F91293D9BD7}" type="sibTrans" cxnId="{3FD01247-0466-4439-845C-6450B57E6020}">
      <dgm:prSet/>
      <dgm:spPr/>
      <dgm:t>
        <a:bodyPr/>
        <a:lstStyle/>
        <a:p>
          <a:endParaRPr lang="zh-CN" altLang="en-US"/>
        </a:p>
      </dgm:t>
    </dgm:pt>
    <dgm:pt modelId="{4B3ECA99-2B65-49CC-90E8-0E9DDD8944FA}">
      <dgm:prSet phldrT="[文本]"/>
      <dgm:spPr/>
      <dgm:t>
        <a:bodyPr/>
        <a:lstStyle/>
        <a:p>
          <a:r>
            <a:rPr lang="zh-CN" altLang="en-US" dirty="0"/>
            <a:t>模拟访谈</a:t>
          </a:r>
        </a:p>
      </dgm:t>
    </dgm:pt>
    <dgm:pt modelId="{C4497D52-5EFF-44E5-AAFC-84EC5CB4F457}" type="parTrans" cxnId="{D310A9B2-D902-4E42-AA85-CF6801038A17}">
      <dgm:prSet/>
      <dgm:spPr/>
      <dgm:t>
        <a:bodyPr/>
        <a:lstStyle/>
        <a:p>
          <a:endParaRPr lang="zh-CN" altLang="en-US"/>
        </a:p>
      </dgm:t>
    </dgm:pt>
    <dgm:pt modelId="{8E161C76-B807-4EF1-9F6A-D29099CFB59D}" type="sibTrans" cxnId="{D310A9B2-D902-4E42-AA85-CF6801038A17}">
      <dgm:prSet/>
      <dgm:spPr/>
      <dgm:t>
        <a:bodyPr/>
        <a:lstStyle/>
        <a:p>
          <a:endParaRPr lang="zh-CN" altLang="en-US"/>
        </a:p>
      </dgm:t>
    </dgm:pt>
    <dgm:pt modelId="{054F6C1B-7769-450A-B7D9-B235ECDB6BE9}">
      <dgm:prSet phldrT="[文本]"/>
      <dgm:spPr/>
      <dgm:t>
        <a:bodyPr/>
        <a:lstStyle/>
        <a:p>
          <a:r>
            <a:rPr lang="zh-CN" altLang="en-US" dirty="0"/>
            <a:t>访谈设计</a:t>
          </a:r>
        </a:p>
      </dgm:t>
    </dgm:pt>
    <dgm:pt modelId="{1EA6EE63-4EA1-4F8B-9C7E-30F2FD3708BC}" type="parTrans" cxnId="{C49937C2-8FD7-4951-9AAF-0CA8CBCABE13}">
      <dgm:prSet/>
      <dgm:spPr/>
      <dgm:t>
        <a:bodyPr/>
        <a:lstStyle/>
        <a:p>
          <a:endParaRPr lang="zh-CN" altLang="en-US"/>
        </a:p>
      </dgm:t>
    </dgm:pt>
    <dgm:pt modelId="{15F6471B-4A77-4CE6-95A7-5182B6A41030}" type="sibTrans" cxnId="{C49937C2-8FD7-4951-9AAF-0CA8CBCABE13}">
      <dgm:prSet/>
      <dgm:spPr/>
      <dgm:t>
        <a:bodyPr/>
        <a:lstStyle/>
        <a:p>
          <a:endParaRPr lang="zh-CN" altLang="en-US"/>
        </a:p>
      </dgm:t>
    </dgm:pt>
    <dgm:pt modelId="{1B4586D2-6D4B-4143-BB4B-0CF5309776F5}" type="pres">
      <dgm:prSet presAssocID="{D5D0E50A-D439-41E0-8182-E98CD55E7144}" presName="Name0" presStyleCnt="0">
        <dgm:presLayoutVars>
          <dgm:dir/>
          <dgm:animLvl val="lvl"/>
          <dgm:resizeHandles val="exact"/>
        </dgm:presLayoutVars>
      </dgm:prSet>
      <dgm:spPr/>
    </dgm:pt>
    <dgm:pt modelId="{FB660C3E-EEE3-4C68-9032-325D209B97AF}" type="pres">
      <dgm:prSet presAssocID="{02648C41-07D0-4CB3-A72A-DC2FADE5E978}" presName="composite" presStyleCnt="0"/>
      <dgm:spPr/>
    </dgm:pt>
    <dgm:pt modelId="{DBEB6CE7-C528-429C-90A7-984CC9AF13C0}" type="pres">
      <dgm:prSet presAssocID="{02648C41-07D0-4CB3-A72A-DC2FADE5E978}" presName="parTx" presStyleLbl="alignNode1" presStyleIdx="0" presStyleCnt="3">
        <dgm:presLayoutVars>
          <dgm:chMax val="0"/>
          <dgm:chPref val="0"/>
          <dgm:bulletEnabled val="1"/>
        </dgm:presLayoutVars>
      </dgm:prSet>
      <dgm:spPr/>
    </dgm:pt>
    <dgm:pt modelId="{05A86A66-F3A4-4977-B65C-5C555118A680}" type="pres">
      <dgm:prSet presAssocID="{02648C41-07D0-4CB3-A72A-DC2FADE5E978}" presName="desTx" presStyleLbl="alignAccFollowNode1" presStyleIdx="0" presStyleCnt="3">
        <dgm:presLayoutVars>
          <dgm:bulletEnabled val="1"/>
        </dgm:presLayoutVars>
      </dgm:prSet>
      <dgm:spPr/>
    </dgm:pt>
    <dgm:pt modelId="{D6117421-E38B-4430-B9EC-FC9CEA6B05D9}" type="pres">
      <dgm:prSet presAssocID="{69EBD6AC-AC83-47E9-9B48-E7F28E5042B9}" presName="space" presStyleCnt="0"/>
      <dgm:spPr/>
    </dgm:pt>
    <dgm:pt modelId="{9BB38622-3251-4C89-AB53-799B03AB11BF}" type="pres">
      <dgm:prSet presAssocID="{3B215AF5-0FD1-4510-9ACD-5EDB1CDD5598}" presName="composite" presStyleCnt="0"/>
      <dgm:spPr/>
    </dgm:pt>
    <dgm:pt modelId="{A08C5535-FCC1-496A-9917-F4BB94F1F546}" type="pres">
      <dgm:prSet presAssocID="{3B215AF5-0FD1-4510-9ACD-5EDB1CDD5598}" presName="parTx" presStyleLbl="alignNode1" presStyleIdx="1" presStyleCnt="3">
        <dgm:presLayoutVars>
          <dgm:chMax val="0"/>
          <dgm:chPref val="0"/>
          <dgm:bulletEnabled val="1"/>
        </dgm:presLayoutVars>
      </dgm:prSet>
      <dgm:spPr/>
    </dgm:pt>
    <dgm:pt modelId="{6A32E8B3-5627-4F51-83C1-932BFD0B71CA}" type="pres">
      <dgm:prSet presAssocID="{3B215AF5-0FD1-4510-9ACD-5EDB1CDD5598}" presName="desTx" presStyleLbl="alignAccFollowNode1" presStyleIdx="1" presStyleCnt="3">
        <dgm:presLayoutVars>
          <dgm:bulletEnabled val="1"/>
        </dgm:presLayoutVars>
      </dgm:prSet>
      <dgm:spPr/>
    </dgm:pt>
    <dgm:pt modelId="{B70D210F-0CD4-452B-A33D-352A34E85FA5}" type="pres">
      <dgm:prSet presAssocID="{05DB84B7-644B-472D-ACF8-36A300C093CF}" presName="space" presStyleCnt="0"/>
      <dgm:spPr/>
    </dgm:pt>
    <dgm:pt modelId="{339AFF3F-CF71-4F0A-B7AE-1212D36245F4}" type="pres">
      <dgm:prSet presAssocID="{7FC799C6-7672-4C46-ADAB-E3F6FBFEE71F}" presName="composite" presStyleCnt="0"/>
      <dgm:spPr/>
    </dgm:pt>
    <dgm:pt modelId="{846A32A5-35B8-44EC-8E00-1A1EF928C758}" type="pres">
      <dgm:prSet presAssocID="{7FC799C6-7672-4C46-ADAB-E3F6FBFEE71F}" presName="parTx" presStyleLbl="alignNode1" presStyleIdx="2" presStyleCnt="3">
        <dgm:presLayoutVars>
          <dgm:chMax val="0"/>
          <dgm:chPref val="0"/>
          <dgm:bulletEnabled val="1"/>
        </dgm:presLayoutVars>
      </dgm:prSet>
      <dgm:spPr/>
    </dgm:pt>
    <dgm:pt modelId="{E36CBEEE-C38C-4A3F-A100-11D23BF1BAED}" type="pres">
      <dgm:prSet presAssocID="{7FC799C6-7672-4C46-ADAB-E3F6FBFEE71F}" presName="desTx" presStyleLbl="alignAccFollowNode1" presStyleIdx="2" presStyleCnt="3">
        <dgm:presLayoutVars>
          <dgm:bulletEnabled val="1"/>
        </dgm:presLayoutVars>
      </dgm:prSet>
      <dgm:spPr/>
    </dgm:pt>
  </dgm:ptLst>
  <dgm:cxnLst>
    <dgm:cxn modelId="{36A70202-9D50-453B-9164-B9B0BE2072A6}" type="presOf" srcId="{81DEBB86-2FDF-440C-9EF5-2CF5A92DBF7A}" destId="{05A86A66-F3A4-4977-B65C-5C555118A680}" srcOrd="0" destOrd="2" presId="urn:microsoft.com/office/officeart/2005/8/layout/hList1"/>
    <dgm:cxn modelId="{ED71341C-FE94-49EF-9CBA-9F471F8E4FDE}" srcId="{3B215AF5-0FD1-4510-9ACD-5EDB1CDD5598}" destId="{20C864E7-3841-4E9E-B85F-F01116681239}" srcOrd="0" destOrd="0" parTransId="{B40B0099-3B09-48C8-9E56-5F241462CB21}" sibTransId="{021BAEC6-D390-48BA-9B53-B67AE7039B11}"/>
    <dgm:cxn modelId="{E6B0962B-2EF2-4AAA-90A2-B6647FFF1F43}" type="presOf" srcId="{AC161342-E682-4BF5-B306-C35F556076C4}" destId="{E36CBEEE-C38C-4A3F-A100-11D23BF1BAED}" srcOrd="0" destOrd="0" presId="urn:microsoft.com/office/officeart/2005/8/layout/hList1"/>
    <dgm:cxn modelId="{1BC31061-B9F0-48B0-A8FC-39A65BE4A584}" type="presOf" srcId="{6E58C8AE-22C4-4180-842F-779BB91F0736}" destId="{05A86A66-F3A4-4977-B65C-5C555118A680}" srcOrd="0" destOrd="0" presId="urn:microsoft.com/office/officeart/2005/8/layout/hList1"/>
    <dgm:cxn modelId="{0CBD7541-41C0-46EA-9012-61DDCC47A2F5}" srcId="{3B215AF5-0FD1-4510-9ACD-5EDB1CDD5598}" destId="{CBA7AE50-F004-4EC9-AF5C-5AFCE8637AF5}" srcOrd="1" destOrd="0" parTransId="{AD7E2DBE-EED7-4F0A-BB4B-5AEA3F440C32}" sibTransId="{C9B4323E-67E4-49B2-8EEC-6EF56C5D2E9B}"/>
    <dgm:cxn modelId="{62E75B63-10E3-44D1-B2B7-EB0715032516}" type="presOf" srcId="{7FC799C6-7672-4C46-ADAB-E3F6FBFEE71F}" destId="{846A32A5-35B8-44EC-8E00-1A1EF928C758}" srcOrd="0" destOrd="0" presId="urn:microsoft.com/office/officeart/2005/8/layout/hList1"/>
    <dgm:cxn modelId="{A595DE63-DA26-467D-800B-2BFEB12D2E63}" srcId="{7FC799C6-7672-4C46-ADAB-E3F6FBFEE71F}" destId="{AC161342-E682-4BF5-B306-C35F556076C4}" srcOrd="0" destOrd="0" parTransId="{BA8144A8-105D-45CA-AD0A-53DF0B026B28}" sibTransId="{C67F84E5-E404-45C6-BCC0-E1295A5BAE21}"/>
    <dgm:cxn modelId="{3FD01247-0466-4439-845C-6450B57E6020}" srcId="{7FC799C6-7672-4C46-ADAB-E3F6FBFEE71F}" destId="{2D798639-949F-4941-9C90-824279136273}" srcOrd="2" destOrd="0" parTransId="{D4203CF0-A479-4113-9983-40C252C0EA8F}" sibTransId="{6B4C14D9-51F6-46D8-B504-4F91293D9BD7}"/>
    <dgm:cxn modelId="{5761CE4A-CBE5-43CE-8041-A7459F11D076}" type="presOf" srcId="{D5D0E50A-D439-41E0-8182-E98CD55E7144}" destId="{1B4586D2-6D4B-4143-BB4B-0CF5309776F5}" srcOrd="0" destOrd="0" presId="urn:microsoft.com/office/officeart/2005/8/layout/hList1"/>
    <dgm:cxn modelId="{9AD6BF4E-2D8C-47B9-8E01-5EF901D1C70A}" type="presOf" srcId="{3B215AF5-0FD1-4510-9ACD-5EDB1CDD5598}" destId="{A08C5535-FCC1-496A-9917-F4BB94F1F546}" srcOrd="0" destOrd="0" presId="urn:microsoft.com/office/officeart/2005/8/layout/hList1"/>
    <dgm:cxn modelId="{72A24273-58B4-4C36-9830-7A3F1CC4DA80}" type="presOf" srcId="{02648C41-07D0-4CB3-A72A-DC2FADE5E978}" destId="{DBEB6CE7-C528-429C-90A7-984CC9AF13C0}" srcOrd="0" destOrd="0" presId="urn:microsoft.com/office/officeart/2005/8/layout/hList1"/>
    <dgm:cxn modelId="{2D3DD67D-6ADA-4C21-84D4-5890962FFB1E}" srcId="{D5D0E50A-D439-41E0-8182-E98CD55E7144}" destId="{7FC799C6-7672-4C46-ADAB-E3F6FBFEE71F}" srcOrd="2" destOrd="0" parTransId="{990B1C3A-178D-4237-8D7C-50E59A5EBDAF}" sibTransId="{00751232-8857-4035-AE4F-00132E42E611}"/>
    <dgm:cxn modelId="{397BAA83-4276-407C-A673-B6FD92095AF3}" srcId="{02648C41-07D0-4CB3-A72A-DC2FADE5E978}" destId="{81DEBB86-2FDF-440C-9EF5-2CF5A92DBF7A}" srcOrd="2" destOrd="0" parTransId="{5EB257A3-FD69-4822-BC9E-871A03C92B3B}" sibTransId="{69D1DEEF-7AB4-4ECF-A9F6-D37B0A5128FF}"/>
    <dgm:cxn modelId="{5027A18B-8680-4530-9752-7FAF515FCC93}" srcId="{D5D0E50A-D439-41E0-8182-E98CD55E7144}" destId="{3B215AF5-0FD1-4510-9ACD-5EDB1CDD5598}" srcOrd="1" destOrd="0" parTransId="{18B81F8E-C86A-421B-8CB1-5A95E7106A77}" sibTransId="{05DB84B7-644B-472D-ACF8-36A300C093CF}"/>
    <dgm:cxn modelId="{E16CD68C-54DD-4A71-AF07-3538AE8D2D35}" type="presOf" srcId="{029758B1-5A21-44AD-9316-3A14506A1B33}" destId="{E36CBEEE-C38C-4A3F-A100-11D23BF1BAED}" srcOrd="0" destOrd="1" presId="urn:microsoft.com/office/officeart/2005/8/layout/hList1"/>
    <dgm:cxn modelId="{E94197A6-5B88-4C98-A526-29DBDCFCCC10}" type="presOf" srcId="{2D798639-949F-4941-9C90-824279136273}" destId="{E36CBEEE-C38C-4A3F-A100-11D23BF1BAED}" srcOrd="0" destOrd="2" presId="urn:microsoft.com/office/officeart/2005/8/layout/hList1"/>
    <dgm:cxn modelId="{3C7157A8-DA29-4E49-BA38-305B10861B06}" type="presOf" srcId="{CBA7AE50-F004-4EC9-AF5C-5AFCE8637AF5}" destId="{6A32E8B3-5627-4F51-83C1-932BFD0B71CA}" srcOrd="0" destOrd="1" presId="urn:microsoft.com/office/officeart/2005/8/layout/hList1"/>
    <dgm:cxn modelId="{7FBAC0B1-098A-4ABD-81A8-AEF091B52AF8}" type="presOf" srcId="{054F6C1B-7769-450A-B7D9-B235ECDB6BE9}" destId="{05A86A66-F3A4-4977-B65C-5C555118A680}" srcOrd="0" destOrd="1" presId="urn:microsoft.com/office/officeart/2005/8/layout/hList1"/>
    <dgm:cxn modelId="{D310A9B2-D902-4E42-AA85-CF6801038A17}" srcId="{3B215AF5-0FD1-4510-9ACD-5EDB1CDD5598}" destId="{4B3ECA99-2B65-49CC-90E8-0E9DDD8944FA}" srcOrd="2" destOrd="0" parTransId="{C4497D52-5EFF-44E5-AAFC-84EC5CB4F457}" sibTransId="{8E161C76-B807-4EF1-9F6A-D29099CFB59D}"/>
    <dgm:cxn modelId="{88F4DCB4-987C-4EDE-8769-96AAFAF4B675}" srcId="{02648C41-07D0-4CB3-A72A-DC2FADE5E978}" destId="{6E58C8AE-22C4-4180-842F-779BB91F0736}" srcOrd="0" destOrd="0" parTransId="{076A417F-E2BD-405C-9DD5-678F30FB43B0}" sibTransId="{A789E23F-473C-43C9-AB15-661162A42BDC}"/>
    <dgm:cxn modelId="{78FD21B8-E297-4B1A-81B7-92B5DB90D1C7}" type="presOf" srcId="{4B3ECA99-2B65-49CC-90E8-0E9DDD8944FA}" destId="{6A32E8B3-5627-4F51-83C1-932BFD0B71CA}" srcOrd="0" destOrd="2" presId="urn:microsoft.com/office/officeart/2005/8/layout/hList1"/>
    <dgm:cxn modelId="{F496E4BB-791B-4458-B821-E35F3D5C8281}" type="presOf" srcId="{20C864E7-3841-4E9E-B85F-F01116681239}" destId="{6A32E8B3-5627-4F51-83C1-932BFD0B71CA}" srcOrd="0" destOrd="0" presId="urn:microsoft.com/office/officeart/2005/8/layout/hList1"/>
    <dgm:cxn modelId="{C49937C2-8FD7-4951-9AAF-0CA8CBCABE13}" srcId="{02648C41-07D0-4CB3-A72A-DC2FADE5E978}" destId="{054F6C1B-7769-450A-B7D9-B235ECDB6BE9}" srcOrd="1" destOrd="0" parTransId="{1EA6EE63-4EA1-4F8B-9C7E-30F2FD3708BC}" sibTransId="{15F6471B-4A77-4CE6-95A7-5182B6A41030}"/>
    <dgm:cxn modelId="{B0E328DD-6AE5-4C23-ABF9-F8A17894F227}" srcId="{D5D0E50A-D439-41E0-8182-E98CD55E7144}" destId="{02648C41-07D0-4CB3-A72A-DC2FADE5E978}" srcOrd="0" destOrd="0" parTransId="{52E9ED88-9CA5-4F14-9D50-E3588C31BA89}" sibTransId="{69EBD6AC-AC83-47E9-9B48-E7F28E5042B9}"/>
    <dgm:cxn modelId="{748761F9-A0ED-4F02-BB16-DE06A1E748EB}" srcId="{7FC799C6-7672-4C46-ADAB-E3F6FBFEE71F}" destId="{029758B1-5A21-44AD-9316-3A14506A1B33}" srcOrd="1" destOrd="0" parTransId="{1B1904EF-3699-4A43-A5A1-549B96E2817F}" sibTransId="{180919AC-F4B1-4190-90D2-C3A44FE98056}"/>
    <dgm:cxn modelId="{E91E5D90-29D5-483E-B3ED-073203C27E99}" type="presParOf" srcId="{1B4586D2-6D4B-4143-BB4B-0CF5309776F5}" destId="{FB660C3E-EEE3-4C68-9032-325D209B97AF}" srcOrd="0" destOrd="0" presId="urn:microsoft.com/office/officeart/2005/8/layout/hList1"/>
    <dgm:cxn modelId="{82F93FD3-E572-462A-8D58-E074A1413A24}" type="presParOf" srcId="{FB660C3E-EEE3-4C68-9032-325D209B97AF}" destId="{DBEB6CE7-C528-429C-90A7-984CC9AF13C0}" srcOrd="0" destOrd="0" presId="urn:microsoft.com/office/officeart/2005/8/layout/hList1"/>
    <dgm:cxn modelId="{0643F79C-039C-4547-9012-852E8C1CD7B4}" type="presParOf" srcId="{FB660C3E-EEE3-4C68-9032-325D209B97AF}" destId="{05A86A66-F3A4-4977-B65C-5C555118A680}" srcOrd="1" destOrd="0" presId="urn:microsoft.com/office/officeart/2005/8/layout/hList1"/>
    <dgm:cxn modelId="{B77D2DDB-5B32-4735-9302-AD67DD6A975B}" type="presParOf" srcId="{1B4586D2-6D4B-4143-BB4B-0CF5309776F5}" destId="{D6117421-E38B-4430-B9EC-FC9CEA6B05D9}" srcOrd="1" destOrd="0" presId="urn:microsoft.com/office/officeart/2005/8/layout/hList1"/>
    <dgm:cxn modelId="{A2BCDBE8-570A-4776-9B2A-3E280D78ACF1}" type="presParOf" srcId="{1B4586D2-6D4B-4143-BB4B-0CF5309776F5}" destId="{9BB38622-3251-4C89-AB53-799B03AB11BF}" srcOrd="2" destOrd="0" presId="urn:microsoft.com/office/officeart/2005/8/layout/hList1"/>
    <dgm:cxn modelId="{28E7C12E-B7DD-4743-A2BA-23DBDAF0F93A}" type="presParOf" srcId="{9BB38622-3251-4C89-AB53-799B03AB11BF}" destId="{A08C5535-FCC1-496A-9917-F4BB94F1F546}" srcOrd="0" destOrd="0" presId="urn:microsoft.com/office/officeart/2005/8/layout/hList1"/>
    <dgm:cxn modelId="{DA464701-0E08-43EF-BC77-194600A06600}" type="presParOf" srcId="{9BB38622-3251-4C89-AB53-799B03AB11BF}" destId="{6A32E8B3-5627-4F51-83C1-932BFD0B71CA}" srcOrd="1" destOrd="0" presId="urn:microsoft.com/office/officeart/2005/8/layout/hList1"/>
    <dgm:cxn modelId="{AC1D64DD-FD73-4FC1-87D8-EAF978EA880A}" type="presParOf" srcId="{1B4586D2-6D4B-4143-BB4B-0CF5309776F5}" destId="{B70D210F-0CD4-452B-A33D-352A34E85FA5}" srcOrd="3" destOrd="0" presId="urn:microsoft.com/office/officeart/2005/8/layout/hList1"/>
    <dgm:cxn modelId="{B17FFB04-C9F9-48EE-BD23-10DB23C4E071}" type="presParOf" srcId="{1B4586D2-6D4B-4143-BB4B-0CF5309776F5}" destId="{339AFF3F-CF71-4F0A-B7AE-1212D36245F4}" srcOrd="4" destOrd="0" presId="urn:microsoft.com/office/officeart/2005/8/layout/hList1"/>
    <dgm:cxn modelId="{6B23CF39-C607-4BCB-BC48-E9F74C274778}" type="presParOf" srcId="{339AFF3F-CF71-4F0A-B7AE-1212D36245F4}" destId="{846A32A5-35B8-44EC-8E00-1A1EF928C758}" srcOrd="0" destOrd="0" presId="urn:microsoft.com/office/officeart/2005/8/layout/hList1"/>
    <dgm:cxn modelId="{68CBFD3E-6E00-41AE-AD70-D91FCCE799D2}" type="presParOf" srcId="{339AFF3F-CF71-4F0A-B7AE-1212D36245F4}" destId="{E36CBEEE-C38C-4A3F-A100-11D23BF1BAE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68D820-5AD8-4F2A-B4DE-28FC7FDF0DB0}">
      <dsp:nvSpPr>
        <dsp:cNvPr id="0" name=""/>
        <dsp:cNvSpPr/>
      </dsp:nvSpPr>
      <dsp:spPr>
        <a:xfrm rot="16768495">
          <a:off x="1942470" y="1900858"/>
          <a:ext cx="2323272" cy="2323272"/>
        </a:xfrm>
        <a:prstGeom prst="gear9">
          <a:avLst/>
        </a:prstGeom>
        <a:solidFill>
          <a:schemeClr val="accent1">
            <a:shade val="80000"/>
            <a:hueOff val="0"/>
            <a:satOff val="0"/>
            <a:lumOff val="0"/>
            <a:alpha val="0"/>
          </a:schemeClr>
        </a:solidFill>
        <a:ln w="19050" cap="flat" cmpd="sng" algn="ctr">
          <a:solidFill>
            <a:schemeClr val="lt1">
              <a:hueOff val="0"/>
              <a:satOff val="0"/>
              <a:lumOff val="0"/>
              <a:alpha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lt1">
                  <a:alpha val="0"/>
                </a:schemeClr>
              </a:solidFill>
              <a:effectLst>
                <a:outerShdw blurRad="38100" dist="38100" dir="2700000" algn="tl">
                  <a:srgbClr val="000000">
                    <a:alpha val="43137"/>
                  </a:srgbClr>
                </a:outerShdw>
              </a:effectLst>
            </a:rPr>
            <a:t>原因</a:t>
          </a:r>
        </a:p>
      </dsp:txBody>
      <dsp:txXfrm>
        <a:off x="2389512" y="2462045"/>
        <a:ext cx="1389110" cy="1194210"/>
      </dsp:txXfrm>
    </dsp:sp>
    <dsp:sp modelId="{F0166E2C-B433-48D7-90C8-02B35E28474A}">
      <dsp:nvSpPr>
        <dsp:cNvPr id="0" name=""/>
        <dsp:cNvSpPr/>
      </dsp:nvSpPr>
      <dsp:spPr>
        <a:xfrm rot="7189632">
          <a:off x="590748" y="1351721"/>
          <a:ext cx="1689652" cy="1689652"/>
        </a:xfrm>
        <a:prstGeom prst="gear6">
          <a:avLst/>
        </a:prstGeom>
        <a:solidFill>
          <a:schemeClr val="accent1">
            <a:shade val="80000"/>
            <a:hueOff val="411306"/>
            <a:satOff val="-37692"/>
            <a:lumOff val="19845"/>
            <a:alpha val="0"/>
          </a:schemeClr>
        </a:solidFill>
        <a:ln w="19050" cap="flat" cmpd="sng" algn="ctr">
          <a:solidFill>
            <a:schemeClr val="lt1">
              <a:hueOff val="0"/>
              <a:satOff val="0"/>
              <a:lumOff val="0"/>
              <a:alpha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zh-CN" altLang="en-US" sz="3000" b="1" kern="1200" dirty="0">
              <a:solidFill>
                <a:schemeClr val="lt1">
                  <a:alpha val="0"/>
                </a:schemeClr>
              </a:solidFill>
              <a:effectLst>
                <a:outerShdw blurRad="38100" dist="38100" dir="2700000" algn="tl">
                  <a:srgbClr val="000000">
                    <a:alpha val="43137"/>
                  </a:srgbClr>
                </a:outerShdw>
              </a:effectLst>
            </a:rPr>
            <a:t>变化</a:t>
          </a:r>
        </a:p>
      </dsp:txBody>
      <dsp:txXfrm>
        <a:off x="1016123" y="1779667"/>
        <a:ext cx="838902" cy="833760"/>
      </dsp:txXfrm>
    </dsp:sp>
    <dsp:sp modelId="{FDCDF4E3-E341-4243-A61A-ABF4F7FFF44A}">
      <dsp:nvSpPr>
        <dsp:cNvPr id="0" name=""/>
        <dsp:cNvSpPr/>
      </dsp:nvSpPr>
      <dsp:spPr>
        <a:xfrm rot="13500022">
          <a:off x="1537126" y="186034"/>
          <a:ext cx="1655514" cy="1655514"/>
        </a:xfrm>
        <a:prstGeom prst="gear6">
          <a:avLst/>
        </a:prstGeom>
        <a:solidFill>
          <a:schemeClr val="accent1">
            <a:shade val="80000"/>
            <a:hueOff val="822611"/>
            <a:satOff val="-75385"/>
            <a:lumOff val="39690"/>
            <a:alpha val="0"/>
          </a:schemeClr>
        </a:solidFill>
        <a:ln w="19050" cap="flat" cmpd="sng" algn="ctr">
          <a:solidFill>
            <a:schemeClr val="lt1">
              <a:hueOff val="0"/>
              <a:satOff val="0"/>
              <a:lumOff val="0"/>
              <a:alpha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zh-CN" altLang="en-US" sz="3000" b="1" kern="1200" dirty="0">
              <a:solidFill>
                <a:schemeClr val="lt1">
                  <a:alpha val="0"/>
                </a:schemeClr>
              </a:solidFill>
              <a:effectLst>
                <a:outerShdw blurRad="38100" dist="38100" dir="2700000" algn="tl">
                  <a:srgbClr val="000000">
                    <a:alpha val="43137"/>
                  </a:srgbClr>
                </a:outerShdw>
              </a:effectLst>
            </a:rPr>
            <a:t>计划</a:t>
          </a:r>
        </a:p>
      </dsp:txBody>
      <dsp:txXfrm rot="900000">
        <a:off x="1900229" y="549137"/>
        <a:ext cx="929308" cy="929308"/>
      </dsp:txXfrm>
    </dsp:sp>
    <dsp:sp modelId="{C1BE1843-8220-4F59-A573-1DE4279AB09C}">
      <dsp:nvSpPr>
        <dsp:cNvPr id="0" name=""/>
        <dsp:cNvSpPr/>
      </dsp:nvSpPr>
      <dsp:spPr>
        <a:xfrm>
          <a:off x="1764153" y="1550096"/>
          <a:ext cx="2973788" cy="2973788"/>
        </a:xfrm>
        <a:prstGeom prst="circularArrow">
          <a:avLst>
            <a:gd name="adj1" fmla="val 4688"/>
            <a:gd name="adj2" fmla="val 299029"/>
            <a:gd name="adj3" fmla="val 2516946"/>
            <a:gd name="adj4" fmla="val 15859598"/>
            <a:gd name="adj5" fmla="val 5469"/>
          </a:avLst>
        </a:prstGeom>
        <a:solidFill>
          <a:schemeClr val="accent1">
            <a:shade val="90000"/>
            <a:hueOff val="0"/>
            <a:satOff val="0"/>
            <a:lumOff val="0"/>
            <a:alpha val="0"/>
          </a:schemeClr>
        </a:solidFill>
        <a:ln>
          <a:noFill/>
        </a:ln>
        <a:effectLst/>
      </dsp:spPr>
      <dsp:style>
        <a:lnRef idx="0">
          <a:scrgbClr r="0" g="0" b="0"/>
        </a:lnRef>
        <a:fillRef idx="1">
          <a:scrgbClr r="0" g="0" b="0"/>
        </a:fillRef>
        <a:effectRef idx="1">
          <a:scrgbClr r="0" g="0" b="0"/>
        </a:effectRef>
        <a:fontRef idx="minor">
          <a:schemeClr val="lt1"/>
        </a:fontRef>
      </dsp:style>
    </dsp:sp>
    <dsp:sp modelId="{14D33AD9-02A7-4925-87F6-7BE2B7DC7EBD}">
      <dsp:nvSpPr>
        <dsp:cNvPr id="0" name=""/>
        <dsp:cNvSpPr/>
      </dsp:nvSpPr>
      <dsp:spPr>
        <a:xfrm>
          <a:off x="291514" y="977737"/>
          <a:ext cx="2160643" cy="2160643"/>
        </a:xfrm>
        <a:prstGeom prst="leftCircularArrow">
          <a:avLst>
            <a:gd name="adj1" fmla="val 6452"/>
            <a:gd name="adj2" fmla="val 429999"/>
            <a:gd name="adj3" fmla="val 10489124"/>
            <a:gd name="adj4" fmla="val 14837806"/>
            <a:gd name="adj5" fmla="val 7527"/>
          </a:avLst>
        </a:prstGeom>
        <a:solidFill>
          <a:schemeClr val="accent1">
            <a:shade val="90000"/>
            <a:hueOff val="416361"/>
            <a:satOff val="-37692"/>
            <a:lumOff val="19099"/>
            <a:alpha val="0"/>
          </a:schemeClr>
        </a:solidFill>
        <a:ln>
          <a:noFill/>
        </a:ln>
        <a:effectLst/>
      </dsp:spPr>
      <dsp:style>
        <a:lnRef idx="0">
          <a:scrgbClr r="0" g="0" b="0"/>
        </a:lnRef>
        <a:fillRef idx="1">
          <a:scrgbClr r="0" g="0" b="0"/>
        </a:fillRef>
        <a:effectRef idx="1">
          <a:scrgbClr r="0" g="0" b="0"/>
        </a:effectRef>
        <a:fontRef idx="minor">
          <a:schemeClr val="lt1"/>
        </a:fontRef>
      </dsp:style>
    </dsp:sp>
    <dsp:sp modelId="{3FED63FC-B29E-41B4-90BF-69AB67019CB1}">
      <dsp:nvSpPr>
        <dsp:cNvPr id="0" name=""/>
        <dsp:cNvSpPr/>
      </dsp:nvSpPr>
      <dsp:spPr>
        <a:xfrm>
          <a:off x="1154188" y="-176713"/>
          <a:ext cx="2329608" cy="2329608"/>
        </a:xfrm>
        <a:prstGeom prst="circularArrow">
          <a:avLst>
            <a:gd name="adj1" fmla="val 5984"/>
            <a:gd name="adj2" fmla="val 394124"/>
            <a:gd name="adj3" fmla="val 13313824"/>
            <a:gd name="adj4" fmla="val 10508221"/>
            <a:gd name="adj5" fmla="val 6981"/>
          </a:avLst>
        </a:prstGeom>
        <a:solidFill>
          <a:schemeClr val="accent1">
            <a:shade val="90000"/>
            <a:hueOff val="832722"/>
            <a:satOff val="-75385"/>
            <a:lumOff val="38198"/>
            <a:alpha val="0"/>
          </a:schemeClr>
        </a:solidFill>
        <a:ln>
          <a:noFill/>
        </a:ln>
        <a:effectLst/>
      </dsp:spPr>
      <dsp:style>
        <a:lnRef idx="0">
          <a:scrgbClr r="0" g="0" b="0"/>
        </a:lnRef>
        <a:fillRef idx="1">
          <a:scrgbClr r="0" g="0" b="0"/>
        </a:fillRef>
        <a:effectRef idx="1">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68D820-5AD8-4F2A-B4DE-28FC7FDF0DB0}">
      <dsp:nvSpPr>
        <dsp:cNvPr id="0" name=""/>
        <dsp:cNvSpPr/>
      </dsp:nvSpPr>
      <dsp:spPr>
        <a:xfrm>
          <a:off x="1942470" y="1900858"/>
          <a:ext cx="2323272" cy="2323272"/>
        </a:xfrm>
        <a:prstGeom prst="gear9">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effectLst>
                <a:outerShdw blurRad="38100" dist="38100" dir="2700000" algn="tl">
                  <a:srgbClr val="000000">
                    <a:alpha val="43137"/>
                  </a:srgbClr>
                </a:outerShdw>
              </a:effectLst>
            </a:rPr>
            <a:t>原因</a:t>
          </a:r>
        </a:p>
      </dsp:txBody>
      <dsp:txXfrm>
        <a:off x="2409551" y="2445073"/>
        <a:ext cx="1389110" cy="1194210"/>
      </dsp:txXfrm>
    </dsp:sp>
    <dsp:sp modelId="{F0166E2C-B433-48D7-90C8-02B35E28474A}">
      <dsp:nvSpPr>
        <dsp:cNvPr id="0" name=""/>
        <dsp:cNvSpPr/>
      </dsp:nvSpPr>
      <dsp:spPr>
        <a:xfrm>
          <a:off x="590748" y="1351721"/>
          <a:ext cx="1689652" cy="1689652"/>
        </a:xfrm>
        <a:prstGeom prst="gear6">
          <a:avLst/>
        </a:prstGeom>
        <a:solidFill>
          <a:schemeClr val="accent1">
            <a:shade val="80000"/>
            <a:hueOff val="411306"/>
            <a:satOff val="-37692"/>
            <a:lumOff val="1984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zh-CN" altLang="en-US" sz="3000" b="1" kern="1200" dirty="0">
              <a:effectLst>
                <a:outerShdw blurRad="38100" dist="38100" dir="2700000" algn="tl">
                  <a:srgbClr val="000000">
                    <a:alpha val="43137"/>
                  </a:srgbClr>
                </a:outerShdw>
              </a:effectLst>
            </a:rPr>
            <a:t>变化</a:t>
          </a:r>
        </a:p>
      </dsp:txBody>
      <dsp:txXfrm>
        <a:off x="1016123" y="1779667"/>
        <a:ext cx="838902" cy="833760"/>
      </dsp:txXfrm>
    </dsp:sp>
    <dsp:sp modelId="{FDCDF4E3-E341-4243-A61A-ABF4F7FFF44A}">
      <dsp:nvSpPr>
        <dsp:cNvPr id="0" name=""/>
        <dsp:cNvSpPr/>
      </dsp:nvSpPr>
      <dsp:spPr>
        <a:xfrm rot="20700000">
          <a:off x="1537126" y="186034"/>
          <a:ext cx="1655514" cy="1655514"/>
        </a:xfrm>
        <a:prstGeom prst="gear6">
          <a:avLst/>
        </a:prstGeom>
        <a:solidFill>
          <a:schemeClr val="accent1">
            <a:shade val="80000"/>
            <a:hueOff val="822611"/>
            <a:satOff val="-75385"/>
            <a:lumOff val="3969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zh-CN" altLang="en-US" sz="3000" b="1" kern="1200" dirty="0">
              <a:effectLst>
                <a:outerShdw blurRad="38100" dist="38100" dir="2700000" algn="tl">
                  <a:srgbClr val="000000">
                    <a:alpha val="43137"/>
                  </a:srgbClr>
                </a:outerShdw>
              </a:effectLst>
            </a:rPr>
            <a:t>计划</a:t>
          </a:r>
        </a:p>
      </dsp:txBody>
      <dsp:txXfrm rot="-20700000">
        <a:off x="1900229" y="549137"/>
        <a:ext cx="929308" cy="929308"/>
      </dsp:txXfrm>
    </dsp:sp>
    <dsp:sp modelId="{C1BE1843-8220-4F59-A573-1DE4279AB09C}">
      <dsp:nvSpPr>
        <dsp:cNvPr id="0" name=""/>
        <dsp:cNvSpPr/>
      </dsp:nvSpPr>
      <dsp:spPr>
        <a:xfrm>
          <a:off x="1764153" y="1550096"/>
          <a:ext cx="2973788" cy="2973788"/>
        </a:xfrm>
        <a:prstGeom prst="circularArrow">
          <a:avLst>
            <a:gd name="adj1" fmla="val 4688"/>
            <a:gd name="adj2" fmla="val 299029"/>
            <a:gd name="adj3" fmla="val 2516946"/>
            <a:gd name="adj4" fmla="val 15859598"/>
            <a:gd name="adj5" fmla="val 5469"/>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14D33AD9-02A7-4925-87F6-7BE2B7DC7EBD}">
      <dsp:nvSpPr>
        <dsp:cNvPr id="0" name=""/>
        <dsp:cNvSpPr/>
      </dsp:nvSpPr>
      <dsp:spPr>
        <a:xfrm>
          <a:off x="291514" y="977737"/>
          <a:ext cx="2160643" cy="2160643"/>
        </a:xfrm>
        <a:prstGeom prst="leftCircularArrow">
          <a:avLst>
            <a:gd name="adj1" fmla="val 6452"/>
            <a:gd name="adj2" fmla="val 429999"/>
            <a:gd name="adj3" fmla="val 10489124"/>
            <a:gd name="adj4" fmla="val 14837806"/>
            <a:gd name="adj5" fmla="val 7527"/>
          </a:avLst>
        </a:prstGeom>
        <a:solidFill>
          <a:schemeClr val="accent1">
            <a:shade val="90000"/>
            <a:hueOff val="416361"/>
            <a:satOff val="-37692"/>
            <a:lumOff val="19099"/>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3FED63FC-B29E-41B4-90BF-69AB67019CB1}">
      <dsp:nvSpPr>
        <dsp:cNvPr id="0" name=""/>
        <dsp:cNvSpPr/>
      </dsp:nvSpPr>
      <dsp:spPr>
        <a:xfrm>
          <a:off x="1154188" y="-176713"/>
          <a:ext cx="2329608" cy="2329608"/>
        </a:xfrm>
        <a:prstGeom prst="circularArrow">
          <a:avLst>
            <a:gd name="adj1" fmla="val 5984"/>
            <a:gd name="adj2" fmla="val 394124"/>
            <a:gd name="adj3" fmla="val 13313824"/>
            <a:gd name="adj4" fmla="val 10508221"/>
            <a:gd name="adj5" fmla="val 6981"/>
          </a:avLst>
        </a:prstGeom>
        <a:solidFill>
          <a:schemeClr val="accent1">
            <a:shade val="90000"/>
            <a:hueOff val="832722"/>
            <a:satOff val="-75385"/>
            <a:lumOff val="38198"/>
            <a:alphaOff val="0"/>
          </a:schemeClr>
        </a:solidFill>
        <a:ln>
          <a:noFill/>
        </a:ln>
        <a:effectLst/>
      </dsp:spPr>
      <dsp:style>
        <a:lnRef idx="0">
          <a:scrgbClr r="0" g="0" b="0"/>
        </a:lnRef>
        <a:fillRef idx="1">
          <a:scrgbClr r="0" g="0" b="0"/>
        </a:fillRef>
        <a:effectRef idx="1">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73798-D318-4CF4-9B69-47E26231E92D}">
      <dsp:nvSpPr>
        <dsp:cNvPr id="0" name=""/>
        <dsp:cNvSpPr/>
      </dsp:nvSpPr>
      <dsp:spPr>
        <a:xfrm>
          <a:off x="1576902" y="1042479"/>
          <a:ext cx="2187147" cy="2187147"/>
        </a:xfrm>
        <a:prstGeom prst="ellipse">
          <a:avLst/>
        </a:prstGeom>
        <a:solidFill>
          <a:schemeClr val="tx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55880" tIns="55880" rIns="55880" bIns="55880" numCol="1" spcCol="1270" anchor="ctr" anchorCtr="0">
          <a:noAutofit/>
        </a:bodyPr>
        <a:lstStyle/>
        <a:p>
          <a:pPr marL="0" lvl="0" indent="0" algn="ctr" defTabSz="1955800">
            <a:lnSpc>
              <a:spcPct val="90000"/>
            </a:lnSpc>
            <a:spcBef>
              <a:spcPct val="0"/>
            </a:spcBef>
            <a:spcAft>
              <a:spcPct val="35000"/>
            </a:spcAft>
            <a:buNone/>
          </a:pPr>
          <a:r>
            <a:rPr lang="zh-CN" altLang="en-US" sz="4400" b="1" kern="1200" dirty="0">
              <a:solidFill>
                <a:schemeClr val="bg1"/>
              </a:solidFill>
              <a:latin typeface="微软雅黑" panose="020B0503020204020204" pitchFamily="34" charset="-122"/>
              <a:ea typeface="微软雅黑" panose="020B0503020204020204" pitchFamily="34" charset="-122"/>
            </a:rPr>
            <a:t>聚焦</a:t>
          </a:r>
        </a:p>
      </dsp:txBody>
      <dsp:txXfrm>
        <a:off x="1897202" y="1362779"/>
        <a:ext cx="1546547" cy="1546547"/>
      </dsp:txXfrm>
    </dsp:sp>
    <dsp:sp modelId="{98605A76-6266-4548-A1E7-879E73EB9877}">
      <dsp:nvSpPr>
        <dsp:cNvPr id="0" name=""/>
        <dsp:cNvSpPr/>
      </dsp:nvSpPr>
      <dsp:spPr>
        <a:xfrm>
          <a:off x="2123689" y="166322"/>
          <a:ext cx="1093573" cy="1093573"/>
        </a:xfrm>
        <a:prstGeom prst="ellipse">
          <a:avLst/>
        </a:prstGeom>
        <a:solidFill>
          <a:schemeClr val="accent1">
            <a:alpha val="58000"/>
          </a:schemeClr>
        </a:solidFill>
        <a:ln w="25400" cap="flat" cmpd="sng" algn="ctr">
          <a:solidFill>
            <a:schemeClr val="bg1"/>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altLang="zh-CN" sz="3600" b="1" kern="1200" dirty="0">
              <a:solidFill>
                <a:schemeClr val="bg1"/>
              </a:solidFill>
              <a:latin typeface="微软雅黑" panose="020B0503020204020204" pitchFamily="34" charset="-122"/>
              <a:ea typeface="微软雅黑" panose="020B0503020204020204" pitchFamily="34" charset="-122"/>
            </a:rPr>
            <a:t>1</a:t>
          </a:r>
          <a:endParaRPr lang="zh-CN" altLang="en-US" sz="3600" b="1" kern="1200" dirty="0">
            <a:solidFill>
              <a:schemeClr val="bg1"/>
            </a:solidFill>
            <a:latin typeface="微软雅黑" panose="020B0503020204020204" pitchFamily="34" charset="-122"/>
            <a:ea typeface="微软雅黑" panose="020B0503020204020204" pitchFamily="34" charset="-122"/>
          </a:endParaRPr>
        </a:p>
      </dsp:txBody>
      <dsp:txXfrm>
        <a:off x="2283839" y="326472"/>
        <a:ext cx="773273" cy="773273"/>
      </dsp:txXfrm>
    </dsp:sp>
    <dsp:sp modelId="{11D08A07-D65B-4FB4-875D-89F15ABCDB4D}">
      <dsp:nvSpPr>
        <dsp:cNvPr id="0" name=""/>
        <dsp:cNvSpPr/>
      </dsp:nvSpPr>
      <dsp:spPr>
        <a:xfrm>
          <a:off x="3355994" y="2300738"/>
          <a:ext cx="1093573" cy="1093573"/>
        </a:xfrm>
        <a:prstGeom prst="ellipse">
          <a:avLst/>
        </a:prstGeom>
        <a:solidFill>
          <a:schemeClr val="accent1">
            <a:alpha val="58000"/>
          </a:schemeClr>
        </a:solidFill>
        <a:ln w="25400" cap="flat" cmpd="sng" algn="ctr">
          <a:solidFill>
            <a:schemeClr val="bg1"/>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altLang="zh-CN" sz="3600" b="1" kern="1200" dirty="0">
              <a:solidFill>
                <a:schemeClr val="bg1"/>
              </a:solidFill>
              <a:latin typeface="微软雅黑" panose="020B0503020204020204" pitchFamily="34" charset="-122"/>
              <a:ea typeface="微软雅黑" panose="020B0503020204020204" pitchFamily="34" charset="-122"/>
            </a:rPr>
            <a:t>3</a:t>
          </a:r>
          <a:endParaRPr lang="zh-CN" altLang="en-US" sz="3600" b="1" kern="1200" dirty="0">
            <a:solidFill>
              <a:schemeClr val="bg1"/>
            </a:solidFill>
            <a:latin typeface="微软雅黑" panose="020B0503020204020204" pitchFamily="34" charset="-122"/>
            <a:ea typeface="微软雅黑" panose="020B0503020204020204" pitchFamily="34" charset="-122"/>
          </a:endParaRPr>
        </a:p>
      </dsp:txBody>
      <dsp:txXfrm>
        <a:off x="3516144" y="2460888"/>
        <a:ext cx="773273" cy="773273"/>
      </dsp:txXfrm>
    </dsp:sp>
    <dsp:sp modelId="{8E771D08-D924-4A08-9181-D3815A065757}">
      <dsp:nvSpPr>
        <dsp:cNvPr id="0" name=""/>
        <dsp:cNvSpPr/>
      </dsp:nvSpPr>
      <dsp:spPr>
        <a:xfrm>
          <a:off x="891383" y="2300738"/>
          <a:ext cx="1093573" cy="1093573"/>
        </a:xfrm>
        <a:prstGeom prst="ellipse">
          <a:avLst/>
        </a:prstGeom>
        <a:solidFill>
          <a:schemeClr val="accent1">
            <a:alpha val="58000"/>
          </a:schemeClr>
        </a:solidFill>
        <a:ln w="25400" cap="flat" cmpd="sng" algn="ctr">
          <a:solidFill>
            <a:schemeClr val="bg1"/>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altLang="zh-CN" sz="3600" b="1" kern="1200" dirty="0">
              <a:solidFill>
                <a:schemeClr val="bg1"/>
              </a:solidFill>
              <a:latin typeface="微软雅黑" panose="020B0503020204020204" pitchFamily="34" charset="-122"/>
              <a:ea typeface="微软雅黑" panose="020B0503020204020204" pitchFamily="34" charset="-122"/>
            </a:rPr>
            <a:t>2</a:t>
          </a:r>
          <a:endParaRPr lang="zh-CN" altLang="en-US" sz="3600" b="1" kern="1200" dirty="0">
            <a:solidFill>
              <a:schemeClr val="bg1"/>
            </a:solidFill>
            <a:latin typeface="微软雅黑" panose="020B0503020204020204" pitchFamily="34" charset="-122"/>
            <a:ea typeface="微软雅黑" panose="020B0503020204020204" pitchFamily="34" charset="-122"/>
          </a:endParaRPr>
        </a:p>
      </dsp:txBody>
      <dsp:txXfrm>
        <a:off x="1051533" y="2460888"/>
        <a:ext cx="773273" cy="7732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68D820-5AD8-4F2A-B4DE-28FC7FDF0DB0}">
      <dsp:nvSpPr>
        <dsp:cNvPr id="0" name=""/>
        <dsp:cNvSpPr/>
      </dsp:nvSpPr>
      <dsp:spPr>
        <a:xfrm rot="16768495">
          <a:off x="1942470" y="1900858"/>
          <a:ext cx="2323272" cy="2323272"/>
        </a:xfrm>
        <a:prstGeom prst="gear9">
          <a:avLst/>
        </a:prstGeom>
        <a:solidFill>
          <a:schemeClr val="accent1">
            <a:shade val="80000"/>
            <a:hueOff val="0"/>
            <a:satOff val="0"/>
            <a:lumOff val="0"/>
            <a:alpha val="0"/>
          </a:schemeClr>
        </a:solidFill>
        <a:ln w="19050" cap="flat" cmpd="sng" algn="ctr">
          <a:solidFill>
            <a:schemeClr val="lt1">
              <a:hueOff val="0"/>
              <a:satOff val="0"/>
              <a:lumOff val="0"/>
              <a:alpha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b="1" kern="1200">
              <a:solidFill>
                <a:schemeClr val="lt1">
                  <a:alpha val="0"/>
                </a:schemeClr>
              </a:solidFill>
              <a:effectLst>
                <a:outerShdw blurRad="38100" dist="38100" dir="2700000" algn="tl">
                  <a:srgbClr val="000000">
                    <a:alpha val="43137"/>
                  </a:srgbClr>
                </a:outerShdw>
              </a:effectLst>
            </a:rPr>
            <a:t>原因</a:t>
          </a:r>
          <a:endParaRPr lang="zh-CN" altLang="en-US" sz="2800" b="1" kern="1200" dirty="0">
            <a:solidFill>
              <a:schemeClr val="lt1">
                <a:alpha val="0"/>
              </a:schemeClr>
            </a:solidFill>
            <a:effectLst>
              <a:outerShdw blurRad="38100" dist="38100" dir="2700000" algn="tl">
                <a:srgbClr val="000000">
                  <a:alpha val="43137"/>
                </a:srgbClr>
              </a:outerShdw>
            </a:effectLst>
          </a:endParaRPr>
        </a:p>
      </dsp:txBody>
      <dsp:txXfrm>
        <a:off x="2389512" y="2462045"/>
        <a:ext cx="1389110" cy="1194210"/>
      </dsp:txXfrm>
    </dsp:sp>
    <dsp:sp modelId="{F0166E2C-B433-48D7-90C8-02B35E28474A}">
      <dsp:nvSpPr>
        <dsp:cNvPr id="0" name=""/>
        <dsp:cNvSpPr/>
      </dsp:nvSpPr>
      <dsp:spPr>
        <a:xfrm rot="7189632">
          <a:off x="590748" y="1351721"/>
          <a:ext cx="1689652" cy="1689652"/>
        </a:xfrm>
        <a:prstGeom prst="gear6">
          <a:avLst/>
        </a:prstGeom>
        <a:solidFill>
          <a:schemeClr val="accent1">
            <a:shade val="80000"/>
            <a:hueOff val="411306"/>
            <a:satOff val="-37692"/>
            <a:lumOff val="19845"/>
            <a:alpha val="0"/>
          </a:schemeClr>
        </a:solidFill>
        <a:ln w="19050" cap="flat" cmpd="sng" algn="ctr">
          <a:solidFill>
            <a:schemeClr val="lt1">
              <a:hueOff val="0"/>
              <a:satOff val="0"/>
              <a:lumOff val="0"/>
              <a:alpha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zh-CN" altLang="en-US" sz="3000" b="1" kern="1200" dirty="0">
              <a:solidFill>
                <a:schemeClr val="lt1">
                  <a:alpha val="0"/>
                </a:schemeClr>
              </a:solidFill>
              <a:effectLst>
                <a:outerShdw blurRad="38100" dist="38100" dir="2700000" algn="tl">
                  <a:srgbClr val="000000">
                    <a:alpha val="43137"/>
                  </a:srgbClr>
                </a:outerShdw>
              </a:effectLst>
            </a:rPr>
            <a:t>变化</a:t>
          </a:r>
        </a:p>
      </dsp:txBody>
      <dsp:txXfrm>
        <a:off x="1016123" y="1779667"/>
        <a:ext cx="838902" cy="833760"/>
      </dsp:txXfrm>
    </dsp:sp>
    <dsp:sp modelId="{FDCDF4E3-E341-4243-A61A-ABF4F7FFF44A}">
      <dsp:nvSpPr>
        <dsp:cNvPr id="0" name=""/>
        <dsp:cNvSpPr/>
      </dsp:nvSpPr>
      <dsp:spPr>
        <a:xfrm rot="13500022">
          <a:off x="1537126" y="186034"/>
          <a:ext cx="1655514" cy="1655514"/>
        </a:xfrm>
        <a:prstGeom prst="gear6">
          <a:avLst/>
        </a:prstGeom>
        <a:solidFill>
          <a:schemeClr val="accent1">
            <a:shade val="80000"/>
            <a:hueOff val="822611"/>
            <a:satOff val="-75385"/>
            <a:lumOff val="39690"/>
            <a:alpha val="0"/>
          </a:schemeClr>
        </a:solidFill>
        <a:ln w="19050" cap="flat" cmpd="sng" algn="ctr">
          <a:solidFill>
            <a:schemeClr val="lt1">
              <a:hueOff val="0"/>
              <a:satOff val="0"/>
              <a:lumOff val="0"/>
              <a:alpha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zh-CN" altLang="en-US" sz="3000" b="1" kern="1200" dirty="0">
              <a:solidFill>
                <a:schemeClr val="lt1">
                  <a:alpha val="0"/>
                </a:schemeClr>
              </a:solidFill>
              <a:effectLst>
                <a:outerShdw blurRad="38100" dist="38100" dir="2700000" algn="tl">
                  <a:srgbClr val="000000">
                    <a:alpha val="43137"/>
                  </a:srgbClr>
                </a:outerShdw>
              </a:effectLst>
            </a:rPr>
            <a:t>计划</a:t>
          </a:r>
        </a:p>
      </dsp:txBody>
      <dsp:txXfrm rot="900000">
        <a:off x="1900229" y="549137"/>
        <a:ext cx="929308" cy="929308"/>
      </dsp:txXfrm>
    </dsp:sp>
    <dsp:sp modelId="{C1BE1843-8220-4F59-A573-1DE4279AB09C}">
      <dsp:nvSpPr>
        <dsp:cNvPr id="0" name=""/>
        <dsp:cNvSpPr/>
      </dsp:nvSpPr>
      <dsp:spPr>
        <a:xfrm>
          <a:off x="1764153" y="1550096"/>
          <a:ext cx="2973788" cy="2973788"/>
        </a:xfrm>
        <a:prstGeom prst="circularArrow">
          <a:avLst>
            <a:gd name="adj1" fmla="val 4688"/>
            <a:gd name="adj2" fmla="val 299029"/>
            <a:gd name="adj3" fmla="val 2516946"/>
            <a:gd name="adj4" fmla="val 15859598"/>
            <a:gd name="adj5" fmla="val 5469"/>
          </a:avLst>
        </a:prstGeom>
        <a:solidFill>
          <a:schemeClr val="accent1">
            <a:shade val="90000"/>
            <a:hueOff val="0"/>
            <a:satOff val="0"/>
            <a:lumOff val="0"/>
            <a:alpha val="0"/>
          </a:schemeClr>
        </a:solidFill>
        <a:ln>
          <a:noFill/>
        </a:ln>
        <a:effectLst/>
      </dsp:spPr>
      <dsp:style>
        <a:lnRef idx="0">
          <a:scrgbClr r="0" g="0" b="0"/>
        </a:lnRef>
        <a:fillRef idx="1">
          <a:scrgbClr r="0" g="0" b="0"/>
        </a:fillRef>
        <a:effectRef idx="1">
          <a:scrgbClr r="0" g="0" b="0"/>
        </a:effectRef>
        <a:fontRef idx="minor">
          <a:schemeClr val="lt1"/>
        </a:fontRef>
      </dsp:style>
    </dsp:sp>
    <dsp:sp modelId="{14D33AD9-02A7-4925-87F6-7BE2B7DC7EBD}">
      <dsp:nvSpPr>
        <dsp:cNvPr id="0" name=""/>
        <dsp:cNvSpPr/>
      </dsp:nvSpPr>
      <dsp:spPr>
        <a:xfrm>
          <a:off x="291514" y="977737"/>
          <a:ext cx="2160643" cy="2160643"/>
        </a:xfrm>
        <a:prstGeom prst="leftCircularArrow">
          <a:avLst>
            <a:gd name="adj1" fmla="val 6452"/>
            <a:gd name="adj2" fmla="val 429999"/>
            <a:gd name="adj3" fmla="val 10489124"/>
            <a:gd name="adj4" fmla="val 14837806"/>
            <a:gd name="adj5" fmla="val 7527"/>
          </a:avLst>
        </a:prstGeom>
        <a:solidFill>
          <a:schemeClr val="accent1">
            <a:shade val="90000"/>
            <a:hueOff val="416361"/>
            <a:satOff val="-37692"/>
            <a:lumOff val="19099"/>
            <a:alpha val="0"/>
          </a:schemeClr>
        </a:solidFill>
        <a:ln>
          <a:noFill/>
        </a:ln>
        <a:effectLst/>
      </dsp:spPr>
      <dsp:style>
        <a:lnRef idx="0">
          <a:scrgbClr r="0" g="0" b="0"/>
        </a:lnRef>
        <a:fillRef idx="1">
          <a:scrgbClr r="0" g="0" b="0"/>
        </a:fillRef>
        <a:effectRef idx="1">
          <a:scrgbClr r="0" g="0" b="0"/>
        </a:effectRef>
        <a:fontRef idx="minor">
          <a:schemeClr val="lt1"/>
        </a:fontRef>
      </dsp:style>
    </dsp:sp>
    <dsp:sp modelId="{3FED63FC-B29E-41B4-90BF-69AB67019CB1}">
      <dsp:nvSpPr>
        <dsp:cNvPr id="0" name=""/>
        <dsp:cNvSpPr/>
      </dsp:nvSpPr>
      <dsp:spPr>
        <a:xfrm>
          <a:off x="1154188" y="-176713"/>
          <a:ext cx="2329608" cy="2329608"/>
        </a:xfrm>
        <a:prstGeom prst="circularArrow">
          <a:avLst>
            <a:gd name="adj1" fmla="val 5984"/>
            <a:gd name="adj2" fmla="val 394124"/>
            <a:gd name="adj3" fmla="val 13313824"/>
            <a:gd name="adj4" fmla="val 10508221"/>
            <a:gd name="adj5" fmla="val 6981"/>
          </a:avLst>
        </a:prstGeom>
        <a:solidFill>
          <a:schemeClr val="accent1">
            <a:shade val="90000"/>
            <a:hueOff val="832722"/>
            <a:satOff val="-75385"/>
            <a:lumOff val="38198"/>
            <a:alpha val="0"/>
          </a:schemeClr>
        </a:solidFill>
        <a:ln>
          <a:noFill/>
        </a:ln>
        <a:effectLst/>
      </dsp:spPr>
      <dsp:style>
        <a:lnRef idx="0">
          <a:scrgbClr r="0" g="0" b="0"/>
        </a:lnRef>
        <a:fillRef idx="1">
          <a:scrgbClr r="0" g="0" b="0"/>
        </a:fillRef>
        <a:effectRef idx="1">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D5ECB2-4495-4AC1-A15E-8E941D67C5C8}">
      <dsp:nvSpPr>
        <dsp:cNvPr id="0" name=""/>
        <dsp:cNvSpPr/>
      </dsp:nvSpPr>
      <dsp:spPr>
        <a:xfrm>
          <a:off x="0" y="0"/>
          <a:ext cx="5473065" cy="120141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zh-CN" altLang="en-US" sz="2800" kern="1200" dirty="0"/>
            <a:t>数据清洗：处理无效数据</a:t>
          </a:r>
        </a:p>
      </dsp:txBody>
      <dsp:txXfrm>
        <a:off x="35188" y="35188"/>
        <a:ext cx="4176639" cy="1131043"/>
      </dsp:txXfrm>
    </dsp:sp>
    <dsp:sp modelId="{CA5D952D-4186-440F-A38B-ADDEFAD31B8E}">
      <dsp:nvSpPr>
        <dsp:cNvPr id="0" name=""/>
        <dsp:cNvSpPr/>
      </dsp:nvSpPr>
      <dsp:spPr>
        <a:xfrm>
          <a:off x="482917" y="1401656"/>
          <a:ext cx="5473065" cy="120141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zh-CN" altLang="en-US" sz="2800" kern="1200" dirty="0"/>
            <a:t>量化关系：设计公式计算</a:t>
          </a:r>
        </a:p>
      </dsp:txBody>
      <dsp:txXfrm>
        <a:off x="518105" y="1436844"/>
        <a:ext cx="4138848" cy="1131043"/>
      </dsp:txXfrm>
    </dsp:sp>
    <dsp:sp modelId="{F4EBF195-6A41-4CC8-B856-47BC653E4E56}">
      <dsp:nvSpPr>
        <dsp:cNvPr id="0" name=""/>
        <dsp:cNvSpPr/>
      </dsp:nvSpPr>
      <dsp:spPr>
        <a:xfrm>
          <a:off x="965834" y="2803313"/>
          <a:ext cx="5473065" cy="120141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zh-CN" altLang="en-US" sz="2800" kern="1200" dirty="0"/>
            <a:t>数据分析：得出结论</a:t>
          </a:r>
        </a:p>
      </dsp:txBody>
      <dsp:txXfrm>
        <a:off x="1001022" y="2838501"/>
        <a:ext cx="4138848" cy="1131043"/>
      </dsp:txXfrm>
    </dsp:sp>
    <dsp:sp modelId="{86B5431A-9593-43D5-96A5-8F82F25E5D85}">
      <dsp:nvSpPr>
        <dsp:cNvPr id="0" name=""/>
        <dsp:cNvSpPr/>
      </dsp:nvSpPr>
      <dsp:spPr>
        <a:xfrm>
          <a:off x="4692142" y="911076"/>
          <a:ext cx="780922" cy="78092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zh-CN" altLang="en-US" sz="3600" kern="1200"/>
        </a:p>
      </dsp:txBody>
      <dsp:txXfrm>
        <a:off x="4867849" y="911076"/>
        <a:ext cx="429508" cy="587644"/>
      </dsp:txXfrm>
    </dsp:sp>
    <dsp:sp modelId="{60633AE0-8915-4939-ABF6-2F6C49155B4D}">
      <dsp:nvSpPr>
        <dsp:cNvPr id="0" name=""/>
        <dsp:cNvSpPr/>
      </dsp:nvSpPr>
      <dsp:spPr>
        <a:xfrm>
          <a:off x="5175059" y="2304723"/>
          <a:ext cx="780922" cy="78092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zh-CN" altLang="en-US" sz="3600" kern="1200"/>
        </a:p>
      </dsp:txBody>
      <dsp:txXfrm>
        <a:off x="5350766" y="2304723"/>
        <a:ext cx="429508" cy="5876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B6CE7-C528-429C-90A7-984CC9AF13C0}">
      <dsp:nvSpPr>
        <dsp:cNvPr id="0" name=""/>
        <dsp:cNvSpPr/>
      </dsp:nvSpPr>
      <dsp:spPr>
        <a:xfrm>
          <a:off x="2540" y="42466"/>
          <a:ext cx="2476500" cy="72000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王浩新 </a:t>
          </a:r>
        </a:p>
      </dsp:txBody>
      <dsp:txXfrm>
        <a:off x="2540" y="42466"/>
        <a:ext cx="2476500" cy="720000"/>
      </dsp:txXfrm>
    </dsp:sp>
    <dsp:sp modelId="{05A86A66-F3A4-4977-B65C-5C555118A680}">
      <dsp:nvSpPr>
        <dsp:cNvPr id="0" name=""/>
        <dsp:cNvSpPr/>
      </dsp:nvSpPr>
      <dsp:spPr>
        <a:xfrm>
          <a:off x="2540" y="762466"/>
          <a:ext cx="2476500" cy="1990125"/>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zh-CN" altLang="en-US" sz="2500" kern="1200" dirty="0"/>
            <a:t>文献调研</a:t>
          </a:r>
        </a:p>
        <a:p>
          <a:pPr marL="228600" lvl="1" indent="-228600" algn="l" defTabSz="1111250">
            <a:lnSpc>
              <a:spcPct val="90000"/>
            </a:lnSpc>
            <a:spcBef>
              <a:spcPct val="0"/>
            </a:spcBef>
            <a:spcAft>
              <a:spcPct val="15000"/>
            </a:spcAft>
            <a:buChar char="•"/>
          </a:pPr>
          <a:r>
            <a:rPr lang="zh-CN" altLang="en-US" sz="2500" kern="1200" dirty="0"/>
            <a:t>访谈设计</a:t>
          </a:r>
        </a:p>
        <a:p>
          <a:pPr marL="228600" lvl="1" indent="-228600" algn="l" defTabSz="1111250">
            <a:lnSpc>
              <a:spcPct val="90000"/>
            </a:lnSpc>
            <a:spcBef>
              <a:spcPct val="0"/>
            </a:spcBef>
            <a:spcAft>
              <a:spcPct val="15000"/>
            </a:spcAft>
            <a:buChar char="•"/>
          </a:pPr>
          <a:r>
            <a:rPr lang="zh-CN" altLang="en-US" sz="2500" kern="1200" dirty="0"/>
            <a:t>模拟访谈</a:t>
          </a:r>
        </a:p>
      </dsp:txBody>
      <dsp:txXfrm>
        <a:off x="2540" y="762466"/>
        <a:ext cx="2476500" cy="1990125"/>
      </dsp:txXfrm>
    </dsp:sp>
    <dsp:sp modelId="{A08C5535-FCC1-496A-9917-F4BB94F1F546}">
      <dsp:nvSpPr>
        <dsp:cNvPr id="0" name=""/>
        <dsp:cNvSpPr/>
      </dsp:nvSpPr>
      <dsp:spPr>
        <a:xfrm>
          <a:off x="2825750" y="42466"/>
          <a:ext cx="2476500" cy="72000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黄幸运</a:t>
          </a:r>
        </a:p>
      </dsp:txBody>
      <dsp:txXfrm>
        <a:off x="2825750" y="42466"/>
        <a:ext cx="2476500" cy="720000"/>
      </dsp:txXfrm>
    </dsp:sp>
    <dsp:sp modelId="{6A32E8B3-5627-4F51-83C1-932BFD0B71CA}">
      <dsp:nvSpPr>
        <dsp:cNvPr id="0" name=""/>
        <dsp:cNvSpPr/>
      </dsp:nvSpPr>
      <dsp:spPr>
        <a:xfrm>
          <a:off x="2825750" y="762466"/>
          <a:ext cx="2476500" cy="1990125"/>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zh-CN" altLang="en-US" sz="2500" kern="1200" dirty="0"/>
            <a:t>文献调研</a:t>
          </a:r>
        </a:p>
        <a:p>
          <a:pPr marL="228600" lvl="1" indent="-228600" algn="l" defTabSz="1111250">
            <a:lnSpc>
              <a:spcPct val="90000"/>
            </a:lnSpc>
            <a:spcBef>
              <a:spcPct val="0"/>
            </a:spcBef>
            <a:spcAft>
              <a:spcPct val="15000"/>
            </a:spcAft>
            <a:buChar char="•"/>
          </a:pPr>
          <a:r>
            <a:rPr lang="zh-CN" altLang="en-US" sz="2500" kern="1200" dirty="0"/>
            <a:t>问卷设计</a:t>
          </a:r>
        </a:p>
        <a:p>
          <a:pPr marL="228600" lvl="1" indent="-228600" algn="l" defTabSz="1111250">
            <a:lnSpc>
              <a:spcPct val="90000"/>
            </a:lnSpc>
            <a:spcBef>
              <a:spcPct val="0"/>
            </a:spcBef>
            <a:spcAft>
              <a:spcPct val="15000"/>
            </a:spcAft>
            <a:buChar char="•"/>
          </a:pPr>
          <a:r>
            <a:rPr lang="zh-CN" altLang="en-US" sz="2500" kern="1200" dirty="0"/>
            <a:t>模拟访谈</a:t>
          </a:r>
        </a:p>
      </dsp:txBody>
      <dsp:txXfrm>
        <a:off x="2825750" y="762466"/>
        <a:ext cx="2476500" cy="1990125"/>
      </dsp:txXfrm>
    </dsp:sp>
    <dsp:sp modelId="{846A32A5-35B8-44EC-8E00-1A1EF928C758}">
      <dsp:nvSpPr>
        <dsp:cNvPr id="0" name=""/>
        <dsp:cNvSpPr/>
      </dsp:nvSpPr>
      <dsp:spPr>
        <a:xfrm>
          <a:off x="5648960" y="42466"/>
          <a:ext cx="2476500" cy="72000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刘明泽</a:t>
          </a:r>
        </a:p>
      </dsp:txBody>
      <dsp:txXfrm>
        <a:off x="5648960" y="42466"/>
        <a:ext cx="2476500" cy="720000"/>
      </dsp:txXfrm>
    </dsp:sp>
    <dsp:sp modelId="{E36CBEEE-C38C-4A3F-A100-11D23BF1BAED}">
      <dsp:nvSpPr>
        <dsp:cNvPr id="0" name=""/>
        <dsp:cNvSpPr/>
      </dsp:nvSpPr>
      <dsp:spPr>
        <a:xfrm>
          <a:off x="5648960" y="762466"/>
          <a:ext cx="2476500" cy="1990125"/>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zh-CN" altLang="en-US" sz="2500" kern="1200" dirty="0"/>
            <a:t>确定选题</a:t>
          </a:r>
        </a:p>
        <a:p>
          <a:pPr marL="228600" lvl="1" indent="-228600" algn="l" defTabSz="1111250">
            <a:lnSpc>
              <a:spcPct val="90000"/>
            </a:lnSpc>
            <a:spcBef>
              <a:spcPct val="0"/>
            </a:spcBef>
            <a:spcAft>
              <a:spcPct val="15000"/>
            </a:spcAft>
            <a:buChar char="•"/>
          </a:pPr>
          <a:r>
            <a:rPr lang="zh-CN" altLang="en-US" sz="2500" kern="1200" dirty="0"/>
            <a:t>文献调研</a:t>
          </a:r>
        </a:p>
        <a:p>
          <a:pPr marL="228600" lvl="1" indent="-228600" algn="l" defTabSz="1111250">
            <a:lnSpc>
              <a:spcPct val="90000"/>
            </a:lnSpc>
            <a:spcBef>
              <a:spcPct val="0"/>
            </a:spcBef>
            <a:spcAft>
              <a:spcPct val="15000"/>
            </a:spcAft>
            <a:buChar char="•"/>
          </a:pPr>
          <a:r>
            <a:rPr lang="zh-CN" altLang="en-US" sz="2500" kern="1200" dirty="0"/>
            <a:t>问卷设计</a:t>
          </a:r>
        </a:p>
      </dsp:txBody>
      <dsp:txXfrm>
        <a:off x="5648960" y="762466"/>
        <a:ext cx="2476500" cy="1990125"/>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5" Type="http://schemas.microsoft.com/office/2007/relationships/hdphoto" Target="../media/hdphoto3.wdp"/><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4.wdp"/><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5.wdp"/><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5.wdp"/><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6.wdp"/><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6.wdp"/><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7.wdp"/><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7.wdp"/><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8.wdp"/><Relationship Id="rId4"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8.wdp"/><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8.wdp"/><Relationship Id="rId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3.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F14F377-0ECF-4DA3-BC32-B18EF7DEE48A}"/>
              </a:ext>
            </a:extLst>
          </p:cNvPr>
          <p:cNvSpPr/>
          <p:nvPr userDrawn="1"/>
        </p:nvSpPr>
        <p:spPr>
          <a:xfrm>
            <a:off x="0" y="0"/>
            <a:ext cx="12192000" cy="6858000"/>
          </a:xfrm>
          <a:prstGeom prst="rect">
            <a:avLst/>
          </a:prstGeom>
          <a:blipFill dpi="0" rotWithShape="1">
            <a:blip r:embed="rId2">
              <a:duotone>
                <a:schemeClr val="bg2">
                  <a:shade val="45000"/>
                  <a:satMod val="135000"/>
                </a:schemeClr>
                <a:prstClr val="white"/>
              </a:duotone>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userDrawn="1"/>
        </p:nvSpPr>
        <p:spPr>
          <a:xfrm>
            <a:off x="0" y="573058"/>
            <a:ext cx="12192000" cy="2857500"/>
          </a:xfrm>
          <a:prstGeom prst="rect">
            <a:avLst/>
          </a:prstGeom>
          <a:gradFill>
            <a:gsLst>
              <a:gs pos="0">
                <a:schemeClr val="accent1"/>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colorTemperature colorTemp="1500"/>
                    </a14:imgEffect>
                    <a14:imgEffect>
                      <a14:saturation sat="0"/>
                    </a14:imgEffect>
                    <a14:imgEffect>
                      <a14:brightnessContrast bright="100000" contrast="100000"/>
                    </a14:imgEffect>
                  </a14:imgLayer>
                </a14:imgProps>
              </a:ext>
            </a:extLst>
          </a:blip>
          <a:srcRect l="26009" t="-18105" r="1201" b="1"/>
          <a:stretch/>
        </p:blipFill>
        <p:spPr>
          <a:xfrm>
            <a:off x="-8468" y="2560319"/>
            <a:ext cx="12200467" cy="660689"/>
          </a:xfrm>
          <a:prstGeom prst="rect">
            <a:avLst/>
          </a:prstGeom>
        </p:spPr>
      </p:pic>
      <p:sp>
        <p:nvSpPr>
          <p:cNvPr id="13" name="内容占位符 2">
            <a:extLst>
              <a:ext uri="{FF2B5EF4-FFF2-40B4-BE49-F238E27FC236}">
                <a16:creationId xmlns:a16="http://schemas.microsoft.com/office/drawing/2014/main" id="{20903F1C-568E-4080-8C79-B487B35A71F9}"/>
              </a:ext>
            </a:extLst>
          </p:cNvPr>
          <p:cNvSpPr>
            <a:spLocks noGrp="1"/>
          </p:cNvSpPr>
          <p:nvPr>
            <p:ph sz="quarter" idx="12" hasCustomPrompt="1"/>
          </p:nvPr>
        </p:nvSpPr>
        <p:spPr>
          <a:xfrm>
            <a:off x="4102835" y="4544189"/>
            <a:ext cx="3975953" cy="454025"/>
          </a:xfrm>
        </p:spPr>
        <p:txBody>
          <a:bodyPr>
            <a:normAutofit/>
          </a:bodyPr>
          <a:lstStyle>
            <a:lvl1pPr marL="0" indent="0" algn="ctr">
              <a:buNone/>
              <a:defRPr sz="2400"/>
            </a:lvl1pPr>
          </a:lstStyle>
          <a:p>
            <a:fld id="{E42970F4-9EF3-4E0A-91E0-2B480D8FBBAF}" type="datetime2">
              <a:rPr lang="zh-CN" altLang="en-US" smtClean="0"/>
              <a:t>2022年1月4日</a:t>
            </a:fld>
            <a:endParaRPr lang="zh-CN" altLang="en-US" dirty="0"/>
          </a:p>
        </p:txBody>
      </p:sp>
      <p:pic>
        <p:nvPicPr>
          <p:cNvPr id="9" name="图片 8">
            <a:extLst>
              <a:ext uri="{FF2B5EF4-FFF2-40B4-BE49-F238E27FC236}">
                <a16:creationId xmlns:a16="http://schemas.microsoft.com/office/drawing/2014/main" id="{A9F58A51-73B7-41F3-A074-0449CB9FBE73}"/>
              </a:ext>
            </a:extLst>
          </p:cNvPr>
          <p:cNvPicPr>
            <a:picLocks noChangeAspect="1"/>
          </p:cNvPicPr>
          <p:nvPr userDrawn="1"/>
        </p:nvPicPr>
        <p:blipFill>
          <a:blip r:embed="rId5" cstate="print">
            <a:duotone>
              <a:schemeClr val="accent3">
                <a:shade val="45000"/>
                <a:satMod val="135000"/>
              </a:schemeClr>
              <a:prstClr val="white"/>
            </a:duotone>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88620" y="5086796"/>
            <a:ext cx="4225394" cy="1389062"/>
          </a:xfrm>
          <a:prstGeom prst="rect">
            <a:avLst/>
          </a:prstGeom>
        </p:spPr>
      </p:pic>
    </p:spTree>
    <p:extLst>
      <p:ext uri="{BB962C8B-B14F-4D97-AF65-F5344CB8AC3E}">
        <p14:creationId xmlns:p14="http://schemas.microsoft.com/office/powerpoint/2010/main" val="2932356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目录页">
    <p:spTree>
      <p:nvGrpSpPr>
        <p:cNvPr id="1" name=""/>
        <p:cNvGrpSpPr/>
        <p:nvPr/>
      </p:nvGrpSpPr>
      <p:grpSpPr>
        <a:xfrm>
          <a:off x="0" y="0"/>
          <a:ext cx="0" cy="0"/>
          <a:chOff x="0" y="0"/>
          <a:chExt cx="0" cy="0"/>
        </a:xfrm>
      </p:grpSpPr>
      <p:pic>
        <p:nvPicPr>
          <p:cNvPr id="5" name="图片占位符 95" descr="图片包含 天空, 泰迪熊, 熊, 建筑物&#10;&#10;自动生成的说明">
            <a:extLst>
              <a:ext uri="{FF2B5EF4-FFF2-40B4-BE49-F238E27FC236}">
                <a16:creationId xmlns:a16="http://schemas.microsoft.com/office/drawing/2014/main" id="{EE79199E-F6B2-4AB7-AD45-DF9746ABEC7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4630" r="23380"/>
          <a:stretch/>
        </p:blipFill>
        <p:spPr>
          <a:xfrm>
            <a:off x="0" y="2109743"/>
            <a:ext cx="3705223" cy="4748258"/>
          </a:xfrm>
          <a:prstGeom prst="rect">
            <a:avLst/>
          </a:prstGeom>
        </p:spPr>
      </p:pic>
      <p:grpSp>
        <p:nvGrpSpPr>
          <p:cNvPr id="8" name="组合 7"/>
          <p:cNvGrpSpPr/>
          <p:nvPr userDrawn="1"/>
        </p:nvGrpSpPr>
        <p:grpSpPr>
          <a:xfrm>
            <a:off x="0" y="1"/>
            <a:ext cx="3705225" cy="3230879"/>
            <a:chOff x="0" y="1"/>
            <a:chExt cx="3705225" cy="3230879"/>
          </a:xfrm>
        </p:grpSpPr>
        <p:sp>
          <p:nvSpPr>
            <p:cNvPr id="6" name="矩形 5"/>
            <p:cNvSpPr/>
            <p:nvPr userDrawn="1"/>
          </p:nvSpPr>
          <p:spPr>
            <a:xfrm>
              <a:off x="0" y="1"/>
              <a:ext cx="3705225" cy="21234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2123439"/>
              <a:ext cx="3705225" cy="1107441"/>
            </a:xfrm>
            <a:prstGeom prst="rect">
              <a:avLst/>
            </a:prstGeom>
            <a:gradFill>
              <a:gsLst>
                <a:gs pos="0">
                  <a:schemeClr val="accent1">
                    <a:alpha val="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descr="图片包含 建筑物&#10;&#10;自动生成的说明">
            <a:extLst>
              <a:ext uri="{FF2B5EF4-FFF2-40B4-BE49-F238E27FC236}">
                <a16:creationId xmlns:a16="http://schemas.microsoft.com/office/drawing/2014/main" id="{DC463E02-403D-4EDF-904F-C4102C9C3D8E}"/>
              </a:ext>
            </a:extLst>
          </p:cNvPr>
          <p:cNvPicPr>
            <a:picLocks noChangeAspect="1"/>
          </p:cNvPicPr>
          <p:nvPr userDrawn="1"/>
        </p:nvPicPr>
        <p:blipFill>
          <a:blip r:embed="rId3" cstate="print">
            <a:duotone>
              <a:prstClr val="black"/>
              <a:schemeClr val="accent1">
                <a:tint val="45000"/>
                <a:satMod val="400000"/>
              </a:schemeClr>
            </a:duotone>
            <a:alphaModFix amt="5000"/>
            <a:extLst>
              <a:ext uri="{28A0092B-C50C-407E-A947-70E740481C1C}">
                <a14:useLocalDpi xmlns:a14="http://schemas.microsoft.com/office/drawing/2010/main" val="0"/>
              </a:ext>
            </a:extLst>
          </a:blip>
          <a:stretch>
            <a:fillRect/>
          </a:stretch>
        </p:blipFill>
        <p:spPr>
          <a:xfrm>
            <a:off x="3705224" y="2047874"/>
            <a:ext cx="8486775" cy="3457575"/>
          </a:xfrm>
          <a:prstGeom prst="rect">
            <a:avLst/>
          </a:prstGeom>
        </p:spPr>
      </p:pic>
      <p:sp>
        <p:nvSpPr>
          <p:cNvPr id="10" name="文本框 9"/>
          <p:cNvSpPr txBox="1"/>
          <p:nvPr userDrawn="1"/>
        </p:nvSpPr>
        <p:spPr>
          <a:xfrm>
            <a:off x="569118" y="1160150"/>
            <a:ext cx="2566988" cy="1400383"/>
          </a:xfrm>
          <a:prstGeom prst="rect">
            <a:avLst/>
          </a:prstGeom>
          <a:noFill/>
        </p:spPr>
        <p:txBody>
          <a:bodyPr wrap="square" rtlCol="0">
            <a:spAutoFit/>
          </a:bodyPr>
          <a:lstStyle/>
          <a:p>
            <a:pPr algn="ctr">
              <a:spcBef>
                <a:spcPts val="600"/>
              </a:spcBef>
            </a:pPr>
            <a:r>
              <a:rPr lang="zh-CN" altLang="en-US" sz="4400" b="1" dirty="0">
                <a:solidFill>
                  <a:schemeClr val="bg1"/>
                </a:solidFill>
                <a:effectLst>
                  <a:outerShdw blurRad="38100" dist="38100" dir="2700000" algn="tl">
                    <a:srgbClr val="000000">
                      <a:alpha val="43137"/>
                    </a:srgbClr>
                  </a:outerShdw>
                </a:effectLst>
                <a:latin typeface="+mj-ea"/>
                <a:ea typeface="+mj-ea"/>
              </a:rPr>
              <a:t>目  录</a:t>
            </a:r>
            <a:endParaRPr lang="en-US" altLang="zh-CN" sz="4400" b="1" dirty="0">
              <a:solidFill>
                <a:schemeClr val="bg1"/>
              </a:solidFill>
              <a:effectLst>
                <a:outerShdw blurRad="38100" dist="38100" dir="2700000" algn="tl">
                  <a:srgbClr val="000000">
                    <a:alpha val="43137"/>
                  </a:srgbClr>
                </a:outerShdw>
              </a:effectLst>
              <a:latin typeface="+mj-ea"/>
              <a:ea typeface="+mj-ea"/>
            </a:endParaRPr>
          </a:p>
          <a:p>
            <a:pPr algn="ctr">
              <a:spcBef>
                <a:spcPts val="600"/>
              </a:spcBef>
            </a:pPr>
            <a:r>
              <a:rPr lang="en-US" altLang="zh-CN" sz="3600" b="1" dirty="0">
                <a:solidFill>
                  <a:schemeClr val="bg1"/>
                </a:solidFill>
                <a:effectLst>
                  <a:outerShdw blurRad="38100" dist="38100" dir="2700000" algn="tl">
                    <a:srgbClr val="000000">
                      <a:alpha val="43137"/>
                    </a:srgbClr>
                  </a:outerShdw>
                </a:effectLst>
                <a:latin typeface="+mn-lt"/>
                <a:ea typeface="+mj-ea"/>
              </a:rPr>
              <a:t>CONTENT</a:t>
            </a:r>
            <a:endParaRPr lang="zh-CN" altLang="en-US" sz="3600" b="1" dirty="0">
              <a:solidFill>
                <a:schemeClr val="bg1"/>
              </a:solidFill>
              <a:effectLst>
                <a:outerShdw blurRad="38100" dist="38100" dir="2700000" algn="tl">
                  <a:srgbClr val="000000">
                    <a:alpha val="43137"/>
                  </a:srgbClr>
                </a:outerShdw>
              </a:effectLst>
              <a:latin typeface="+mn-lt"/>
              <a:ea typeface="+mj-ea"/>
            </a:endParaRPr>
          </a:p>
        </p:txBody>
      </p:sp>
      <p:pic>
        <p:nvPicPr>
          <p:cNvPr id="11" name="图片 10">
            <a:extLst>
              <a:ext uri="{FF2B5EF4-FFF2-40B4-BE49-F238E27FC236}">
                <a16:creationId xmlns:a16="http://schemas.microsoft.com/office/drawing/2014/main" id="{A9F58A51-73B7-41F3-A074-0449CB9FBE73}"/>
              </a:ext>
            </a:extLst>
          </p:cNvPr>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105900" y="198623"/>
            <a:ext cx="2847974" cy="936247"/>
          </a:xfrm>
          <a:prstGeom prst="rect">
            <a:avLst/>
          </a:prstGeom>
        </p:spPr>
      </p:pic>
    </p:spTree>
    <p:extLst>
      <p:ext uri="{BB962C8B-B14F-4D97-AF65-F5344CB8AC3E}">
        <p14:creationId xmlns:p14="http://schemas.microsoft.com/office/powerpoint/2010/main" val="2877268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1">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12760" t="-18106" r="1202" b="-17978"/>
          <a:stretch/>
        </p:blipFill>
        <p:spPr>
          <a:xfrm>
            <a:off x="0" y="3660252"/>
            <a:ext cx="12200467" cy="689345"/>
          </a:xfrm>
          <a:prstGeom prst="rect">
            <a:avLst/>
          </a:prstGeom>
        </p:spPr>
      </p:pic>
      <p:grpSp>
        <p:nvGrpSpPr>
          <p:cNvPr id="16" name="组合 15"/>
          <p:cNvGrpSpPr/>
          <p:nvPr userDrawn="1"/>
        </p:nvGrpSpPr>
        <p:grpSpPr>
          <a:xfrm>
            <a:off x="813832" y="0"/>
            <a:ext cx="4824967" cy="6858000"/>
            <a:chOff x="975757" y="0"/>
            <a:chExt cx="4824967"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7" y="0"/>
              <a:ext cx="4824967"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565274"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ONE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extLst>
      <p:ext uri="{BB962C8B-B14F-4D97-AF65-F5344CB8AC3E}">
        <p14:creationId xmlns:p14="http://schemas.microsoft.com/office/powerpoint/2010/main" val="2628189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2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userDrawn="1"/>
        </p:nvPicPr>
        <p:blipFill>
          <a:blip r:embed="rId2" cstate="print">
            <a:duotone>
              <a:schemeClr val="accent3">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6500258" y="0"/>
            <a:ext cx="4824967" cy="6858000"/>
          </a:xfrm>
          <a:prstGeom prst="rect">
            <a:avLst/>
          </a:prstGeom>
          <a:effectLst>
            <a:outerShdw blurRad="114300" dist="139700" algn="l" rotWithShape="0">
              <a:prstClr val="black">
                <a:alpha val="20000"/>
              </a:prstClr>
            </a:outerShdw>
          </a:effectLst>
        </p:spPr>
      </p:pic>
      <p:grpSp>
        <p:nvGrpSpPr>
          <p:cNvPr id="2" name="组合 1"/>
          <p:cNvGrpSpPr/>
          <p:nvPr userDrawn="1"/>
        </p:nvGrpSpPr>
        <p:grpSpPr>
          <a:xfrm>
            <a:off x="0" y="3667540"/>
            <a:ext cx="12192001" cy="682058"/>
            <a:chOff x="0" y="3667540"/>
            <a:chExt cx="12192001" cy="682058"/>
          </a:xfrm>
        </p:grpSpPr>
        <p:pic>
          <p:nvPicPr>
            <p:cNvPr id="13" name="图片 12">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colorTemperature colorTemp="1500"/>
                      </a14:imgEffect>
                      <a14:imgEffect>
                        <a14:saturation sat="0"/>
                      </a14:imgEffect>
                      <a14:imgEffect>
                        <a14:brightnessContrast bright="100000" contrast="100000"/>
                      </a14:imgEffect>
                    </a14:imgLayer>
                  </a14:imgProps>
                </a:ext>
              </a:extLst>
            </a:blip>
            <a:srcRect l="52958" t="-16667" r="1202" b="-17979"/>
            <a:stretch/>
          </p:blipFill>
          <p:spPr>
            <a:xfrm>
              <a:off x="0" y="3667540"/>
              <a:ext cx="6500256" cy="682058"/>
            </a:xfrm>
            <a:prstGeom prst="rect">
              <a:avLst/>
            </a:prstGeom>
          </p:spPr>
        </p:pic>
        <p:pic>
          <p:nvPicPr>
            <p:cNvPr id="18" name="图片 1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colorTemperature colorTemp="1500"/>
                      </a14:imgEffect>
                      <a14:imgEffect>
                        <a14:saturation sat="0"/>
                      </a14:imgEffect>
                      <a14:imgEffect>
                        <a14:brightnessContrast bright="100000" contrast="100000"/>
                      </a14:imgEffect>
                    </a14:imgLayer>
                  </a14:imgProps>
                </a:ext>
              </a:extLst>
            </a:blip>
            <a:srcRect l="52958" t="11456" r="39636" b="-17978"/>
            <a:stretch/>
          </p:blipFill>
          <p:spPr>
            <a:xfrm>
              <a:off x="11141766" y="3809999"/>
              <a:ext cx="1050235" cy="539597"/>
            </a:xfrm>
            <a:prstGeom prst="rect">
              <a:avLst/>
            </a:prstGeom>
          </p:spPr>
        </p:pic>
      </p:grpSp>
      <p:sp>
        <p:nvSpPr>
          <p:cNvPr id="11" name="文本框 10"/>
          <p:cNvSpPr txBox="1"/>
          <p:nvPr userDrawn="1"/>
        </p:nvSpPr>
        <p:spPr>
          <a:xfrm>
            <a:off x="7089775"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ONE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981346" y="1068380"/>
            <a:ext cx="1867505" cy="1523492"/>
          </a:xfrm>
          <a:prstGeom prst="rect">
            <a:avLst/>
          </a:prstGeom>
        </p:spPr>
      </p:pic>
    </p:spTree>
    <p:extLst>
      <p:ext uri="{BB962C8B-B14F-4D97-AF65-F5344CB8AC3E}">
        <p14:creationId xmlns:p14="http://schemas.microsoft.com/office/powerpoint/2010/main" val="1418957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过渡页-2 L">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12760" t="-18106" r="1202" b="-17978"/>
          <a:stretch/>
        </p:blipFill>
        <p:spPr>
          <a:xfrm>
            <a:off x="0" y="3660252"/>
            <a:ext cx="12200467" cy="689345"/>
          </a:xfrm>
          <a:prstGeom prst="rect">
            <a:avLst/>
          </a:prstGeom>
        </p:spPr>
      </p:pic>
      <p:grpSp>
        <p:nvGrpSpPr>
          <p:cNvPr id="9" name="组合 8"/>
          <p:cNvGrpSpPr/>
          <p:nvPr userDrawn="1"/>
        </p:nvGrpSpPr>
        <p:grpSpPr>
          <a:xfrm>
            <a:off x="813833" y="0"/>
            <a:ext cx="4824966" cy="6858000"/>
            <a:chOff x="975758" y="0"/>
            <a:chExt cx="4824966" cy="6858000"/>
          </a:xfrm>
        </p:grpSpPr>
        <p:pic>
          <p:nvPicPr>
            <p:cNvPr id="10" name="图片 9"/>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8" y="0"/>
              <a:ext cx="4824966" cy="6858000"/>
            </a:xfrm>
            <a:prstGeom prst="rect">
              <a:avLst/>
            </a:prstGeom>
            <a:effectLst>
              <a:outerShdw blurRad="114300" dist="139700" algn="l" rotWithShape="0">
                <a:prstClr val="black">
                  <a:alpha val="20000"/>
                </a:prstClr>
              </a:outerShdw>
            </a:effectLst>
          </p:spPr>
        </p:pic>
        <p:sp>
          <p:nvSpPr>
            <p:cNvPr id="12" name="文本框 11"/>
            <p:cNvSpPr txBox="1"/>
            <p:nvPr userDrawn="1"/>
          </p:nvSpPr>
          <p:spPr>
            <a:xfrm>
              <a:off x="1565274"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TWO</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3" name="图片 12">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extLst>
      <p:ext uri="{BB962C8B-B14F-4D97-AF65-F5344CB8AC3E}">
        <p14:creationId xmlns:p14="http://schemas.microsoft.com/office/powerpoint/2010/main" val="3517363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过渡页-2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0" y="3667540"/>
            <a:ext cx="12192001" cy="682058"/>
            <a:chOff x="0" y="3667540"/>
            <a:chExt cx="12192001" cy="682058"/>
          </a:xfrm>
        </p:grpSpPr>
        <p:pic>
          <p:nvPicPr>
            <p:cNvPr id="13" name="图片 12">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52958" t="-16667" r="1202" b="-17979"/>
            <a:stretch/>
          </p:blipFill>
          <p:spPr>
            <a:xfrm>
              <a:off x="0" y="3667540"/>
              <a:ext cx="6500256" cy="682058"/>
            </a:xfrm>
            <a:prstGeom prst="rect">
              <a:avLst/>
            </a:prstGeom>
          </p:spPr>
        </p:pic>
        <p:pic>
          <p:nvPicPr>
            <p:cNvPr id="18" name="图片 1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52958" t="11456" r="39636" b="-17978"/>
            <a:stretch/>
          </p:blipFill>
          <p:spPr>
            <a:xfrm>
              <a:off x="11141766" y="3809999"/>
              <a:ext cx="1050235" cy="539597"/>
            </a:xfrm>
            <a:prstGeom prst="rect">
              <a:avLst/>
            </a:prstGeom>
          </p:spPr>
        </p:pic>
      </p:grpSp>
      <p:grpSp>
        <p:nvGrpSpPr>
          <p:cNvPr id="16" name="组合 15"/>
          <p:cNvGrpSpPr/>
          <p:nvPr userDrawn="1"/>
        </p:nvGrpSpPr>
        <p:grpSpPr>
          <a:xfrm>
            <a:off x="6500259" y="0"/>
            <a:ext cx="4824966" cy="6858000"/>
            <a:chOff x="975758" y="0"/>
            <a:chExt cx="4824966"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8" y="0"/>
              <a:ext cx="4824966"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565274"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TWO</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extLst>
      <p:ext uri="{BB962C8B-B14F-4D97-AF65-F5344CB8AC3E}">
        <p14:creationId xmlns:p14="http://schemas.microsoft.com/office/powerpoint/2010/main" val="3362316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过渡页-3">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12760" t="-18106" r="1202" b="-17978"/>
          <a:stretch/>
        </p:blipFill>
        <p:spPr>
          <a:xfrm>
            <a:off x="0" y="3660252"/>
            <a:ext cx="12200467" cy="689345"/>
          </a:xfrm>
          <a:prstGeom prst="rect">
            <a:avLst/>
          </a:prstGeom>
        </p:spPr>
      </p:pic>
      <p:grpSp>
        <p:nvGrpSpPr>
          <p:cNvPr id="3" name="组合 2"/>
          <p:cNvGrpSpPr/>
          <p:nvPr userDrawn="1"/>
        </p:nvGrpSpPr>
        <p:grpSpPr>
          <a:xfrm>
            <a:off x="813831" y="0"/>
            <a:ext cx="4824967" cy="6858000"/>
            <a:chOff x="813831" y="0"/>
            <a:chExt cx="4824967" cy="6858000"/>
          </a:xfrm>
        </p:grpSpPr>
        <p:grpSp>
          <p:nvGrpSpPr>
            <p:cNvPr id="16" name="组合 15"/>
            <p:cNvGrpSpPr/>
            <p:nvPr userDrawn="1"/>
          </p:nvGrpSpPr>
          <p:grpSpPr>
            <a:xfrm>
              <a:off x="813831" y="0"/>
              <a:ext cx="4824967" cy="6858000"/>
              <a:chOff x="975756" y="0"/>
              <a:chExt cx="4824967"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sharpenSoften amount="25000"/>
                        </a14:imgEffect>
                        <a14:imgEffect>
                          <a14:colorTemperature colorTemp="72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6" y="0"/>
                <a:ext cx="4824967"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266825" y="3089701"/>
                <a:ext cx="4257675"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THREE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
          <p:nvSpPr>
            <p:cNvPr id="2" name="矩形 1"/>
            <p:cNvSpPr/>
            <p:nvPr userDrawn="1"/>
          </p:nvSpPr>
          <p:spPr>
            <a:xfrm>
              <a:off x="2738438" y="4081463"/>
              <a:ext cx="1204912" cy="369848"/>
            </a:xfrm>
            <a:prstGeom prst="rect">
              <a:avLst/>
            </a:prstGeom>
            <a:solidFill>
              <a:srgbClr val="B5A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205917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过渡页-2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0" y="3667540"/>
            <a:ext cx="12192001" cy="682058"/>
            <a:chOff x="0" y="3667540"/>
            <a:chExt cx="12192001" cy="682058"/>
          </a:xfrm>
        </p:grpSpPr>
        <p:pic>
          <p:nvPicPr>
            <p:cNvPr id="13" name="图片 12">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52958" t="-16667" r="1202" b="-17979"/>
            <a:stretch/>
          </p:blipFill>
          <p:spPr>
            <a:xfrm>
              <a:off x="0" y="3667540"/>
              <a:ext cx="6500256" cy="682058"/>
            </a:xfrm>
            <a:prstGeom prst="rect">
              <a:avLst/>
            </a:prstGeom>
          </p:spPr>
        </p:pic>
        <p:pic>
          <p:nvPicPr>
            <p:cNvPr id="18" name="图片 1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52958" t="11456" r="39636" b="-17978"/>
            <a:stretch/>
          </p:blipFill>
          <p:spPr>
            <a:xfrm>
              <a:off x="11141766" y="3809999"/>
              <a:ext cx="1050235" cy="539597"/>
            </a:xfrm>
            <a:prstGeom prst="rect">
              <a:avLst/>
            </a:prstGeom>
          </p:spPr>
        </p:pic>
      </p:grpSp>
      <p:grpSp>
        <p:nvGrpSpPr>
          <p:cNvPr id="3" name="组合 2"/>
          <p:cNvGrpSpPr/>
          <p:nvPr userDrawn="1"/>
        </p:nvGrpSpPr>
        <p:grpSpPr>
          <a:xfrm>
            <a:off x="6500256" y="0"/>
            <a:ext cx="4824967" cy="6858000"/>
            <a:chOff x="813831" y="0"/>
            <a:chExt cx="4824967" cy="6858000"/>
          </a:xfrm>
        </p:grpSpPr>
        <p:pic>
          <p:nvPicPr>
            <p:cNvPr id="10" name="图片 9"/>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sharpenSoften amount="25000"/>
                      </a14:imgEffect>
                      <a14:imgEffect>
                        <a14:colorTemperature colorTemp="72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13831" y="0"/>
              <a:ext cx="4824967" cy="6858000"/>
            </a:xfrm>
            <a:prstGeom prst="rect">
              <a:avLst/>
            </a:prstGeom>
            <a:effectLst>
              <a:outerShdw blurRad="114300" dist="139700" algn="l" rotWithShape="0">
                <a:prstClr val="black">
                  <a:alpha val="20000"/>
                </a:prstClr>
              </a:outerShdw>
            </a:effectLst>
          </p:spPr>
        </p:pic>
        <p:sp>
          <p:nvSpPr>
            <p:cNvPr id="12" name="矩形 11"/>
            <p:cNvSpPr/>
            <p:nvPr userDrawn="1"/>
          </p:nvSpPr>
          <p:spPr>
            <a:xfrm>
              <a:off x="2738438" y="4081463"/>
              <a:ext cx="1204912" cy="369848"/>
            </a:xfrm>
            <a:prstGeom prst="rect">
              <a:avLst/>
            </a:prstGeom>
            <a:solidFill>
              <a:srgbClr val="B5A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userDrawn="1"/>
        </p:nvGrpSpPr>
        <p:grpSpPr>
          <a:xfrm>
            <a:off x="6500257" y="1068380"/>
            <a:ext cx="4824968" cy="2852318"/>
            <a:chOff x="975756" y="1068380"/>
            <a:chExt cx="4824968" cy="2852318"/>
          </a:xfrm>
        </p:grpSpPr>
        <p:sp>
          <p:nvSpPr>
            <p:cNvPr id="11" name="文本框 10"/>
            <p:cNvSpPr txBox="1"/>
            <p:nvPr userDrawn="1"/>
          </p:nvSpPr>
          <p:spPr>
            <a:xfrm>
              <a:off x="975756" y="3089701"/>
              <a:ext cx="4824968"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THREE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extLst>
      <p:ext uri="{BB962C8B-B14F-4D97-AF65-F5344CB8AC3E}">
        <p14:creationId xmlns:p14="http://schemas.microsoft.com/office/powerpoint/2010/main" val="4042187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过渡页-4 L">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12760" t="-18106" r="1202" b="-17978"/>
          <a:stretch/>
        </p:blipFill>
        <p:spPr>
          <a:xfrm>
            <a:off x="0" y="3660252"/>
            <a:ext cx="12200467" cy="689345"/>
          </a:xfrm>
          <a:prstGeom prst="rect">
            <a:avLst/>
          </a:prstGeom>
        </p:spPr>
      </p:pic>
      <p:grpSp>
        <p:nvGrpSpPr>
          <p:cNvPr id="17" name="组合 16"/>
          <p:cNvGrpSpPr/>
          <p:nvPr userDrawn="1"/>
        </p:nvGrpSpPr>
        <p:grpSpPr>
          <a:xfrm>
            <a:off x="821252" y="0"/>
            <a:ext cx="4824969" cy="6858000"/>
            <a:chOff x="975755" y="0"/>
            <a:chExt cx="4824969" cy="6858000"/>
          </a:xfrm>
        </p:grpSpPr>
        <p:pic>
          <p:nvPicPr>
            <p:cNvPr id="18" name="图片 1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5" y="0"/>
              <a:ext cx="4824969" cy="6858000"/>
            </a:xfrm>
            <a:prstGeom prst="rect">
              <a:avLst/>
            </a:prstGeom>
            <a:effectLst>
              <a:outerShdw blurRad="114300" dist="139700" algn="l" rotWithShape="0">
                <a:prstClr val="black">
                  <a:alpha val="20000"/>
                </a:prstClr>
              </a:outerShdw>
            </a:effectLst>
          </p:spPr>
        </p:pic>
        <p:sp>
          <p:nvSpPr>
            <p:cNvPr id="19" name="文本框 18"/>
            <p:cNvSpPr txBox="1"/>
            <p:nvPr userDrawn="1"/>
          </p:nvSpPr>
          <p:spPr>
            <a:xfrm>
              <a:off x="1295399" y="3089701"/>
              <a:ext cx="4219575"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FOUR</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20" name="图片 19">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extLst>
      <p:ext uri="{BB962C8B-B14F-4D97-AF65-F5344CB8AC3E}">
        <p14:creationId xmlns:p14="http://schemas.microsoft.com/office/powerpoint/2010/main" val="1191806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过渡页-4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userDrawn="1"/>
        </p:nvGrpSpPr>
        <p:grpSpPr>
          <a:xfrm>
            <a:off x="0" y="3719299"/>
            <a:ext cx="12192001" cy="682058"/>
            <a:chOff x="0" y="3667540"/>
            <a:chExt cx="12192001" cy="682058"/>
          </a:xfrm>
        </p:grpSpPr>
        <p:pic>
          <p:nvPicPr>
            <p:cNvPr id="13" name="图片 12">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52958" t="-16667" r="1202" b="-17979"/>
            <a:stretch/>
          </p:blipFill>
          <p:spPr>
            <a:xfrm>
              <a:off x="0" y="3667540"/>
              <a:ext cx="6500256" cy="682058"/>
            </a:xfrm>
            <a:prstGeom prst="rect">
              <a:avLst/>
            </a:prstGeom>
          </p:spPr>
        </p:pic>
        <p:pic>
          <p:nvPicPr>
            <p:cNvPr id="18" name="图片 1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52958" t="11456" r="39636" b="-17978"/>
            <a:stretch/>
          </p:blipFill>
          <p:spPr>
            <a:xfrm>
              <a:off x="11141766" y="3809999"/>
              <a:ext cx="1050235" cy="539597"/>
            </a:xfrm>
            <a:prstGeom prst="rect">
              <a:avLst/>
            </a:prstGeom>
          </p:spPr>
        </p:pic>
      </p:grpSp>
      <p:grpSp>
        <p:nvGrpSpPr>
          <p:cNvPr id="16" name="组合 15"/>
          <p:cNvGrpSpPr/>
          <p:nvPr userDrawn="1"/>
        </p:nvGrpSpPr>
        <p:grpSpPr>
          <a:xfrm>
            <a:off x="6500256" y="0"/>
            <a:ext cx="4824969" cy="6858000"/>
            <a:chOff x="975755" y="0"/>
            <a:chExt cx="4824969"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5" y="0"/>
              <a:ext cx="4824969"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295399" y="3089701"/>
              <a:ext cx="4219575"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FOUR</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a:extLst>
                <a:ext uri="{FF2B5EF4-FFF2-40B4-BE49-F238E27FC236}">
                  <a16:creationId xmlns:a16="http://schemas.microsoft.com/office/drawing/2014/main" id="{B5861CDE-5CCC-4EC9-AAE6-4DDC185E1B6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extLst>
      <p:ext uri="{BB962C8B-B14F-4D97-AF65-F5344CB8AC3E}">
        <p14:creationId xmlns:p14="http://schemas.microsoft.com/office/powerpoint/2010/main" val="2053958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矩形 1"/>
          <p:cNvSpPr/>
          <p:nvPr userDrawn="1"/>
        </p:nvSpPr>
        <p:spPr>
          <a:xfrm>
            <a:off x="0" y="6728059"/>
            <a:ext cx="12192000" cy="129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1" y="-1"/>
            <a:ext cx="12182477" cy="856212"/>
            <a:chOff x="-1" y="-1"/>
            <a:chExt cx="12182477" cy="856212"/>
          </a:xfrm>
        </p:grpSpPr>
        <p:sp>
          <p:nvSpPr>
            <p:cNvPr id="4" name="矩形 3">
              <a:extLst>
                <a:ext uri="{FF2B5EF4-FFF2-40B4-BE49-F238E27FC236}">
                  <a16:creationId xmlns:a16="http://schemas.microsoft.com/office/drawing/2014/main" id="{C3493DB7-1AE1-4D6D-8EDC-B751E1E78045}"/>
                </a:ext>
              </a:extLst>
            </p:cNvPr>
            <p:cNvSpPr/>
            <p:nvPr userDrawn="1"/>
          </p:nvSpPr>
          <p:spPr>
            <a:xfrm>
              <a:off x="0" y="-1"/>
              <a:ext cx="12182476" cy="856212"/>
            </a:xfrm>
            <a:prstGeom prst="rect">
              <a:avLst/>
            </a:prstGeom>
            <a:gradFill>
              <a:gsLst>
                <a:gs pos="0">
                  <a:schemeClr val="accent1">
                    <a:alpha val="7700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606" t="-18105" r="1201" b="1"/>
            <a:stretch/>
          </p:blipFill>
          <p:spPr>
            <a:xfrm>
              <a:off x="-1" y="248846"/>
              <a:ext cx="12182477" cy="516766"/>
            </a:xfrm>
            <a:prstGeom prst="rect">
              <a:avLst/>
            </a:prstGeom>
          </p:spPr>
        </p:pic>
        <p:sp>
          <p:nvSpPr>
            <p:cNvPr id="10" name="矩形 9">
              <a:extLst>
                <a:ext uri="{FF2B5EF4-FFF2-40B4-BE49-F238E27FC236}">
                  <a16:creationId xmlns:a16="http://schemas.microsoft.com/office/drawing/2014/main" id="{C3493DB7-1AE1-4D6D-8EDC-B751E1E78045}"/>
                </a:ext>
              </a:extLst>
            </p:cNvPr>
            <p:cNvSpPr/>
            <p:nvPr userDrawn="1"/>
          </p:nvSpPr>
          <p:spPr>
            <a:xfrm>
              <a:off x="9524" y="-1"/>
              <a:ext cx="12172952" cy="856211"/>
            </a:xfrm>
            <a:prstGeom prst="rect">
              <a:avLst/>
            </a:prstGeom>
            <a:gradFill>
              <a:gsLst>
                <a:gs pos="0">
                  <a:schemeClr val="accent1">
                    <a:alpha val="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11" name="文本占位符 11"/>
          <p:cNvSpPr>
            <a:spLocks noGrp="1"/>
          </p:cNvSpPr>
          <p:nvPr>
            <p:ph type="body" sz="quarter" idx="10" hasCustomPrompt="1"/>
          </p:nvPr>
        </p:nvSpPr>
        <p:spPr>
          <a:xfrm>
            <a:off x="9524" y="1"/>
            <a:ext cx="12172952" cy="856210"/>
          </a:xfrm>
        </p:spPr>
        <p:txBody>
          <a:bodyPr lIns="144000" tIns="144000" rIns="144000" bIns="144000" anchor="ctr" anchorCtr="0">
            <a:noAutofit/>
          </a:bodyPr>
          <a:lstStyle>
            <a:lvl1pPr marL="0" indent="0" algn="ctr">
              <a:buNone/>
              <a:defRPr sz="36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单击此处编辑标题</a:t>
            </a:r>
          </a:p>
        </p:txBody>
      </p:sp>
      <p:sp>
        <p:nvSpPr>
          <p:cNvPr id="13" name="内容占位符 12"/>
          <p:cNvSpPr>
            <a:spLocks noGrp="1"/>
          </p:cNvSpPr>
          <p:nvPr>
            <p:ph sz="quarter" idx="11"/>
          </p:nvPr>
        </p:nvSpPr>
        <p:spPr>
          <a:xfrm>
            <a:off x="639763" y="1420813"/>
            <a:ext cx="10964862" cy="4656137"/>
          </a:xfrm>
        </p:spPr>
        <p:txBody>
          <a:bodyPr/>
          <a:lstStyle>
            <a:lvl1pPr marL="457200" indent="-457200">
              <a:lnSpc>
                <a:spcPct val="120000"/>
              </a:lnSpc>
              <a:spcAft>
                <a:spcPts val="600"/>
              </a:spcAft>
              <a:buFont typeface="Arial" panose="020B0604020202020204" pitchFamily="34" charset="0"/>
              <a:buChar char="•"/>
              <a:defRPr>
                <a:solidFill>
                  <a:schemeClr val="tx1"/>
                </a:solidFill>
              </a:defRPr>
            </a:lvl1pPr>
            <a:lvl2pPr marL="800100" indent="-342900">
              <a:lnSpc>
                <a:spcPct val="120000"/>
              </a:lnSpc>
              <a:spcAft>
                <a:spcPts val="600"/>
              </a:spcAft>
              <a:buFont typeface="Arial" panose="020B0604020202020204" pitchFamily="34" charset="0"/>
              <a:buChar char="•"/>
              <a:defRPr>
                <a:solidFill>
                  <a:schemeClr val="tx1"/>
                </a:solidFill>
              </a:defRPr>
            </a:lvl2pPr>
            <a:lvl3pPr marL="1257300" indent="-342900">
              <a:lnSpc>
                <a:spcPct val="120000"/>
              </a:lnSpc>
              <a:spcAft>
                <a:spcPts val="600"/>
              </a:spcAft>
              <a:buFont typeface="Arial" panose="020B0604020202020204" pitchFamily="34" charset="0"/>
              <a:buChar char="•"/>
              <a:defRPr>
                <a:solidFill>
                  <a:schemeClr val="tx1"/>
                </a:solidFill>
              </a:defRPr>
            </a:lvl3pPr>
            <a:lvl4pPr marL="1657350" indent="-285750">
              <a:lnSpc>
                <a:spcPct val="120000"/>
              </a:lnSpc>
              <a:spcAft>
                <a:spcPts val="600"/>
              </a:spcAft>
              <a:buFont typeface="Arial" panose="020B0604020202020204" pitchFamily="34" charset="0"/>
              <a:buChar char="•"/>
              <a:defRPr>
                <a:solidFill>
                  <a:schemeClr val="tx1"/>
                </a:solidFill>
              </a:defRPr>
            </a:lvl4pPr>
            <a:lvl5pPr marL="2114550" indent="-285750">
              <a:lnSpc>
                <a:spcPct val="120000"/>
              </a:lnSpc>
              <a:spcAft>
                <a:spcPts val="600"/>
              </a:spcAft>
              <a:buFont typeface="Arial" panose="020B0604020202020204" pitchFamily="34" charset="0"/>
              <a:buChar char="•"/>
              <a:defRPr>
                <a:solidFill>
                  <a:schemeClr val="tx1"/>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灯片编号占位符 2">
            <a:extLst>
              <a:ext uri="{FF2B5EF4-FFF2-40B4-BE49-F238E27FC236}">
                <a16:creationId xmlns:a16="http://schemas.microsoft.com/office/drawing/2014/main" id="{C1D5E491-4859-47A4-8F29-DAACA1914DBE}"/>
              </a:ext>
            </a:extLst>
          </p:cNvPr>
          <p:cNvSpPr>
            <a:spLocks noGrp="1"/>
          </p:cNvSpPr>
          <p:nvPr>
            <p:ph type="sldNum" sz="quarter" idx="12"/>
          </p:nvPr>
        </p:nvSpPr>
        <p:spPr>
          <a:xfrm>
            <a:off x="10982973" y="6348122"/>
            <a:ext cx="1037230" cy="342900"/>
          </a:xfrm>
        </p:spPr>
        <p:txBody>
          <a:bodyPr/>
          <a:lstStyle/>
          <a:p>
            <a:fld id="{6C53781C-E1F6-4315-A39D-61273F2E0596}" type="slidenum">
              <a:rPr lang="zh-CN" altLang="en-US" smtClean="0"/>
              <a:pPr/>
              <a:t>‹#›</a:t>
            </a:fld>
            <a:endParaRPr lang="zh-CN" altLang="en-US" dirty="0"/>
          </a:p>
        </p:txBody>
      </p:sp>
      <p:pic>
        <p:nvPicPr>
          <p:cNvPr id="12" name="图片 11"/>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r="71419"/>
          <a:stretch/>
        </p:blipFill>
        <p:spPr>
          <a:xfrm>
            <a:off x="193905" y="122669"/>
            <a:ext cx="659535" cy="610870"/>
          </a:xfrm>
          <a:prstGeom prst="rect">
            <a:avLst/>
          </a:prstGeom>
        </p:spPr>
      </p:pic>
    </p:spTree>
    <p:extLst>
      <p:ext uri="{BB962C8B-B14F-4D97-AF65-F5344CB8AC3E}">
        <p14:creationId xmlns:p14="http://schemas.microsoft.com/office/powerpoint/2010/main" val="1383468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白底">
    <p:spTree>
      <p:nvGrpSpPr>
        <p:cNvPr id="1" name=""/>
        <p:cNvGrpSpPr/>
        <p:nvPr/>
      </p:nvGrpSpPr>
      <p:grpSpPr>
        <a:xfrm>
          <a:off x="0" y="0"/>
          <a:ext cx="0" cy="0"/>
          <a:chOff x="0" y="0"/>
          <a:chExt cx="0" cy="0"/>
        </a:xfrm>
      </p:grpSpPr>
      <p:sp>
        <p:nvSpPr>
          <p:cNvPr id="2" name="矩形 1"/>
          <p:cNvSpPr/>
          <p:nvPr userDrawn="1"/>
        </p:nvSpPr>
        <p:spPr>
          <a:xfrm>
            <a:off x="0" y="6728059"/>
            <a:ext cx="12192000" cy="129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1" y="-1"/>
            <a:ext cx="12182477" cy="856212"/>
            <a:chOff x="-1" y="-1"/>
            <a:chExt cx="12182477" cy="856212"/>
          </a:xfrm>
        </p:grpSpPr>
        <p:sp>
          <p:nvSpPr>
            <p:cNvPr id="4" name="矩形 3">
              <a:extLst>
                <a:ext uri="{FF2B5EF4-FFF2-40B4-BE49-F238E27FC236}">
                  <a16:creationId xmlns:a16="http://schemas.microsoft.com/office/drawing/2014/main" id="{C3493DB7-1AE1-4D6D-8EDC-B751E1E78045}"/>
                </a:ext>
              </a:extLst>
            </p:cNvPr>
            <p:cNvSpPr/>
            <p:nvPr userDrawn="1"/>
          </p:nvSpPr>
          <p:spPr>
            <a:xfrm>
              <a:off x="0" y="-1"/>
              <a:ext cx="12182476" cy="856212"/>
            </a:xfrm>
            <a:prstGeom prst="rect">
              <a:avLst/>
            </a:prstGeom>
            <a:gradFill>
              <a:gsLst>
                <a:gs pos="0">
                  <a:schemeClr val="accent1">
                    <a:alpha val="7700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606" t="-18105" r="1201" b="1"/>
            <a:stretch/>
          </p:blipFill>
          <p:spPr>
            <a:xfrm>
              <a:off x="-1" y="248846"/>
              <a:ext cx="12182477" cy="516766"/>
            </a:xfrm>
            <a:prstGeom prst="rect">
              <a:avLst/>
            </a:prstGeom>
          </p:spPr>
        </p:pic>
        <p:sp>
          <p:nvSpPr>
            <p:cNvPr id="10" name="矩形 9">
              <a:extLst>
                <a:ext uri="{FF2B5EF4-FFF2-40B4-BE49-F238E27FC236}">
                  <a16:creationId xmlns:a16="http://schemas.microsoft.com/office/drawing/2014/main" id="{C3493DB7-1AE1-4D6D-8EDC-B751E1E78045}"/>
                </a:ext>
              </a:extLst>
            </p:cNvPr>
            <p:cNvSpPr/>
            <p:nvPr userDrawn="1"/>
          </p:nvSpPr>
          <p:spPr>
            <a:xfrm>
              <a:off x="9524" y="-1"/>
              <a:ext cx="12172952" cy="856211"/>
            </a:xfrm>
            <a:prstGeom prst="rect">
              <a:avLst/>
            </a:prstGeom>
            <a:gradFill>
              <a:gsLst>
                <a:gs pos="0">
                  <a:schemeClr val="accent1">
                    <a:alpha val="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9" name="图片 8"/>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r="71419"/>
            <a:stretch/>
          </p:blipFill>
          <p:spPr>
            <a:xfrm>
              <a:off x="193905" y="122669"/>
              <a:ext cx="659535" cy="610870"/>
            </a:xfrm>
            <a:prstGeom prst="rect">
              <a:avLst/>
            </a:prstGeom>
          </p:spPr>
        </p:pic>
      </p:grpSp>
      <p:sp>
        <p:nvSpPr>
          <p:cNvPr id="11" name="文本占位符 11"/>
          <p:cNvSpPr>
            <a:spLocks noGrp="1"/>
          </p:cNvSpPr>
          <p:nvPr>
            <p:ph type="body" sz="quarter" idx="10" hasCustomPrompt="1"/>
          </p:nvPr>
        </p:nvSpPr>
        <p:spPr>
          <a:xfrm>
            <a:off x="9524" y="1"/>
            <a:ext cx="12172952" cy="856210"/>
          </a:xfrm>
        </p:spPr>
        <p:txBody>
          <a:bodyPr lIns="144000" tIns="144000" rIns="144000" bIns="144000" anchor="ctr" anchorCtr="0">
            <a:noAutofit/>
          </a:bodyPr>
          <a:lstStyle>
            <a:lvl1pPr marL="0" indent="0" algn="ctr">
              <a:buNone/>
              <a:defRPr sz="36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单击此处编辑标题</a:t>
            </a:r>
          </a:p>
        </p:txBody>
      </p:sp>
      <p:sp>
        <p:nvSpPr>
          <p:cNvPr id="13" name="灯片编号占位符 2">
            <a:extLst>
              <a:ext uri="{FF2B5EF4-FFF2-40B4-BE49-F238E27FC236}">
                <a16:creationId xmlns:a16="http://schemas.microsoft.com/office/drawing/2014/main" id="{C1D5E491-4859-47A4-8F29-DAACA1914DBE}"/>
              </a:ext>
            </a:extLst>
          </p:cNvPr>
          <p:cNvSpPr>
            <a:spLocks noGrp="1"/>
          </p:cNvSpPr>
          <p:nvPr>
            <p:ph type="sldNum" sz="quarter" idx="12"/>
          </p:nvPr>
        </p:nvSpPr>
        <p:spPr>
          <a:xfrm>
            <a:off x="10982973" y="6348122"/>
            <a:ext cx="1037230" cy="342900"/>
          </a:xfrm>
        </p:spPr>
        <p:txBody>
          <a:bodyPr/>
          <a:lstStyle/>
          <a:p>
            <a:fld id="{6C53781C-E1F6-4315-A39D-61273F2E0596}" type="slidenum">
              <a:rPr lang="zh-CN" altLang="en-US" smtClean="0"/>
              <a:pPr/>
              <a:t>‹#›</a:t>
            </a:fld>
            <a:endParaRPr lang="zh-CN" altLang="en-US" dirty="0"/>
          </a:p>
        </p:txBody>
      </p:sp>
    </p:spTree>
    <p:extLst>
      <p:ext uri="{BB962C8B-B14F-4D97-AF65-F5344CB8AC3E}">
        <p14:creationId xmlns:p14="http://schemas.microsoft.com/office/powerpoint/2010/main" val="2608652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内容页-白底">
    <p:spTree>
      <p:nvGrpSpPr>
        <p:cNvPr id="1" name=""/>
        <p:cNvGrpSpPr/>
        <p:nvPr/>
      </p:nvGrpSpPr>
      <p:grpSpPr>
        <a:xfrm>
          <a:off x="0" y="0"/>
          <a:ext cx="0" cy="0"/>
          <a:chOff x="0" y="0"/>
          <a:chExt cx="0" cy="0"/>
        </a:xfrm>
      </p:grpSpPr>
      <p:sp>
        <p:nvSpPr>
          <p:cNvPr id="2" name="矩形 1"/>
          <p:cNvSpPr/>
          <p:nvPr userDrawn="1"/>
        </p:nvSpPr>
        <p:spPr>
          <a:xfrm>
            <a:off x="0" y="6728059"/>
            <a:ext cx="12192000" cy="129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1" y="-1"/>
            <a:ext cx="12182477" cy="856212"/>
            <a:chOff x="-1" y="-1"/>
            <a:chExt cx="12182477" cy="856212"/>
          </a:xfrm>
        </p:grpSpPr>
        <p:sp>
          <p:nvSpPr>
            <p:cNvPr id="4" name="矩形 3">
              <a:extLst>
                <a:ext uri="{FF2B5EF4-FFF2-40B4-BE49-F238E27FC236}">
                  <a16:creationId xmlns:a16="http://schemas.microsoft.com/office/drawing/2014/main" id="{C3493DB7-1AE1-4D6D-8EDC-B751E1E78045}"/>
                </a:ext>
              </a:extLst>
            </p:cNvPr>
            <p:cNvSpPr/>
            <p:nvPr userDrawn="1"/>
          </p:nvSpPr>
          <p:spPr>
            <a:xfrm>
              <a:off x="0" y="-1"/>
              <a:ext cx="12182476" cy="856212"/>
            </a:xfrm>
            <a:prstGeom prst="rect">
              <a:avLst/>
            </a:prstGeom>
            <a:gradFill>
              <a:gsLst>
                <a:gs pos="0">
                  <a:schemeClr val="accent1">
                    <a:alpha val="7700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606" t="-18105" r="1201" b="1"/>
            <a:stretch/>
          </p:blipFill>
          <p:spPr>
            <a:xfrm>
              <a:off x="-1" y="248846"/>
              <a:ext cx="12182477" cy="516766"/>
            </a:xfrm>
            <a:prstGeom prst="rect">
              <a:avLst/>
            </a:prstGeom>
          </p:spPr>
        </p:pic>
        <p:sp>
          <p:nvSpPr>
            <p:cNvPr id="10" name="矩形 9">
              <a:extLst>
                <a:ext uri="{FF2B5EF4-FFF2-40B4-BE49-F238E27FC236}">
                  <a16:creationId xmlns:a16="http://schemas.microsoft.com/office/drawing/2014/main" id="{C3493DB7-1AE1-4D6D-8EDC-B751E1E78045}"/>
                </a:ext>
              </a:extLst>
            </p:cNvPr>
            <p:cNvSpPr/>
            <p:nvPr userDrawn="1"/>
          </p:nvSpPr>
          <p:spPr>
            <a:xfrm>
              <a:off x="9524" y="-1"/>
              <a:ext cx="12172952" cy="856211"/>
            </a:xfrm>
            <a:prstGeom prst="rect">
              <a:avLst/>
            </a:prstGeom>
            <a:gradFill>
              <a:gsLst>
                <a:gs pos="0">
                  <a:schemeClr val="accent1">
                    <a:alpha val="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9" name="图片 8"/>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r="71419"/>
            <a:stretch/>
          </p:blipFill>
          <p:spPr>
            <a:xfrm>
              <a:off x="193905" y="122669"/>
              <a:ext cx="659535" cy="610870"/>
            </a:xfrm>
            <a:prstGeom prst="rect">
              <a:avLst/>
            </a:prstGeom>
          </p:spPr>
        </p:pic>
      </p:grpSp>
      <p:sp>
        <p:nvSpPr>
          <p:cNvPr id="11" name="文本占位符 11"/>
          <p:cNvSpPr>
            <a:spLocks noGrp="1"/>
          </p:cNvSpPr>
          <p:nvPr>
            <p:ph type="body" sz="quarter" idx="10" hasCustomPrompt="1"/>
          </p:nvPr>
        </p:nvSpPr>
        <p:spPr>
          <a:xfrm>
            <a:off x="9524" y="1"/>
            <a:ext cx="12172952" cy="856210"/>
          </a:xfrm>
        </p:spPr>
        <p:txBody>
          <a:bodyPr lIns="144000" tIns="144000" rIns="144000" bIns="144000" anchor="ctr" anchorCtr="0">
            <a:noAutofit/>
          </a:bodyPr>
          <a:lstStyle>
            <a:lvl1pPr marL="0" indent="0" algn="ctr">
              <a:buNone/>
              <a:defRPr sz="36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单击此处编辑标题</a:t>
            </a:r>
          </a:p>
        </p:txBody>
      </p:sp>
      <p:sp>
        <p:nvSpPr>
          <p:cNvPr id="13" name="灯片编号占位符 2">
            <a:extLst>
              <a:ext uri="{FF2B5EF4-FFF2-40B4-BE49-F238E27FC236}">
                <a16:creationId xmlns:a16="http://schemas.microsoft.com/office/drawing/2014/main" id="{C1D5E491-4859-47A4-8F29-DAACA1914DBE}"/>
              </a:ext>
            </a:extLst>
          </p:cNvPr>
          <p:cNvSpPr>
            <a:spLocks noGrp="1"/>
          </p:cNvSpPr>
          <p:nvPr>
            <p:ph type="sldNum" sz="quarter" idx="12"/>
          </p:nvPr>
        </p:nvSpPr>
        <p:spPr>
          <a:xfrm>
            <a:off x="10982973" y="6348122"/>
            <a:ext cx="1037230" cy="342900"/>
          </a:xfrm>
        </p:spPr>
        <p:txBody>
          <a:bodyPr/>
          <a:lstStyle/>
          <a:p>
            <a:fld id="{6C53781C-E1F6-4315-A39D-61273F2E0596}" type="slidenum">
              <a:rPr lang="zh-CN" altLang="en-US" smtClean="0"/>
              <a:pPr/>
              <a:t>‹#›</a:t>
            </a:fld>
            <a:endParaRPr lang="zh-CN" altLang="en-US" dirty="0"/>
          </a:p>
        </p:txBody>
      </p:sp>
      <p:sp>
        <p:nvSpPr>
          <p:cNvPr id="12" name="矩形 11">
            <a:extLst>
              <a:ext uri="{FF2B5EF4-FFF2-40B4-BE49-F238E27FC236}">
                <a16:creationId xmlns:a16="http://schemas.microsoft.com/office/drawing/2014/main" id="{474165AA-94F5-4EF4-BE8B-8385615DC60A}"/>
              </a:ext>
            </a:extLst>
          </p:cNvPr>
          <p:cNvSpPr/>
          <p:nvPr userDrawn="1"/>
        </p:nvSpPr>
        <p:spPr>
          <a:xfrm>
            <a:off x="140671" y="6291045"/>
            <a:ext cx="5669757" cy="307777"/>
          </a:xfrm>
          <a:prstGeom prst="rect">
            <a:avLst/>
          </a:prstGeom>
        </p:spPr>
        <p:txBody>
          <a:bodyPr wrap="none">
            <a:spAutoFit/>
          </a:bodyPr>
          <a:lstStyle/>
          <a:p>
            <a:r>
              <a:rPr lang="en-US" altLang="zh-CN" sz="1400" dirty="0">
                <a:solidFill>
                  <a:schemeClr val="bg1">
                    <a:lumMod val="75000"/>
                  </a:schemeClr>
                </a:solidFill>
              </a:rPr>
              <a:t>SJTU ICON LIBRARY Copyright © 2021 Invictus. All rights reserved. </a:t>
            </a:r>
            <a:endParaRPr lang="zh-CN" altLang="en-US" sz="1400" dirty="0">
              <a:solidFill>
                <a:schemeClr val="bg1">
                  <a:lumMod val="75000"/>
                </a:schemeClr>
              </a:solidFill>
            </a:endParaRPr>
          </a:p>
        </p:txBody>
      </p:sp>
    </p:spTree>
    <p:extLst>
      <p:ext uri="{BB962C8B-B14F-4D97-AF65-F5344CB8AC3E}">
        <p14:creationId xmlns:p14="http://schemas.microsoft.com/office/powerpoint/2010/main" val="4990478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纯白">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1D5E491-4859-47A4-8F29-DAACA1914DBE}"/>
              </a:ext>
            </a:extLst>
          </p:cNvPr>
          <p:cNvSpPr>
            <a:spLocks noGrp="1"/>
          </p:cNvSpPr>
          <p:nvPr>
            <p:ph type="sldNum" sz="quarter" idx="12"/>
          </p:nvPr>
        </p:nvSpPr>
        <p:spPr>
          <a:xfrm>
            <a:off x="10982973" y="6348122"/>
            <a:ext cx="1037230" cy="342900"/>
          </a:xfrm>
        </p:spPr>
        <p:txBody>
          <a:bodyPr/>
          <a:lstStyle/>
          <a:p>
            <a:fld id="{6C53781C-E1F6-4315-A39D-61273F2E0596}" type="slidenum">
              <a:rPr lang="zh-CN" altLang="en-US" smtClean="0"/>
              <a:pPr/>
              <a:t>‹#›</a:t>
            </a:fld>
            <a:endParaRPr lang="zh-CN" altLang="en-US" dirty="0"/>
          </a:p>
        </p:txBody>
      </p:sp>
    </p:spTree>
    <p:extLst>
      <p:ext uri="{BB962C8B-B14F-4D97-AF65-F5344CB8AC3E}">
        <p14:creationId xmlns:p14="http://schemas.microsoft.com/office/powerpoint/2010/main" val="1888666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背景">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F14F377-0ECF-4DA3-BC32-B18EF7DEE48A}"/>
              </a:ext>
            </a:extLst>
          </p:cNvPr>
          <p:cNvSpPr/>
          <p:nvPr userDrawn="1"/>
        </p:nvSpPr>
        <p:spPr>
          <a:xfrm>
            <a:off x="0" y="0"/>
            <a:ext cx="12192000" cy="6858000"/>
          </a:xfrm>
          <a:prstGeom prst="rect">
            <a:avLst/>
          </a:prstGeom>
          <a:blipFill dpi="0" rotWithShape="1">
            <a:blip r:embed="rId2">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contrast="-40000"/>
                      </a14:imgEffect>
                    </a14:imgLayer>
                  </a14:imgProps>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灯片编号占位符 2">
            <a:extLst>
              <a:ext uri="{FF2B5EF4-FFF2-40B4-BE49-F238E27FC236}">
                <a16:creationId xmlns:a16="http://schemas.microsoft.com/office/drawing/2014/main" id="{C1D5E491-4859-47A4-8F29-DAACA1914DBE}"/>
              </a:ext>
            </a:extLst>
          </p:cNvPr>
          <p:cNvSpPr>
            <a:spLocks noGrp="1"/>
          </p:cNvSpPr>
          <p:nvPr>
            <p:ph type="sldNum" sz="quarter" idx="12"/>
          </p:nvPr>
        </p:nvSpPr>
        <p:spPr>
          <a:xfrm>
            <a:off x="10982973" y="6348122"/>
            <a:ext cx="1037230" cy="342900"/>
          </a:xfrm>
        </p:spPr>
        <p:txBody>
          <a:bodyPr/>
          <a:lstStyle/>
          <a:p>
            <a:fld id="{6C53781C-E1F6-4315-A39D-61273F2E0596}" type="slidenum">
              <a:rPr lang="zh-CN" altLang="en-US" smtClean="0"/>
              <a:pPr/>
              <a:t>‹#›</a:t>
            </a:fld>
            <a:endParaRPr lang="zh-CN" altLang="en-US" dirty="0"/>
          </a:p>
        </p:txBody>
      </p:sp>
      <p:pic>
        <p:nvPicPr>
          <p:cNvPr id="5" name="图片 4">
            <a:extLst>
              <a:ext uri="{FF2B5EF4-FFF2-40B4-BE49-F238E27FC236}">
                <a16:creationId xmlns:a16="http://schemas.microsoft.com/office/drawing/2014/main" id="{A9F58A51-73B7-41F3-A074-0449CB9FBE73}"/>
              </a:ext>
            </a:extLst>
          </p:cNvPr>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4338986" y="165372"/>
            <a:ext cx="3264645" cy="1073224"/>
          </a:xfrm>
          <a:prstGeom prst="rect">
            <a:avLst/>
          </a:prstGeom>
        </p:spPr>
      </p:pic>
    </p:spTree>
    <p:extLst>
      <p:ext uri="{BB962C8B-B14F-4D97-AF65-F5344CB8AC3E}">
        <p14:creationId xmlns:p14="http://schemas.microsoft.com/office/powerpoint/2010/main" val="1088808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F14F377-0ECF-4DA3-BC32-B18EF7DEE48A}"/>
              </a:ext>
            </a:extLst>
          </p:cNvPr>
          <p:cNvSpPr/>
          <p:nvPr userDrawn="1"/>
        </p:nvSpPr>
        <p:spPr>
          <a:xfrm>
            <a:off x="0" y="0"/>
            <a:ext cx="12192000" cy="6858000"/>
          </a:xfrm>
          <a:prstGeom prst="rect">
            <a:avLst/>
          </a:prstGeom>
          <a:blipFill dpi="0" rotWithShape="1">
            <a:blip r:embed="rId2">
              <a:duotone>
                <a:schemeClr val="bg2">
                  <a:shade val="45000"/>
                  <a:satMod val="135000"/>
                </a:schemeClr>
                <a:prstClr val="white"/>
              </a:duotone>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userDrawn="1"/>
        </p:nvSpPr>
        <p:spPr>
          <a:xfrm>
            <a:off x="0" y="573058"/>
            <a:ext cx="12192000" cy="3887182"/>
          </a:xfrm>
          <a:prstGeom prst="rect">
            <a:avLst/>
          </a:prstGeom>
          <a:gradFill>
            <a:gsLst>
              <a:gs pos="0">
                <a:schemeClr val="accent1"/>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400">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colorTemperature colorTemp="1500"/>
                    </a14:imgEffect>
                    <a14:imgEffect>
                      <a14:saturation sat="0"/>
                    </a14:imgEffect>
                    <a14:imgEffect>
                      <a14:brightnessContrast bright="100000" contrast="100000"/>
                    </a14:imgEffect>
                  </a14:imgLayer>
                </a14:imgProps>
              </a:ext>
            </a:extLst>
          </a:blip>
          <a:srcRect l="26009" t="-18105" r="1201" b="1"/>
          <a:stretch/>
        </p:blipFill>
        <p:spPr>
          <a:xfrm>
            <a:off x="-8468" y="3503541"/>
            <a:ext cx="12200467" cy="660689"/>
          </a:xfrm>
          <a:prstGeom prst="rect">
            <a:avLst/>
          </a:prstGeom>
        </p:spPr>
      </p:pic>
    </p:spTree>
    <p:extLst>
      <p:ext uri="{BB962C8B-B14F-4D97-AF65-F5344CB8AC3E}">
        <p14:creationId xmlns:p14="http://schemas.microsoft.com/office/powerpoint/2010/main" val="28579196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底-2">
    <p:spTree>
      <p:nvGrpSpPr>
        <p:cNvPr id="1" name=""/>
        <p:cNvGrpSpPr/>
        <p:nvPr/>
      </p:nvGrpSpPr>
      <p:grpSpPr>
        <a:xfrm>
          <a:off x="0" y="0"/>
          <a:ext cx="0" cy="0"/>
          <a:chOff x="0" y="0"/>
          <a:chExt cx="0" cy="0"/>
        </a:xfrm>
      </p:grpSpPr>
      <p:grpSp>
        <p:nvGrpSpPr>
          <p:cNvPr id="3" name="组合 2"/>
          <p:cNvGrpSpPr/>
          <p:nvPr userDrawn="1"/>
        </p:nvGrpSpPr>
        <p:grpSpPr>
          <a:xfrm>
            <a:off x="-1" y="0"/>
            <a:ext cx="12192001" cy="6858000"/>
            <a:chOff x="-1" y="0"/>
            <a:chExt cx="12192001" cy="5409398"/>
          </a:xfrm>
        </p:grpSpPr>
        <p:sp>
          <p:nvSpPr>
            <p:cNvPr id="2" name="矩形 1"/>
            <p:cNvSpPr/>
            <p:nvPr userDrawn="1"/>
          </p:nvSpPr>
          <p:spPr>
            <a:xfrm>
              <a:off x="0" y="3295018"/>
              <a:ext cx="12192000" cy="2114380"/>
            </a:xfrm>
            <a:prstGeom prst="rect">
              <a:avLst/>
            </a:prstGeom>
            <a:gradFill>
              <a:gsLst>
                <a:gs pos="0">
                  <a:schemeClr val="accent1">
                    <a:alpha val="6200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1" y="0"/>
              <a:ext cx="12192001" cy="3295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a:extLst>
              <a:ext uri="{FF2B5EF4-FFF2-40B4-BE49-F238E27FC236}">
                <a16:creationId xmlns:a16="http://schemas.microsoft.com/office/drawing/2014/main" id="{72C3C1CA-869D-4F70-8C72-BC72214F5E64}"/>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500"/>
                    </a14:imgEffect>
                    <a14:imgEffect>
                      <a14:saturation sat="0"/>
                    </a14:imgEffect>
                    <a14:imgEffect>
                      <a14:brightnessContrast bright="100000" contrast="100000"/>
                    </a14:imgEffect>
                  </a14:imgLayer>
                </a14:imgProps>
              </a:ext>
            </a:extLst>
          </a:blip>
          <a:srcRect l="26009" t="-18105" r="1201" b="1"/>
          <a:stretch/>
        </p:blipFill>
        <p:spPr>
          <a:xfrm>
            <a:off x="0" y="5877294"/>
            <a:ext cx="12200467" cy="660689"/>
          </a:xfrm>
          <a:prstGeom prst="rect">
            <a:avLst/>
          </a:prstGeom>
        </p:spPr>
      </p:pic>
      <p:pic>
        <p:nvPicPr>
          <p:cNvPr id="9" name="图片 8">
            <a:extLst>
              <a:ext uri="{FF2B5EF4-FFF2-40B4-BE49-F238E27FC236}">
                <a16:creationId xmlns:a16="http://schemas.microsoft.com/office/drawing/2014/main" id="{B5861CDE-5CCC-4EC9-AAE6-4DDC185E1B6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838640" y="350311"/>
            <a:ext cx="2534311" cy="2067465"/>
          </a:xfrm>
          <a:prstGeom prst="rect">
            <a:avLst/>
          </a:prstGeom>
        </p:spPr>
      </p:pic>
    </p:spTree>
    <p:extLst>
      <p:ext uri="{BB962C8B-B14F-4D97-AF65-F5344CB8AC3E}">
        <p14:creationId xmlns:p14="http://schemas.microsoft.com/office/powerpoint/2010/main" val="2254653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F4518D-F1E1-42FE-ADB3-4B6EED642878}" type="datetimeFigureOut">
              <a:rPr lang="zh-CN" altLang="en-US" smtClean="0"/>
              <a:t>2022/11/25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F756E6-AE62-4EF0-9CF6-DF3EBBB7839F}" type="slidenum">
              <a:rPr lang="zh-CN" altLang="en-US" smtClean="0"/>
              <a:t>‹#›</a:t>
            </a:fld>
            <a:endParaRPr lang="zh-CN" altLang="en-US"/>
          </a:p>
        </p:txBody>
      </p:sp>
    </p:spTree>
    <p:extLst>
      <p:ext uri="{BB962C8B-B14F-4D97-AF65-F5344CB8AC3E}">
        <p14:creationId xmlns:p14="http://schemas.microsoft.com/office/powerpoint/2010/main" val="3960387265"/>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6" r:id="rId3"/>
    <p:sldLayoutId id="2147483667" r:id="rId4"/>
    <p:sldLayoutId id="2147483670" r:id="rId5"/>
    <p:sldLayoutId id="2147483672" r:id="rId6"/>
    <p:sldLayoutId id="2147483668" r:id="rId7"/>
    <p:sldLayoutId id="2147483673" r:id="rId8"/>
    <p:sldLayoutId id="2147483671" r:id="rId9"/>
    <p:sldLayoutId id="2147483669" r:id="rId10"/>
    <p:sldLayoutId id="2147483661" r:id="rId11"/>
    <p:sldLayoutId id="2147483664" r:id="rId12"/>
    <p:sldLayoutId id="2147483674" r:id="rId13"/>
    <p:sldLayoutId id="2147483663" r:id="rId14"/>
    <p:sldLayoutId id="2147483660" r:id="rId15"/>
    <p:sldLayoutId id="2147483665" r:id="rId16"/>
    <p:sldLayoutId id="2147483662"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g"/><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g"/><Relationship Id="rId1" Type="http://schemas.openxmlformats.org/officeDocument/2006/relationships/slideLayout" Target="../slideLayouts/slideLayout11.xml"/><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g"/><Relationship Id="rId1" Type="http://schemas.openxmlformats.org/officeDocument/2006/relationships/slideLayout" Target="../slideLayouts/slideLayout11.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g"/><Relationship Id="rId1" Type="http://schemas.openxmlformats.org/officeDocument/2006/relationships/slideLayout" Target="../slideLayouts/slideLayout11.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2.png"/><Relationship Id="rId1" Type="http://schemas.openxmlformats.org/officeDocument/2006/relationships/slideLayout" Target="../slideLayouts/slideLayout11.xml"/><Relationship Id="rId5" Type="http://schemas.openxmlformats.org/officeDocument/2006/relationships/chart" Target="../charts/chart4.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22.png"/><Relationship Id="rId1" Type="http://schemas.openxmlformats.org/officeDocument/2006/relationships/slideLayout" Target="../slideLayouts/slideLayout11.xml"/><Relationship Id="rId5" Type="http://schemas.openxmlformats.org/officeDocument/2006/relationships/chart" Target="../charts/chart7.xml"/><Relationship Id="rId4" Type="http://schemas.openxmlformats.org/officeDocument/2006/relationships/chart" Target="../charts/chart6.xml"/></Relationships>
</file>

<file path=ppt/slides/_rels/slide2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22.png"/><Relationship Id="rId1" Type="http://schemas.openxmlformats.org/officeDocument/2006/relationships/slideLayout" Target="../slideLayouts/slideLayout11.xml"/><Relationship Id="rId4" Type="http://schemas.openxmlformats.org/officeDocument/2006/relationships/chart" Target="../charts/char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3.png"/><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4.png"/><Relationship Id="rId2" Type="http://schemas.openxmlformats.org/officeDocument/2006/relationships/diagramData" Target="../diagrams/data5.xml"/><Relationship Id="rId1" Type="http://schemas.openxmlformats.org/officeDocument/2006/relationships/slideLayout" Target="../slideLayouts/slideLayout1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2"/>
          </p:nvPr>
        </p:nvSpPr>
        <p:spPr>
          <a:xfrm>
            <a:off x="4102835" y="6336413"/>
            <a:ext cx="3975953" cy="454025"/>
          </a:xfrm>
        </p:spPr>
        <p:txBody>
          <a:bodyPr/>
          <a:lstStyle/>
          <a:p>
            <a:r>
              <a:rPr lang="en-US" altLang="zh-CN" dirty="0"/>
              <a:t>2022</a:t>
            </a:r>
            <a:r>
              <a:rPr lang="zh-CN" altLang="en-US" dirty="0"/>
              <a:t>年</a:t>
            </a:r>
            <a:r>
              <a:rPr lang="en-US" altLang="zh-CN" dirty="0"/>
              <a:t>11</a:t>
            </a:r>
            <a:r>
              <a:rPr lang="zh-CN" altLang="en-US" dirty="0"/>
              <a:t>月</a:t>
            </a:r>
            <a:r>
              <a:rPr lang="en-US" altLang="zh-CN" dirty="0"/>
              <a:t>25</a:t>
            </a:r>
            <a:r>
              <a:rPr lang="zh-CN" altLang="en-US" dirty="0"/>
              <a:t>日</a:t>
            </a:r>
          </a:p>
        </p:txBody>
      </p:sp>
      <p:sp>
        <p:nvSpPr>
          <p:cNvPr id="5" name="文本占位符 11"/>
          <p:cNvSpPr txBox="1">
            <a:spLocks/>
          </p:cNvSpPr>
          <p:nvPr/>
        </p:nvSpPr>
        <p:spPr>
          <a:xfrm>
            <a:off x="640842" y="1354989"/>
            <a:ext cx="10982325" cy="1447800"/>
          </a:xfrm>
          <a:prstGeom prst="rect">
            <a:avLst/>
          </a:prstGeom>
        </p:spPr>
        <p:txBody>
          <a:bodyPr lIns="144000" tIns="144000" rIns="144000" bIns="144000" anchor="ctr" anchorCtr="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6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0" dirty="0"/>
              <a:t>关于</a:t>
            </a:r>
            <a:r>
              <a:rPr lang="en-US" altLang="zh-CN" sz="24000" dirty="0"/>
              <a:t>2017</a:t>
            </a:r>
            <a:r>
              <a:rPr lang="zh-CN" altLang="en-US" sz="24000" dirty="0"/>
              <a:t>年以来</a:t>
            </a:r>
            <a:endParaRPr lang="en-US" altLang="zh-CN" sz="24000" dirty="0"/>
          </a:p>
          <a:p>
            <a:r>
              <a:rPr lang="zh-CN" altLang="en-US" sz="24000" dirty="0"/>
              <a:t>本科毕业生去向变化的调查</a:t>
            </a:r>
            <a:endParaRPr lang="en-US" altLang="zh-CN" sz="24000" dirty="0"/>
          </a:p>
          <a:p>
            <a:r>
              <a:rPr lang="en-US" altLang="zh-CN" sz="12800" dirty="0"/>
              <a:t>——</a:t>
            </a:r>
            <a:r>
              <a:rPr lang="zh-CN" altLang="en-US" sz="12800" dirty="0"/>
              <a:t>以上海交通大学为例</a:t>
            </a:r>
          </a:p>
        </p:txBody>
      </p:sp>
      <p:sp>
        <p:nvSpPr>
          <p:cNvPr id="6" name="文本占位符 11"/>
          <p:cNvSpPr txBox="1">
            <a:spLocks/>
          </p:cNvSpPr>
          <p:nvPr/>
        </p:nvSpPr>
        <p:spPr>
          <a:xfrm>
            <a:off x="2382933" y="3756908"/>
            <a:ext cx="7385241" cy="771882"/>
          </a:xfrm>
          <a:prstGeom prst="rect">
            <a:avLst/>
          </a:prstGeom>
        </p:spPr>
        <p:txBody>
          <a:bodyPr lIns="144000" tIns="144000" rIns="144000" bIns="144000" anchor="ctr" anchorCtr="0">
            <a:noAutofit/>
          </a:bodyPr>
          <a:lstStyle>
            <a:lvl1pPr marL="0" indent="0" algn="ctr" defTabSz="914400" rtl="0" eaLnBrk="1" latinLnBrk="0" hangingPunct="1">
              <a:lnSpc>
                <a:spcPct val="100000"/>
              </a:lnSpc>
              <a:spcBef>
                <a:spcPts val="600"/>
              </a:spcBef>
              <a:buFont typeface="Arial" panose="020B0604020202020204" pitchFamily="34" charset="0"/>
              <a:buNone/>
              <a:defRPr sz="3600" b="1" kern="1200">
                <a:solidFill>
                  <a:schemeClr val="accent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第二组：王凯灵</a:t>
            </a:r>
            <a:endParaRPr lang="en-US" altLang="zh-CN" dirty="0"/>
          </a:p>
          <a:p>
            <a:r>
              <a:rPr lang="zh-CN" altLang="en-US" sz="2000" dirty="0"/>
              <a:t>组员：王浩新 黄幸运 刘明泽</a:t>
            </a:r>
          </a:p>
        </p:txBody>
      </p:sp>
    </p:spTree>
    <p:extLst>
      <p:ext uri="{BB962C8B-B14F-4D97-AF65-F5344CB8AC3E}">
        <p14:creationId xmlns:p14="http://schemas.microsoft.com/office/powerpoint/2010/main" val="1895940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10975" y="13600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1</a:t>
            </a:r>
            <a:endParaRPr lang="zh-CN" altLang="en-US" sz="3200" dirty="0">
              <a:solidFill>
                <a:schemeClr val="accent6"/>
              </a:solidFill>
              <a:latin typeface="+mn-ea"/>
            </a:endParaRPr>
          </a:p>
        </p:txBody>
      </p:sp>
      <p:sp>
        <p:nvSpPr>
          <p:cNvPr id="3" name="矩形 2"/>
          <p:cNvSpPr/>
          <p:nvPr/>
        </p:nvSpPr>
        <p:spPr>
          <a:xfrm>
            <a:off x="4910974" y="25027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2</a:t>
            </a:r>
            <a:endParaRPr lang="zh-CN" altLang="en-US" sz="3200" dirty="0">
              <a:solidFill>
                <a:schemeClr val="accent6"/>
              </a:solidFill>
              <a:latin typeface="+mn-ea"/>
            </a:endParaRPr>
          </a:p>
        </p:txBody>
      </p:sp>
      <p:sp>
        <p:nvSpPr>
          <p:cNvPr id="4" name="矩形 3"/>
          <p:cNvSpPr/>
          <p:nvPr/>
        </p:nvSpPr>
        <p:spPr>
          <a:xfrm>
            <a:off x="4910973" y="47881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4</a:t>
            </a:r>
            <a:endParaRPr lang="zh-CN" altLang="en-US" sz="3200" dirty="0">
              <a:solidFill>
                <a:schemeClr val="accent6"/>
              </a:solidFill>
              <a:latin typeface="+mn-ea"/>
            </a:endParaRPr>
          </a:p>
        </p:txBody>
      </p:sp>
      <p:sp>
        <p:nvSpPr>
          <p:cNvPr id="5" name="矩形 4"/>
          <p:cNvSpPr/>
          <p:nvPr/>
        </p:nvSpPr>
        <p:spPr>
          <a:xfrm>
            <a:off x="4910974" y="36454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3</a:t>
            </a:r>
            <a:endParaRPr lang="zh-CN" altLang="en-US" sz="3200" dirty="0">
              <a:solidFill>
                <a:schemeClr val="accent6"/>
              </a:solidFill>
              <a:latin typeface="+mn-ea"/>
            </a:endParaRPr>
          </a:p>
        </p:txBody>
      </p:sp>
      <p:sp>
        <p:nvSpPr>
          <p:cNvPr id="7" name="矩形 6"/>
          <p:cNvSpPr/>
          <p:nvPr/>
        </p:nvSpPr>
        <p:spPr>
          <a:xfrm>
            <a:off x="5815215" y="13600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研究背景</a:t>
            </a:r>
          </a:p>
        </p:txBody>
      </p:sp>
      <p:sp>
        <p:nvSpPr>
          <p:cNvPr id="8" name="矩形 7"/>
          <p:cNvSpPr/>
          <p:nvPr/>
        </p:nvSpPr>
        <p:spPr>
          <a:xfrm>
            <a:off x="5815214" y="25027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研究目的</a:t>
            </a:r>
          </a:p>
        </p:txBody>
      </p:sp>
      <p:sp>
        <p:nvSpPr>
          <p:cNvPr id="9" name="矩形 8"/>
          <p:cNvSpPr/>
          <p:nvPr/>
        </p:nvSpPr>
        <p:spPr>
          <a:xfrm>
            <a:off x="5815215" y="36454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研究方案</a:t>
            </a:r>
          </a:p>
        </p:txBody>
      </p:sp>
      <p:sp>
        <p:nvSpPr>
          <p:cNvPr id="10" name="矩形 9"/>
          <p:cNvSpPr/>
          <p:nvPr/>
        </p:nvSpPr>
        <p:spPr>
          <a:xfrm>
            <a:off x="5815214" y="47881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反思与总结</a:t>
            </a:r>
          </a:p>
        </p:txBody>
      </p:sp>
    </p:spTree>
    <p:extLst>
      <p:ext uri="{BB962C8B-B14F-4D97-AF65-F5344CB8AC3E}">
        <p14:creationId xmlns:p14="http://schemas.microsoft.com/office/powerpoint/2010/main" val="1527560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1"/>
          <p:cNvSpPr>
            <a:spLocks noGrp="1"/>
          </p:cNvSpPr>
          <p:nvPr>
            <p:ph type="body" sz="quarter" idx="4294967295" hasCustomPrompt="1"/>
          </p:nvPr>
        </p:nvSpPr>
        <p:spPr>
          <a:xfrm>
            <a:off x="5943600" y="1908279"/>
            <a:ext cx="5467350" cy="1638300"/>
          </a:xfrm>
        </p:spPr>
        <p:txBody>
          <a:bodyPr lIns="144000" tIns="144000" rIns="144000" bIns="144000" anchor="ctr" anchorCtr="0">
            <a:normAutofit/>
          </a:bodyPr>
          <a:lstStyle>
            <a:lvl1pPr marL="0" indent="0" algn="ctr">
              <a:lnSpc>
                <a:spcPct val="100000"/>
              </a:lnSpc>
              <a:buNone/>
              <a:defRPr sz="60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研究背景</a:t>
            </a:r>
          </a:p>
        </p:txBody>
      </p:sp>
    </p:spTree>
    <p:extLst>
      <p:ext uri="{BB962C8B-B14F-4D97-AF65-F5344CB8AC3E}">
        <p14:creationId xmlns:p14="http://schemas.microsoft.com/office/powerpoint/2010/main" val="1580039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pic>
        <p:nvPicPr>
          <p:cNvPr id="4" name="图片 3" descr="建筑前面有许多人&#10;&#10;描述已自动生成">
            <a:extLst>
              <a:ext uri="{FF2B5EF4-FFF2-40B4-BE49-F238E27FC236}">
                <a16:creationId xmlns:a16="http://schemas.microsoft.com/office/drawing/2014/main" id="{51442FF1-CFC6-1DD2-E9DA-7E643D95427D}"/>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9524" y="0"/>
            <a:ext cx="12192000" cy="6858000"/>
          </a:xfrm>
          <a:prstGeom prst="rect">
            <a:avLst/>
          </a:prstGeom>
        </p:spPr>
      </p:pic>
      <p:sp>
        <p:nvSpPr>
          <p:cNvPr id="6" name="矩形 5">
            <a:extLst>
              <a:ext uri="{FF2B5EF4-FFF2-40B4-BE49-F238E27FC236}">
                <a16:creationId xmlns:a16="http://schemas.microsoft.com/office/drawing/2014/main" id="{2CC2D338-528C-0492-6752-25B5CFC37936}"/>
              </a:ext>
            </a:extLst>
          </p:cNvPr>
          <p:cNvSpPr/>
          <p:nvPr/>
        </p:nvSpPr>
        <p:spPr>
          <a:xfrm>
            <a:off x="0" y="0"/>
            <a:ext cx="12192000" cy="6858000"/>
          </a:xfrm>
          <a:prstGeom prst="rect">
            <a:avLst/>
          </a:prstGeom>
          <a:gradFill flip="none" rotWithShape="1">
            <a:gsLst>
              <a:gs pos="0">
                <a:schemeClr val="tx1"/>
              </a:gs>
              <a:gs pos="22000">
                <a:srgbClr val="343434">
                  <a:alpha val="70000"/>
                </a:srgbClr>
              </a:gs>
              <a:gs pos="39000">
                <a:schemeClr val="tx1">
                  <a:lumMod val="65000"/>
                  <a:lumOff val="35000"/>
                  <a:alpha val="50000"/>
                </a:schemeClr>
              </a:gs>
              <a:gs pos="68000">
                <a:schemeClr val="bg1">
                  <a:lumMod val="85000"/>
                  <a:alpha val="30000"/>
                </a:schemeClr>
              </a:gs>
              <a:gs pos="100000">
                <a:schemeClr val="bg1">
                  <a:alpha val="0"/>
                </a:schemeClr>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glow rad="101600">
                  <a:schemeClr val="tx1">
                    <a:lumMod val="50000"/>
                    <a:lumOff val="50000"/>
                    <a:alpha val="40000"/>
                  </a:schemeClr>
                </a:glow>
              </a:effectLst>
            </a:endParaRPr>
          </a:p>
        </p:txBody>
      </p:sp>
      <p:sp>
        <p:nvSpPr>
          <p:cNvPr id="2" name="文本框 1">
            <a:extLst>
              <a:ext uri="{FF2B5EF4-FFF2-40B4-BE49-F238E27FC236}">
                <a16:creationId xmlns:a16="http://schemas.microsoft.com/office/drawing/2014/main" id="{0914F542-B9EF-E7E4-66BE-F847565B41A4}"/>
              </a:ext>
            </a:extLst>
          </p:cNvPr>
          <p:cNvSpPr txBox="1"/>
          <p:nvPr/>
        </p:nvSpPr>
        <p:spPr>
          <a:xfrm>
            <a:off x="388023" y="428106"/>
            <a:ext cx="3262432" cy="5008288"/>
          </a:xfrm>
          <a:prstGeom prst="rect">
            <a:avLst/>
          </a:prstGeom>
          <a:noFill/>
        </p:spPr>
        <p:txBody>
          <a:bodyPr vert="eaVert" wrap="square" rtlCol="0">
            <a:spAutoFit/>
          </a:bodyPr>
          <a:lstStyle/>
          <a:p>
            <a:r>
              <a:rPr lang="zh-CN" altLang="en-US" sz="1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Tree>
    <p:extLst>
      <p:ext uri="{BB962C8B-B14F-4D97-AF65-F5344CB8AC3E}">
        <p14:creationId xmlns:p14="http://schemas.microsoft.com/office/powerpoint/2010/main" val="2681177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Tree>
    <p:extLst>
      <p:ext uri="{BB962C8B-B14F-4D97-AF65-F5344CB8AC3E}">
        <p14:creationId xmlns:p14="http://schemas.microsoft.com/office/powerpoint/2010/main" val="2606852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pic>
        <p:nvPicPr>
          <p:cNvPr id="1028" name="Picture 4">
            <a:extLst>
              <a:ext uri="{FF2B5EF4-FFF2-40B4-BE49-F238E27FC236}">
                <a16:creationId xmlns:a16="http://schemas.microsoft.com/office/drawing/2014/main" id="{7B2D4BA8-884A-0A60-FDE2-00E10C6E5D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298" y="1752346"/>
            <a:ext cx="6173404" cy="370971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537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pic>
        <p:nvPicPr>
          <p:cNvPr id="1028" name="Picture 4">
            <a:extLst>
              <a:ext uri="{FF2B5EF4-FFF2-40B4-BE49-F238E27FC236}">
                <a16:creationId xmlns:a16="http://schemas.microsoft.com/office/drawing/2014/main" id="{7B2D4BA8-884A-0A60-FDE2-00E10C6E5D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298" y="1752346"/>
            <a:ext cx="6173404" cy="370971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AE1E666E-5FAF-135D-9F1A-C335B968DE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5311" y="1447286"/>
            <a:ext cx="6537658" cy="4363826"/>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254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
        <p:nvSpPr>
          <p:cNvPr id="2" name="文本占位符 2">
            <a:extLst>
              <a:ext uri="{FF2B5EF4-FFF2-40B4-BE49-F238E27FC236}">
                <a16:creationId xmlns:a16="http://schemas.microsoft.com/office/drawing/2014/main" id="{A138A704-8AF6-206C-816E-C4B66F0730B0}"/>
              </a:ext>
            </a:extLst>
          </p:cNvPr>
          <p:cNvSpPr txBox="1">
            <a:spLocks/>
          </p:cNvSpPr>
          <p:nvPr/>
        </p:nvSpPr>
        <p:spPr>
          <a:xfrm>
            <a:off x="9524" y="1"/>
            <a:ext cx="12172952" cy="856210"/>
          </a:xfrm>
          <a:prstGeom prst="rect">
            <a:avLst/>
          </a:prstGeom>
        </p:spPr>
        <p:txBody>
          <a:bodyPr vert="horz" lIns="144000" tIns="144000" rIns="144000" bIns="14400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研究背景</a:t>
            </a:r>
            <a:endParaRPr lang="zh-CN" altLang="en-US" dirty="0"/>
          </a:p>
        </p:txBody>
      </p:sp>
      <p:pic>
        <p:nvPicPr>
          <p:cNvPr id="4" name="Picture 2" descr="中国湖北武汉在新型冠状病毒疫情爆发后春节期间的街道。（2020年1月26日）">
            <a:extLst>
              <a:ext uri="{FF2B5EF4-FFF2-40B4-BE49-F238E27FC236}">
                <a16:creationId xmlns:a16="http://schemas.microsoft.com/office/drawing/2014/main" id="{578EEFC6-9FB8-C856-A7F3-37CA19BAC3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59" b="2533"/>
          <a:stretch/>
        </p:blipFill>
        <p:spPr bwMode="auto">
          <a:xfrm>
            <a:off x="0" y="0"/>
            <a:ext cx="12172953" cy="6857999"/>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5958E698-577D-5B21-A0AF-9DCD1635A7AC}"/>
              </a:ext>
            </a:extLst>
          </p:cNvPr>
          <p:cNvSpPr/>
          <p:nvPr/>
        </p:nvSpPr>
        <p:spPr>
          <a:xfrm flipH="1">
            <a:off x="0" y="0"/>
            <a:ext cx="12192000" cy="6858000"/>
          </a:xfrm>
          <a:prstGeom prst="rect">
            <a:avLst/>
          </a:prstGeom>
          <a:gradFill flip="none" rotWithShape="1">
            <a:gsLst>
              <a:gs pos="0">
                <a:schemeClr val="tx1"/>
              </a:gs>
              <a:gs pos="29000">
                <a:srgbClr val="343434">
                  <a:alpha val="70000"/>
                </a:srgbClr>
              </a:gs>
              <a:gs pos="44000">
                <a:schemeClr val="tx1">
                  <a:lumMod val="65000"/>
                  <a:lumOff val="35000"/>
                  <a:alpha val="50000"/>
                </a:schemeClr>
              </a:gs>
              <a:gs pos="68000">
                <a:schemeClr val="bg1">
                  <a:lumMod val="85000"/>
                  <a:alpha val="30000"/>
                </a:schemeClr>
              </a:gs>
              <a:gs pos="100000">
                <a:schemeClr val="bg1">
                  <a:alpha val="0"/>
                </a:schemeClr>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glow rad="101600">
                  <a:schemeClr val="tx1">
                    <a:lumMod val="50000"/>
                    <a:lumOff val="50000"/>
                    <a:alpha val="40000"/>
                  </a:schemeClr>
                </a:glow>
              </a:effectLst>
            </a:endParaRPr>
          </a:p>
        </p:txBody>
      </p:sp>
      <p:sp>
        <p:nvSpPr>
          <p:cNvPr id="8" name="文本框 7">
            <a:extLst>
              <a:ext uri="{FF2B5EF4-FFF2-40B4-BE49-F238E27FC236}">
                <a16:creationId xmlns:a16="http://schemas.microsoft.com/office/drawing/2014/main" id="{E49F066D-8D60-BCF8-77F9-68FB56D7620F}"/>
              </a:ext>
            </a:extLst>
          </p:cNvPr>
          <p:cNvSpPr txBox="1"/>
          <p:nvPr/>
        </p:nvSpPr>
        <p:spPr>
          <a:xfrm>
            <a:off x="9176824" y="428106"/>
            <a:ext cx="2800767" cy="6545718"/>
          </a:xfrm>
          <a:prstGeom prst="rect">
            <a:avLst/>
          </a:prstGeom>
          <a:noFill/>
        </p:spPr>
        <p:txBody>
          <a:bodyPr vert="eaVert" wrap="square" rtlCol="0">
            <a:spAutoFit/>
          </a:bodyPr>
          <a:lstStyle/>
          <a:p>
            <a:r>
              <a:rPr lang="zh-CN" altLang="en-US" sz="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疫情背景下</a:t>
            </a:r>
            <a:endParaRPr lang="en-US" altLang="zh-CN" sz="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a:p>
            <a:r>
              <a:rPr lang="zh-CN" altLang="en-US" sz="12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经济衰退</a:t>
            </a:r>
          </a:p>
        </p:txBody>
      </p:sp>
    </p:spTree>
    <p:extLst>
      <p:ext uri="{BB962C8B-B14F-4D97-AF65-F5344CB8AC3E}">
        <p14:creationId xmlns:p14="http://schemas.microsoft.com/office/powerpoint/2010/main" val="2899699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
        <p:nvSpPr>
          <p:cNvPr id="2" name="文本占位符 2">
            <a:extLst>
              <a:ext uri="{FF2B5EF4-FFF2-40B4-BE49-F238E27FC236}">
                <a16:creationId xmlns:a16="http://schemas.microsoft.com/office/drawing/2014/main" id="{A138A704-8AF6-206C-816E-C4B66F0730B0}"/>
              </a:ext>
            </a:extLst>
          </p:cNvPr>
          <p:cNvSpPr txBox="1">
            <a:spLocks/>
          </p:cNvSpPr>
          <p:nvPr/>
        </p:nvSpPr>
        <p:spPr>
          <a:xfrm>
            <a:off x="9524" y="1"/>
            <a:ext cx="12172952" cy="856210"/>
          </a:xfrm>
          <a:prstGeom prst="rect">
            <a:avLst/>
          </a:prstGeom>
        </p:spPr>
        <p:txBody>
          <a:bodyPr vert="horz" lIns="144000" tIns="144000" rIns="144000" bIns="14400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研究背景</a:t>
            </a:r>
          </a:p>
        </p:txBody>
      </p:sp>
      <p:pic>
        <p:nvPicPr>
          <p:cNvPr id="4" name="Picture 2" descr="中国湖北武汉在新型冠状病毒疫情爆发后春节期间的街道。（2020年1月26日）">
            <a:extLst>
              <a:ext uri="{FF2B5EF4-FFF2-40B4-BE49-F238E27FC236}">
                <a16:creationId xmlns:a16="http://schemas.microsoft.com/office/drawing/2014/main" id="{578EEFC6-9FB8-C856-A7F3-37CA19BAC3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59" b="2533"/>
          <a:stretch/>
        </p:blipFill>
        <p:spPr bwMode="auto">
          <a:xfrm>
            <a:off x="7800087" y="1290024"/>
            <a:ext cx="3485822" cy="196384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49F066D-8D60-BCF8-77F9-68FB56D7620F}"/>
              </a:ext>
            </a:extLst>
          </p:cNvPr>
          <p:cNvSpPr txBox="1"/>
          <p:nvPr/>
        </p:nvSpPr>
        <p:spPr>
          <a:xfrm>
            <a:off x="6528446" y="1588825"/>
            <a:ext cx="923330" cy="6545718"/>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疫情背景下</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经济衰退</a:t>
            </a:r>
          </a:p>
        </p:txBody>
      </p:sp>
      <p:sp>
        <p:nvSpPr>
          <p:cNvPr id="6" name="矩形: 圆角 5">
            <a:extLst>
              <a:ext uri="{FF2B5EF4-FFF2-40B4-BE49-F238E27FC236}">
                <a16:creationId xmlns:a16="http://schemas.microsoft.com/office/drawing/2014/main" id="{563E1930-49CE-B31C-582C-1670304D0A5B}"/>
              </a:ext>
            </a:extLst>
          </p:cNvPr>
          <p:cNvSpPr/>
          <p:nvPr/>
        </p:nvSpPr>
        <p:spPr>
          <a:xfrm>
            <a:off x="6386513" y="1007269"/>
            <a:ext cx="5193506" cy="2421731"/>
          </a:xfrm>
          <a:prstGeom prst="round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66585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
        <p:nvSpPr>
          <p:cNvPr id="2" name="文本占位符 2">
            <a:extLst>
              <a:ext uri="{FF2B5EF4-FFF2-40B4-BE49-F238E27FC236}">
                <a16:creationId xmlns:a16="http://schemas.microsoft.com/office/drawing/2014/main" id="{A138A704-8AF6-206C-816E-C4B66F0730B0}"/>
              </a:ext>
            </a:extLst>
          </p:cNvPr>
          <p:cNvSpPr txBox="1">
            <a:spLocks/>
          </p:cNvSpPr>
          <p:nvPr/>
        </p:nvSpPr>
        <p:spPr>
          <a:xfrm>
            <a:off x="9524" y="1"/>
            <a:ext cx="12172952" cy="856210"/>
          </a:xfrm>
          <a:prstGeom prst="rect">
            <a:avLst/>
          </a:prstGeom>
        </p:spPr>
        <p:txBody>
          <a:bodyPr vert="horz" lIns="144000" tIns="144000" rIns="144000" bIns="14400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研究背景</a:t>
            </a:r>
          </a:p>
        </p:txBody>
      </p:sp>
      <p:pic>
        <p:nvPicPr>
          <p:cNvPr id="4" name="Picture 2" descr="中国湖北武汉在新型冠状病毒疫情爆发后春节期间的街道。（2020年1月26日）">
            <a:extLst>
              <a:ext uri="{FF2B5EF4-FFF2-40B4-BE49-F238E27FC236}">
                <a16:creationId xmlns:a16="http://schemas.microsoft.com/office/drawing/2014/main" id="{578EEFC6-9FB8-C856-A7F3-37CA19BAC3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59" b="2533"/>
          <a:stretch/>
        </p:blipFill>
        <p:spPr bwMode="auto">
          <a:xfrm>
            <a:off x="7800087" y="1290024"/>
            <a:ext cx="3485822" cy="196384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49F066D-8D60-BCF8-77F9-68FB56D7620F}"/>
              </a:ext>
            </a:extLst>
          </p:cNvPr>
          <p:cNvSpPr txBox="1"/>
          <p:nvPr/>
        </p:nvSpPr>
        <p:spPr>
          <a:xfrm>
            <a:off x="6528446" y="1588825"/>
            <a:ext cx="923330" cy="6545718"/>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疫情背景下</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经济衰退</a:t>
            </a:r>
          </a:p>
        </p:txBody>
      </p:sp>
      <p:sp>
        <p:nvSpPr>
          <p:cNvPr id="6" name="矩形: 圆角 5">
            <a:extLst>
              <a:ext uri="{FF2B5EF4-FFF2-40B4-BE49-F238E27FC236}">
                <a16:creationId xmlns:a16="http://schemas.microsoft.com/office/drawing/2014/main" id="{02934206-C75B-8310-F971-131906D2C584}"/>
              </a:ext>
            </a:extLst>
          </p:cNvPr>
          <p:cNvSpPr/>
          <p:nvPr/>
        </p:nvSpPr>
        <p:spPr>
          <a:xfrm>
            <a:off x="6386513" y="1007269"/>
            <a:ext cx="5193506" cy="2421731"/>
          </a:xfrm>
          <a:prstGeom prst="round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04" name="Picture 8">
            <a:extLst>
              <a:ext uri="{FF2B5EF4-FFF2-40B4-BE49-F238E27FC236}">
                <a16:creationId xmlns:a16="http://schemas.microsoft.com/office/drawing/2014/main" id="{8301A40E-C7E8-0862-B960-33B442E53E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5972" y="1651133"/>
            <a:ext cx="6500056" cy="390600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404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2" name="文本占位符 2">
            <a:extLst>
              <a:ext uri="{FF2B5EF4-FFF2-40B4-BE49-F238E27FC236}">
                <a16:creationId xmlns:a16="http://schemas.microsoft.com/office/drawing/2014/main" id="{A138A704-8AF6-206C-816E-C4B66F0730B0}"/>
              </a:ext>
            </a:extLst>
          </p:cNvPr>
          <p:cNvSpPr txBox="1">
            <a:spLocks/>
          </p:cNvSpPr>
          <p:nvPr/>
        </p:nvSpPr>
        <p:spPr>
          <a:xfrm>
            <a:off x="9524" y="1"/>
            <a:ext cx="12172952" cy="856210"/>
          </a:xfrm>
          <a:prstGeom prst="rect">
            <a:avLst/>
          </a:prstGeom>
        </p:spPr>
        <p:txBody>
          <a:bodyPr vert="horz" lIns="144000" tIns="144000" rIns="144000" bIns="14400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研究背景</a:t>
            </a:r>
          </a:p>
        </p:txBody>
      </p:sp>
      <p:sp>
        <p:nvSpPr>
          <p:cNvPr id="10" name="文本框 9">
            <a:extLst>
              <a:ext uri="{FF2B5EF4-FFF2-40B4-BE49-F238E27FC236}">
                <a16:creationId xmlns:a16="http://schemas.microsoft.com/office/drawing/2014/main" id="{D26EE6C7-637E-CE2D-646B-4B4068EEFCF9}"/>
              </a:ext>
            </a:extLst>
          </p:cNvPr>
          <p:cNvSpPr txBox="1"/>
          <p:nvPr/>
        </p:nvSpPr>
        <p:spPr>
          <a:xfrm>
            <a:off x="6528446" y="1588825"/>
            <a:ext cx="923330" cy="6545718"/>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疫情背景下</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经济衰退</a:t>
            </a:r>
          </a:p>
        </p:txBody>
      </p:sp>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pic>
        <p:nvPicPr>
          <p:cNvPr id="4" name="Picture 2" descr="中国湖北武汉在新型冠状病毒疫情爆发后春节期间的街道。（2020年1月26日）">
            <a:extLst>
              <a:ext uri="{FF2B5EF4-FFF2-40B4-BE49-F238E27FC236}">
                <a16:creationId xmlns:a16="http://schemas.microsoft.com/office/drawing/2014/main" id="{578EEFC6-9FB8-C856-A7F3-37CA19BAC3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59" b="2533"/>
          <a:stretch/>
        </p:blipFill>
        <p:spPr bwMode="auto">
          <a:xfrm>
            <a:off x="7800087" y="1290024"/>
            <a:ext cx="3485822" cy="1963843"/>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圆角 7">
            <a:extLst>
              <a:ext uri="{FF2B5EF4-FFF2-40B4-BE49-F238E27FC236}">
                <a16:creationId xmlns:a16="http://schemas.microsoft.com/office/drawing/2014/main" id="{AE56B298-8171-8BB6-D534-F6D964437DFE}"/>
              </a:ext>
            </a:extLst>
          </p:cNvPr>
          <p:cNvSpPr/>
          <p:nvPr/>
        </p:nvSpPr>
        <p:spPr>
          <a:xfrm>
            <a:off x="6386513" y="1007269"/>
            <a:ext cx="5193506" cy="2421731"/>
          </a:xfrm>
          <a:prstGeom prst="round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94" name="Picture 2" descr="中美关系">
            <a:extLst>
              <a:ext uri="{FF2B5EF4-FFF2-40B4-BE49-F238E27FC236}">
                <a16:creationId xmlns:a16="http://schemas.microsoft.com/office/drawing/2014/main" id="{773D25D3-618F-42AB-FCC9-585DD2AC33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B18575BE-3B98-045F-F4CB-4ECF29B3696A}"/>
              </a:ext>
            </a:extLst>
          </p:cNvPr>
          <p:cNvSpPr/>
          <p:nvPr/>
        </p:nvSpPr>
        <p:spPr>
          <a:xfrm>
            <a:off x="0" y="0"/>
            <a:ext cx="12192000" cy="6858000"/>
          </a:xfrm>
          <a:prstGeom prst="rect">
            <a:avLst/>
          </a:prstGeom>
          <a:gradFill flip="none" rotWithShape="1">
            <a:gsLst>
              <a:gs pos="0">
                <a:schemeClr val="tx1"/>
              </a:gs>
              <a:gs pos="22000">
                <a:srgbClr val="343434">
                  <a:alpha val="70000"/>
                </a:srgbClr>
              </a:gs>
              <a:gs pos="39000">
                <a:schemeClr val="tx1">
                  <a:lumMod val="65000"/>
                  <a:lumOff val="35000"/>
                  <a:alpha val="50000"/>
                </a:schemeClr>
              </a:gs>
              <a:gs pos="68000">
                <a:schemeClr val="bg1">
                  <a:lumMod val="85000"/>
                  <a:alpha val="30000"/>
                </a:schemeClr>
              </a:gs>
              <a:gs pos="100000">
                <a:schemeClr val="bg1">
                  <a:alpha val="0"/>
                </a:schemeClr>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glow rad="101600">
                  <a:schemeClr val="tx1">
                    <a:lumMod val="50000"/>
                    <a:lumOff val="50000"/>
                    <a:alpha val="40000"/>
                  </a:schemeClr>
                </a:glow>
              </a:effectLst>
            </a:endParaRPr>
          </a:p>
        </p:txBody>
      </p:sp>
      <p:sp>
        <p:nvSpPr>
          <p:cNvPr id="9" name="文本框 8">
            <a:extLst>
              <a:ext uri="{FF2B5EF4-FFF2-40B4-BE49-F238E27FC236}">
                <a16:creationId xmlns:a16="http://schemas.microsoft.com/office/drawing/2014/main" id="{B9B490B3-1F1F-F1CD-B20B-7FABD49D46E0}"/>
              </a:ext>
            </a:extLst>
          </p:cNvPr>
          <p:cNvSpPr txBox="1"/>
          <p:nvPr/>
        </p:nvSpPr>
        <p:spPr>
          <a:xfrm>
            <a:off x="388023" y="428106"/>
            <a:ext cx="3262432" cy="5008288"/>
          </a:xfrm>
          <a:prstGeom prst="rect">
            <a:avLst/>
          </a:prstGeom>
          <a:noFill/>
        </p:spPr>
        <p:txBody>
          <a:bodyPr vert="eaVert" wrap="square" rtlCol="0">
            <a:spAutoFit/>
          </a:bodyPr>
          <a:lstStyle/>
          <a:p>
            <a:r>
              <a:rPr lang="zh-CN" altLang="en-US" sz="1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摩擦</a:t>
            </a:r>
          </a:p>
          <a:p>
            <a:r>
              <a:rPr lang="zh-CN" altLang="en-US" sz="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国际形势</a:t>
            </a:r>
            <a:endParaRPr lang="en-US" altLang="zh-CN" sz="50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Tree>
    <p:extLst>
      <p:ext uri="{BB962C8B-B14F-4D97-AF65-F5344CB8AC3E}">
        <p14:creationId xmlns:p14="http://schemas.microsoft.com/office/powerpoint/2010/main" val="932262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
        <p:nvSpPr>
          <p:cNvPr id="2" name="文本占位符 2">
            <a:extLst>
              <a:ext uri="{FF2B5EF4-FFF2-40B4-BE49-F238E27FC236}">
                <a16:creationId xmlns:a16="http://schemas.microsoft.com/office/drawing/2014/main" id="{A138A704-8AF6-206C-816E-C4B66F0730B0}"/>
              </a:ext>
            </a:extLst>
          </p:cNvPr>
          <p:cNvSpPr txBox="1">
            <a:spLocks/>
          </p:cNvSpPr>
          <p:nvPr/>
        </p:nvSpPr>
        <p:spPr>
          <a:xfrm>
            <a:off x="9524" y="1"/>
            <a:ext cx="12172952" cy="856210"/>
          </a:xfrm>
          <a:prstGeom prst="rect">
            <a:avLst/>
          </a:prstGeom>
        </p:spPr>
        <p:txBody>
          <a:bodyPr vert="horz" lIns="144000" tIns="144000" rIns="144000" bIns="14400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研究背景</a:t>
            </a:r>
            <a:endParaRPr lang="zh-CN" altLang="en-US" dirty="0"/>
          </a:p>
        </p:txBody>
      </p:sp>
      <p:pic>
        <p:nvPicPr>
          <p:cNvPr id="4" name="Picture 2" descr="中国湖北武汉在新型冠状病毒疫情爆发后春节期间的街道。（2020年1月26日）">
            <a:extLst>
              <a:ext uri="{FF2B5EF4-FFF2-40B4-BE49-F238E27FC236}">
                <a16:creationId xmlns:a16="http://schemas.microsoft.com/office/drawing/2014/main" id="{578EEFC6-9FB8-C856-A7F3-37CA19BAC3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59" b="2533"/>
          <a:stretch/>
        </p:blipFill>
        <p:spPr bwMode="auto">
          <a:xfrm>
            <a:off x="7800087" y="1290024"/>
            <a:ext cx="3485822" cy="1963843"/>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3FE88918-5812-A58B-74DA-69E83114473A}"/>
              </a:ext>
            </a:extLst>
          </p:cNvPr>
          <p:cNvSpPr txBox="1"/>
          <p:nvPr/>
        </p:nvSpPr>
        <p:spPr>
          <a:xfrm>
            <a:off x="6528446" y="1588825"/>
            <a:ext cx="923330" cy="6545718"/>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疫情背景下</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经济衰退</a:t>
            </a:r>
          </a:p>
        </p:txBody>
      </p:sp>
      <p:sp>
        <p:nvSpPr>
          <p:cNvPr id="6" name="矩形: 圆角 5">
            <a:extLst>
              <a:ext uri="{FF2B5EF4-FFF2-40B4-BE49-F238E27FC236}">
                <a16:creationId xmlns:a16="http://schemas.microsoft.com/office/drawing/2014/main" id="{01E5EA8E-2016-4AC3-12F3-F3126E6A1FE1}"/>
              </a:ext>
            </a:extLst>
          </p:cNvPr>
          <p:cNvSpPr/>
          <p:nvPr/>
        </p:nvSpPr>
        <p:spPr>
          <a:xfrm>
            <a:off x="6386513" y="1007269"/>
            <a:ext cx="5193506" cy="2421731"/>
          </a:xfrm>
          <a:prstGeom prst="round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94" name="Picture 2" descr="中美关系">
            <a:extLst>
              <a:ext uri="{FF2B5EF4-FFF2-40B4-BE49-F238E27FC236}">
                <a16:creationId xmlns:a16="http://schemas.microsoft.com/office/drawing/2014/main" id="{773D25D3-618F-42AB-FCC9-585DD2AC33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404" y="3903724"/>
            <a:ext cx="3485822" cy="196077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B9B490B3-1F1F-F1CD-B20B-7FABD49D46E0}"/>
              </a:ext>
            </a:extLst>
          </p:cNvPr>
          <p:cNvSpPr txBox="1"/>
          <p:nvPr/>
        </p:nvSpPr>
        <p:spPr>
          <a:xfrm>
            <a:off x="255275" y="4353856"/>
            <a:ext cx="923330" cy="5008288"/>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摩擦</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国际形势</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Tree>
    <p:extLst>
      <p:ext uri="{BB962C8B-B14F-4D97-AF65-F5344CB8AC3E}">
        <p14:creationId xmlns:p14="http://schemas.microsoft.com/office/powerpoint/2010/main" val="581006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建筑前面有许多人&#10;&#10;描述已自动生成">
            <a:extLst>
              <a:ext uri="{FF2B5EF4-FFF2-40B4-BE49-F238E27FC236}">
                <a16:creationId xmlns:a16="http://schemas.microsoft.com/office/drawing/2014/main" id="{0CA16976-D898-7F22-E3A6-5A18B9F17B16}"/>
              </a:ext>
            </a:extLst>
          </p:cNvPr>
          <p:cNvPicPr>
            <a:picLocks noChangeAspect="1"/>
          </p:cNvPicPr>
          <p:nvPr/>
        </p:nvPicPr>
        <p:blipFill rotWithShape="1">
          <a:blip r:embed="rId2">
            <a:extLst>
              <a:ext uri="{28A0092B-C50C-407E-A947-70E740481C1C}">
                <a14:useLocalDpi xmlns:a14="http://schemas.microsoft.com/office/drawing/2010/main" val="0"/>
              </a:ext>
            </a:extLst>
          </a:blip>
          <a:srcRect t="15625"/>
          <a:stretch/>
        </p:blipFill>
        <p:spPr>
          <a:xfrm>
            <a:off x="1254404" y="1290024"/>
            <a:ext cx="3485822" cy="1960775"/>
          </a:xfrm>
          <a:prstGeom prst="rect">
            <a:avLst/>
          </a:prstGeom>
          <a:effectLst>
            <a:outerShdw blurRad="63500" sx="102000" sy="102000" algn="ctr" rotWithShape="0">
              <a:prstClr val="black">
                <a:alpha val="40000"/>
              </a:prstClr>
            </a:outerShdw>
          </a:effectLst>
        </p:spPr>
      </p:pic>
      <p:sp>
        <p:nvSpPr>
          <p:cNvPr id="3" name="文本占位符 2"/>
          <p:cNvSpPr>
            <a:spLocks noGrp="1"/>
          </p:cNvSpPr>
          <p:nvPr>
            <p:ph type="body" sz="quarter" idx="10"/>
          </p:nvPr>
        </p:nvSpPr>
        <p:spPr/>
        <p:txBody>
          <a:bodyPr/>
          <a:lstStyle/>
          <a:p>
            <a:r>
              <a:rPr lang="zh-CN" altLang="en-US" dirty="0">
                <a:effectLst>
                  <a:glow rad="101600">
                    <a:schemeClr val="tx1">
                      <a:lumMod val="50000"/>
                      <a:lumOff val="50000"/>
                      <a:alpha val="40000"/>
                    </a:schemeClr>
                  </a:glow>
                  <a:outerShdw blurRad="38100" dist="38100" dir="2700000" algn="tl">
                    <a:srgbClr val="000000">
                      <a:alpha val="43137"/>
                    </a:srgbClr>
                  </a:outerShdw>
                </a:effectLst>
              </a:rPr>
              <a:t>研究背景</a:t>
            </a:r>
          </a:p>
        </p:txBody>
      </p:sp>
      <p:sp>
        <p:nvSpPr>
          <p:cNvPr id="5" name="文本框 4">
            <a:extLst>
              <a:ext uri="{FF2B5EF4-FFF2-40B4-BE49-F238E27FC236}">
                <a16:creationId xmlns:a16="http://schemas.microsoft.com/office/drawing/2014/main" id="{A39BB624-BEBA-8757-80E2-158ED9EB1C06}"/>
              </a:ext>
            </a:extLst>
          </p:cNvPr>
          <p:cNvSpPr txBox="1"/>
          <p:nvPr/>
        </p:nvSpPr>
        <p:spPr>
          <a:xfrm>
            <a:off x="255275" y="1588825"/>
            <a:ext cx="923330" cy="1363175"/>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激增</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考研人数</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
        <p:nvSpPr>
          <p:cNvPr id="2" name="文本占位符 2">
            <a:extLst>
              <a:ext uri="{FF2B5EF4-FFF2-40B4-BE49-F238E27FC236}">
                <a16:creationId xmlns:a16="http://schemas.microsoft.com/office/drawing/2014/main" id="{A138A704-8AF6-206C-816E-C4B66F0730B0}"/>
              </a:ext>
            </a:extLst>
          </p:cNvPr>
          <p:cNvSpPr txBox="1">
            <a:spLocks/>
          </p:cNvSpPr>
          <p:nvPr/>
        </p:nvSpPr>
        <p:spPr>
          <a:xfrm>
            <a:off x="9524" y="1"/>
            <a:ext cx="12172952" cy="856210"/>
          </a:xfrm>
          <a:prstGeom prst="rect">
            <a:avLst/>
          </a:prstGeom>
        </p:spPr>
        <p:txBody>
          <a:bodyPr vert="horz" lIns="144000" tIns="144000" rIns="144000" bIns="14400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研究背景</a:t>
            </a:r>
            <a:endParaRPr lang="zh-CN" altLang="en-US" dirty="0"/>
          </a:p>
        </p:txBody>
      </p:sp>
      <p:pic>
        <p:nvPicPr>
          <p:cNvPr id="4" name="Picture 2" descr="中国湖北武汉在新型冠状病毒疫情爆发后春节期间的街道。（2020年1月26日）">
            <a:extLst>
              <a:ext uri="{FF2B5EF4-FFF2-40B4-BE49-F238E27FC236}">
                <a16:creationId xmlns:a16="http://schemas.microsoft.com/office/drawing/2014/main" id="{578EEFC6-9FB8-C856-A7F3-37CA19BAC3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59" b="2533"/>
          <a:stretch/>
        </p:blipFill>
        <p:spPr bwMode="auto">
          <a:xfrm>
            <a:off x="7800087" y="1290024"/>
            <a:ext cx="3485822" cy="1963843"/>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3FE88918-5812-A58B-74DA-69E83114473A}"/>
              </a:ext>
            </a:extLst>
          </p:cNvPr>
          <p:cNvSpPr txBox="1"/>
          <p:nvPr/>
        </p:nvSpPr>
        <p:spPr>
          <a:xfrm>
            <a:off x="6528446" y="1588825"/>
            <a:ext cx="923330" cy="6545718"/>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疫情背景下</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经济衰退</a:t>
            </a:r>
          </a:p>
        </p:txBody>
      </p:sp>
      <p:sp>
        <p:nvSpPr>
          <p:cNvPr id="11" name="文本框 10">
            <a:extLst>
              <a:ext uri="{FF2B5EF4-FFF2-40B4-BE49-F238E27FC236}">
                <a16:creationId xmlns:a16="http://schemas.microsoft.com/office/drawing/2014/main" id="{E01A8D99-03EB-FF58-E494-80F4B76DC859}"/>
              </a:ext>
            </a:extLst>
          </p:cNvPr>
          <p:cNvSpPr txBox="1"/>
          <p:nvPr/>
        </p:nvSpPr>
        <p:spPr>
          <a:xfrm>
            <a:off x="6245817" y="4014064"/>
            <a:ext cx="5424407" cy="1938992"/>
          </a:xfrm>
          <a:prstGeom prst="rect">
            <a:avLst/>
          </a:prstGeom>
          <a:noFill/>
        </p:spPr>
        <p:txBody>
          <a:bodyPr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以往研究更多关注大学生群体的单一去向的变化趋势，如留学率、就业率等</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a:p>
            <a:pPr algn="ctr"/>
            <a:r>
              <a:rPr lang="zh-CN" altLang="en-US" sz="36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未有对不同去向间变化趋势及其原因的研究</a:t>
            </a:r>
          </a:p>
        </p:txBody>
      </p:sp>
      <p:sp>
        <p:nvSpPr>
          <p:cNvPr id="6" name="矩形: 圆角 5">
            <a:extLst>
              <a:ext uri="{FF2B5EF4-FFF2-40B4-BE49-F238E27FC236}">
                <a16:creationId xmlns:a16="http://schemas.microsoft.com/office/drawing/2014/main" id="{01E5EA8E-2016-4AC3-12F3-F3126E6A1FE1}"/>
              </a:ext>
            </a:extLst>
          </p:cNvPr>
          <p:cNvSpPr/>
          <p:nvPr/>
        </p:nvSpPr>
        <p:spPr>
          <a:xfrm>
            <a:off x="6386513" y="1007269"/>
            <a:ext cx="5193506" cy="2421731"/>
          </a:xfrm>
          <a:prstGeom prst="round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94" name="Picture 2" descr="中美关系">
            <a:extLst>
              <a:ext uri="{FF2B5EF4-FFF2-40B4-BE49-F238E27FC236}">
                <a16:creationId xmlns:a16="http://schemas.microsoft.com/office/drawing/2014/main" id="{773D25D3-618F-42AB-FCC9-585DD2AC33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404" y="3903724"/>
            <a:ext cx="3485822" cy="196077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B9B490B3-1F1F-F1CD-B20B-7FABD49D46E0}"/>
              </a:ext>
            </a:extLst>
          </p:cNvPr>
          <p:cNvSpPr txBox="1"/>
          <p:nvPr/>
        </p:nvSpPr>
        <p:spPr>
          <a:xfrm>
            <a:off x="255275" y="4353856"/>
            <a:ext cx="923330" cy="5008288"/>
          </a:xfrm>
          <a:prstGeom prst="rect">
            <a:avLst/>
          </a:prstGeom>
          <a:noFill/>
        </p:spPr>
        <p:txBody>
          <a:bodyPr vert="eaVert" wrap="square" rtlCol="0">
            <a:spAutoFit/>
          </a:bodyPr>
          <a:lstStyle/>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摩擦</a:t>
            </a:r>
          </a:p>
          <a:p>
            <a:r>
              <a:rPr lang="zh-CN" altLang="en-US"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rPr>
              <a:t>国际形势</a:t>
            </a:r>
            <a:endParaRPr lang="en-US" altLang="zh-CN" sz="2400" b="1" dirty="0">
              <a:solidFill>
                <a:schemeClr val="bg1"/>
              </a:solidFill>
              <a:effectLst>
                <a:glow rad="101600">
                  <a:schemeClr val="tx1">
                    <a:lumMod val="65000"/>
                    <a:lumOff val="35000"/>
                    <a:alpha val="40000"/>
                  </a:schemeClr>
                </a:glow>
                <a:outerShdw blurRad="63500" sx="102000" sy="102000" algn="ctr" rotWithShape="0">
                  <a:prstClr val="black">
                    <a:alpha val="40000"/>
                  </a:prstClr>
                </a:outerShdw>
              </a:effectLst>
            </a:endParaRPr>
          </a:p>
        </p:txBody>
      </p:sp>
    </p:spTree>
    <p:extLst>
      <p:ext uri="{BB962C8B-B14F-4D97-AF65-F5344CB8AC3E}">
        <p14:creationId xmlns:p14="http://schemas.microsoft.com/office/powerpoint/2010/main" val="2449202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1"/>
          <p:cNvSpPr txBox="1">
            <a:spLocks/>
          </p:cNvSpPr>
          <p:nvPr/>
        </p:nvSpPr>
        <p:spPr>
          <a:xfrm>
            <a:off x="457200" y="1908279"/>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研究目的</a:t>
            </a:r>
          </a:p>
        </p:txBody>
      </p:sp>
    </p:spTree>
    <p:extLst>
      <p:ext uri="{BB962C8B-B14F-4D97-AF65-F5344CB8AC3E}">
        <p14:creationId xmlns:p14="http://schemas.microsoft.com/office/powerpoint/2010/main" val="2587390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F06A826-9E28-28D7-178D-1525FFC9B165}"/>
              </a:ext>
            </a:extLst>
          </p:cNvPr>
          <p:cNvSpPr txBox="1"/>
          <p:nvPr/>
        </p:nvSpPr>
        <p:spPr>
          <a:xfrm>
            <a:off x="731520" y="1499616"/>
            <a:ext cx="6303264" cy="4825167"/>
          </a:xfrm>
          <a:prstGeom prst="rect">
            <a:avLst/>
          </a:prstGeom>
          <a:noFill/>
        </p:spPr>
        <p:txBody>
          <a:bodyPr wrap="square" rtlCol="0">
            <a:spAutoFit/>
          </a:bodyPr>
          <a:lstStyle/>
          <a:p>
            <a:pPr>
              <a:lnSpc>
                <a:spcPct val="150000"/>
              </a:lnSpc>
            </a:pPr>
            <a:r>
              <a:rPr lang="zh-CN" altLang="en-US" sz="4000" b="1" dirty="0"/>
              <a:t>预期研究结果</a:t>
            </a:r>
            <a:endParaRPr lang="en-US" altLang="zh-CN" sz="4000" b="1" dirty="0"/>
          </a:p>
          <a:p>
            <a:pPr>
              <a:lnSpc>
                <a:spcPct val="150000"/>
              </a:lnSpc>
            </a:pPr>
            <a:endParaRPr lang="en-US" altLang="zh-CN" sz="2400" b="1" dirty="0"/>
          </a:p>
          <a:p>
            <a:pPr marL="342900" indent="-342900">
              <a:lnSpc>
                <a:spcPct val="150000"/>
              </a:lnSpc>
              <a:buFont typeface="Arial" panose="020B0604020202020204" pitchFamily="34" charset="0"/>
              <a:buChar char="•"/>
            </a:pPr>
            <a:r>
              <a:rPr lang="zh-CN" altLang="en-US" sz="2400" dirty="0"/>
              <a:t>得到</a:t>
            </a:r>
            <a:r>
              <a:rPr lang="zh-CN" altLang="en-US" sz="2400" b="1" dirty="0"/>
              <a:t>近</a:t>
            </a:r>
            <a:r>
              <a:rPr lang="en-US" altLang="zh-CN" sz="2400" b="1" dirty="0"/>
              <a:t>5</a:t>
            </a:r>
            <a:r>
              <a:rPr lang="zh-CN" altLang="en-US" sz="2400" b="1" dirty="0"/>
              <a:t>年</a:t>
            </a:r>
            <a:r>
              <a:rPr lang="zh-CN" altLang="en-US" sz="2400" dirty="0"/>
              <a:t>以来本科生毕业去向的</a:t>
            </a:r>
            <a:r>
              <a:rPr lang="zh-CN" altLang="en-US" sz="2400" b="1" dirty="0"/>
              <a:t>具体数据</a:t>
            </a:r>
            <a:r>
              <a:rPr lang="zh-CN" altLang="en-US" sz="2400" dirty="0"/>
              <a:t>及其</a:t>
            </a:r>
            <a:r>
              <a:rPr lang="zh-CN" altLang="en-US" sz="2400" b="1" dirty="0"/>
              <a:t>类间变化</a:t>
            </a:r>
            <a:r>
              <a:rPr lang="zh-CN" altLang="en-US" sz="2400" dirty="0"/>
              <a:t>，</a:t>
            </a:r>
            <a:r>
              <a:rPr lang="zh-CN" altLang="en-US" sz="2400" b="1" dirty="0"/>
              <a:t>预测</a:t>
            </a:r>
            <a:r>
              <a:rPr lang="zh-CN" altLang="en-US" sz="2400" dirty="0"/>
              <a:t>未来变化走向</a:t>
            </a:r>
            <a:endParaRPr lang="en-US" altLang="zh-CN" sz="2400" dirty="0"/>
          </a:p>
          <a:p>
            <a:pPr marL="342900" indent="-342900">
              <a:lnSpc>
                <a:spcPct val="150000"/>
              </a:lnSpc>
              <a:buFont typeface="Arial" panose="020B0604020202020204" pitchFamily="34" charset="0"/>
              <a:buChar char="•"/>
            </a:pPr>
            <a:r>
              <a:rPr lang="zh-CN" altLang="en-US" sz="2400" dirty="0"/>
              <a:t>探究本科生毕业去向发生变化的可能</a:t>
            </a:r>
            <a:r>
              <a:rPr lang="zh-CN" altLang="en-US" sz="2400" b="1" dirty="0"/>
              <a:t>原因</a:t>
            </a:r>
            <a:r>
              <a:rPr lang="zh-CN" altLang="en-US" sz="2400" dirty="0"/>
              <a:t>，并得出对于政府部门、人才市场和应届毕业生的</a:t>
            </a:r>
            <a:r>
              <a:rPr lang="zh-CN" altLang="en-US" sz="2400" b="1" dirty="0"/>
              <a:t>发展和规划建议</a:t>
            </a:r>
            <a:r>
              <a:rPr lang="zh-CN" altLang="en-US" sz="2400" dirty="0"/>
              <a:t>。</a:t>
            </a:r>
            <a:endParaRPr lang="en-US" altLang="zh-CN" sz="2400" dirty="0"/>
          </a:p>
          <a:p>
            <a:pPr marL="342900" indent="-342900">
              <a:lnSpc>
                <a:spcPct val="150000"/>
              </a:lnSpc>
              <a:buFont typeface="Arial" panose="020B0604020202020204" pitchFamily="34" charset="0"/>
              <a:buChar char="•"/>
            </a:pPr>
            <a:endParaRPr lang="zh-CN" altLang="en-US" sz="2400" dirty="0"/>
          </a:p>
        </p:txBody>
      </p:sp>
      <p:pic>
        <p:nvPicPr>
          <p:cNvPr id="10242" name="Picture 2" descr="概率预测">
            <a:extLst>
              <a:ext uri="{FF2B5EF4-FFF2-40B4-BE49-F238E27FC236}">
                <a16:creationId xmlns:a16="http://schemas.microsoft.com/office/drawing/2014/main" id="{7B6B503D-6F74-629D-3914-BE15B8867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6814" y="2850907"/>
            <a:ext cx="3238500" cy="200977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占位符 11">
            <a:extLst>
              <a:ext uri="{FF2B5EF4-FFF2-40B4-BE49-F238E27FC236}">
                <a16:creationId xmlns:a16="http://schemas.microsoft.com/office/drawing/2014/main" id="{0F1E14F4-105F-3310-1DD6-5193BF9D65C1}"/>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研究目的</a:t>
            </a:r>
          </a:p>
        </p:txBody>
      </p:sp>
    </p:spTree>
    <p:extLst>
      <p:ext uri="{BB962C8B-B14F-4D97-AF65-F5344CB8AC3E}">
        <p14:creationId xmlns:p14="http://schemas.microsoft.com/office/powerpoint/2010/main" val="159184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文本&#10;&#10;低可信度描述已自动生成">
            <a:extLst>
              <a:ext uri="{FF2B5EF4-FFF2-40B4-BE49-F238E27FC236}">
                <a16:creationId xmlns:a16="http://schemas.microsoft.com/office/drawing/2014/main" id="{954CE4A6-A2FC-65CA-40FC-855282C27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3851" y="1839655"/>
            <a:ext cx="5252466" cy="4032278"/>
          </a:xfrm>
          <a:prstGeom prst="rect">
            <a:avLst/>
          </a:prstGeom>
        </p:spPr>
      </p:pic>
      <p:sp>
        <p:nvSpPr>
          <p:cNvPr id="2" name="文本框 1">
            <a:extLst>
              <a:ext uri="{FF2B5EF4-FFF2-40B4-BE49-F238E27FC236}">
                <a16:creationId xmlns:a16="http://schemas.microsoft.com/office/drawing/2014/main" id="{2F06A826-9E28-28D7-178D-1525FFC9B165}"/>
              </a:ext>
            </a:extLst>
          </p:cNvPr>
          <p:cNvSpPr txBox="1"/>
          <p:nvPr/>
        </p:nvSpPr>
        <p:spPr>
          <a:xfrm>
            <a:off x="731520" y="1499616"/>
            <a:ext cx="6367780" cy="4273734"/>
          </a:xfrm>
          <a:prstGeom prst="rect">
            <a:avLst/>
          </a:prstGeom>
          <a:noFill/>
        </p:spPr>
        <p:txBody>
          <a:bodyPr wrap="square" rtlCol="0">
            <a:spAutoFit/>
          </a:bodyPr>
          <a:lstStyle/>
          <a:p>
            <a:pPr>
              <a:lnSpc>
                <a:spcPct val="150000"/>
              </a:lnSpc>
            </a:pPr>
            <a:r>
              <a:rPr lang="zh-CN" altLang="en-US" sz="4000" b="1" dirty="0"/>
              <a:t>研究价值与成果转化</a:t>
            </a:r>
            <a:endParaRPr lang="en-US" altLang="zh-CN" sz="2400" b="1" dirty="0"/>
          </a:p>
          <a:p>
            <a:pPr marL="342900" indent="-342900">
              <a:lnSpc>
                <a:spcPct val="150000"/>
              </a:lnSpc>
              <a:buFont typeface="Arial" panose="020B0604020202020204" pitchFamily="34" charset="0"/>
              <a:buChar char="•"/>
            </a:pPr>
            <a:endParaRPr lang="en-US" altLang="zh-CN" sz="2400" dirty="0"/>
          </a:p>
          <a:p>
            <a:pPr marL="342900" indent="-342900">
              <a:lnSpc>
                <a:spcPct val="150000"/>
              </a:lnSpc>
              <a:buFont typeface="Arial" panose="020B0604020202020204" pitchFamily="34" charset="0"/>
              <a:buChar char="•"/>
            </a:pPr>
            <a:r>
              <a:rPr lang="zh-CN" altLang="en-US" sz="2400" dirty="0"/>
              <a:t>提供相关建议，帮助国内人力资源市场快速复苏，</a:t>
            </a:r>
            <a:r>
              <a:rPr lang="zh-CN" altLang="en-US" sz="2400" b="1" dirty="0"/>
              <a:t>缓解</a:t>
            </a:r>
            <a:r>
              <a:rPr lang="zh-CN" altLang="en-US" sz="2400" dirty="0"/>
              <a:t>人才供求矛盾与高等教育内耗</a:t>
            </a:r>
            <a:endParaRPr lang="en-US" altLang="zh-CN" sz="2400" dirty="0"/>
          </a:p>
          <a:p>
            <a:pPr marL="342900" indent="-342900">
              <a:lnSpc>
                <a:spcPct val="150000"/>
              </a:lnSpc>
              <a:buFont typeface="Arial" panose="020B0604020202020204" pitchFamily="34" charset="0"/>
              <a:buChar char="•"/>
            </a:pPr>
            <a:r>
              <a:rPr lang="zh-CN" altLang="en-US" sz="2400" dirty="0"/>
              <a:t>预测本科生毕业去向未来变化，为应届生和人力资源部门提供提前规划的</a:t>
            </a:r>
            <a:r>
              <a:rPr lang="zh-CN" altLang="en-US" sz="2400" b="1" dirty="0"/>
              <a:t>参考</a:t>
            </a:r>
            <a:endParaRPr lang="en-US" altLang="zh-CN" sz="2400" b="1" dirty="0"/>
          </a:p>
          <a:p>
            <a:pPr marL="342900" indent="-342900">
              <a:lnSpc>
                <a:spcPct val="150000"/>
              </a:lnSpc>
              <a:buFont typeface="Arial" panose="020B0604020202020204" pitchFamily="34" charset="0"/>
              <a:buChar char="•"/>
            </a:pPr>
            <a:r>
              <a:rPr lang="zh-CN" altLang="en-US" sz="2400" b="1" dirty="0"/>
              <a:t>最终目标：最大化人才资源利用率</a:t>
            </a:r>
          </a:p>
        </p:txBody>
      </p:sp>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研究目的</a:t>
            </a:r>
          </a:p>
        </p:txBody>
      </p:sp>
    </p:spTree>
    <p:extLst>
      <p:ext uri="{BB962C8B-B14F-4D97-AF65-F5344CB8AC3E}">
        <p14:creationId xmlns:p14="http://schemas.microsoft.com/office/powerpoint/2010/main" val="1069633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p:cNvSpPr txBox="1">
            <a:spLocks/>
          </p:cNvSpPr>
          <p:nvPr/>
        </p:nvSpPr>
        <p:spPr>
          <a:xfrm>
            <a:off x="5943600" y="1908279"/>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研究方案</a:t>
            </a:r>
          </a:p>
        </p:txBody>
      </p:sp>
    </p:spTree>
    <p:extLst>
      <p:ext uri="{BB962C8B-B14F-4D97-AF65-F5344CB8AC3E}">
        <p14:creationId xmlns:p14="http://schemas.microsoft.com/office/powerpoint/2010/main" val="1885025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小白入门A/B Testing 之样本数- 掘金">
            <a:extLst>
              <a:ext uri="{FF2B5EF4-FFF2-40B4-BE49-F238E27FC236}">
                <a16:creationId xmlns:a16="http://schemas.microsoft.com/office/drawing/2014/main" id="{8FCEACFE-EB28-E288-F1B1-F05C6E0305C4}"/>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0" y="85621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小白入门A/B Testing 之样本数- 掘金">
            <a:extLst>
              <a:ext uri="{FF2B5EF4-FFF2-40B4-BE49-F238E27FC236}">
                <a16:creationId xmlns:a16="http://schemas.microsoft.com/office/drawing/2014/main" id="{8CC6CD35-ED91-06EC-1BF7-42080B5331C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3318839"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小白入门A/B Testing 之样本数- 掘金">
            <a:extLst>
              <a:ext uri="{FF2B5EF4-FFF2-40B4-BE49-F238E27FC236}">
                <a16:creationId xmlns:a16="http://schemas.microsoft.com/office/drawing/2014/main" id="{6BDD89DC-2895-9E5F-5532-701D9F254589}"/>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6637678"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小白入门A/B Testing 之样本数- 掘金">
            <a:extLst>
              <a:ext uri="{FF2B5EF4-FFF2-40B4-BE49-F238E27FC236}">
                <a16:creationId xmlns:a16="http://schemas.microsoft.com/office/drawing/2014/main" id="{AF8C49E1-CD74-E6CF-4D3E-3317988F7355}"/>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9956517" y="91224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小白入门A/B Testing 之样本数- 掘金">
            <a:extLst>
              <a:ext uri="{FF2B5EF4-FFF2-40B4-BE49-F238E27FC236}">
                <a16:creationId xmlns:a16="http://schemas.microsoft.com/office/drawing/2014/main" id="{3763CC23-331D-0BB5-F92F-FF1E67575528}"/>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1030290" y="299649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小白入门A/B Testing 之样本数- 掘金">
            <a:extLst>
              <a:ext uri="{FF2B5EF4-FFF2-40B4-BE49-F238E27FC236}">
                <a16:creationId xmlns:a16="http://schemas.microsoft.com/office/drawing/2014/main" id="{6007CD7A-5DD6-19BC-1FA3-B6632AEC0B3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2288549"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小白入门A/B Testing 之样本数- 掘金">
            <a:extLst>
              <a:ext uri="{FF2B5EF4-FFF2-40B4-BE49-F238E27FC236}">
                <a16:creationId xmlns:a16="http://schemas.microsoft.com/office/drawing/2014/main" id="{9D0CC68B-4A08-A403-7B1F-BF281EFCF64F}"/>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5607388"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小白入门A/B Testing 之样本数- 掘金">
            <a:extLst>
              <a:ext uri="{FF2B5EF4-FFF2-40B4-BE49-F238E27FC236}">
                <a16:creationId xmlns:a16="http://schemas.microsoft.com/office/drawing/2014/main" id="{A0924FB1-5649-B6E1-DC26-0BF992C2BCF0}"/>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8926227" y="305252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descr="小白入门A/B Testing 之样本数- 掘金">
            <a:extLst>
              <a:ext uri="{FF2B5EF4-FFF2-40B4-BE49-F238E27FC236}">
                <a16:creationId xmlns:a16="http://schemas.microsoft.com/office/drawing/2014/main" id="{B9C7AE12-F3A9-0AE7-7454-ED591ABE3DFD}"/>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0" y="5246811"/>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小白入门A/B Testing 之样本数- 掘金">
            <a:extLst>
              <a:ext uri="{FF2B5EF4-FFF2-40B4-BE49-F238E27FC236}">
                <a16:creationId xmlns:a16="http://schemas.microsoft.com/office/drawing/2014/main" id="{00B82110-13FE-1DC7-B697-9BEE74E1AAC8}"/>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3318839" y="5246810"/>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小白入门A/B Testing 之样本数- 掘金">
            <a:extLst>
              <a:ext uri="{FF2B5EF4-FFF2-40B4-BE49-F238E27FC236}">
                <a16:creationId xmlns:a16="http://schemas.microsoft.com/office/drawing/2014/main" id="{6B9FA92A-1EA6-66AE-EA30-2A8C1B9850EF}"/>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6637678" y="5246809"/>
            <a:ext cx="3265773" cy="135719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小白入门A/B Testing 之样本数- 掘金">
            <a:extLst>
              <a:ext uri="{FF2B5EF4-FFF2-40B4-BE49-F238E27FC236}">
                <a16:creationId xmlns:a16="http://schemas.microsoft.com/office/drawing/2014/main" id="{42BC98FB-95AD-ADD6-9D7B-D962434480B3}"/>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9956517" y="5302842"/>
            <a:ext cx="3265773" cy="1357190"/>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a:extLst>
              <a:ext uri="{FF2B5EF4-FFF2-40B4-BE49-F238E27FC236}">
                <a16:creationId xmlns:a16="http://schemas.microsoft.com/office/drawing/2014/main" id="{D827A90B-BA7D-CF45-A45D-94AC8F4E85D3}"/>
              </a:ext>
            </a:extLst>
          </p:cNvPr>
          <p:cNvSpPr/>
          <p:nvPr/>
        </p:nvSpPr>
        <p:spPr>
          <a:xfrm>
            <a:off x="19048" y="856210"/>
            <a:ext cx="12172952" cy="6001789"/>
          </a:xfrm>
          <a:prstGeom prst="rect">
            <a:avLst/>
          </a:prstGeom>
          <a:solidFill>
            <a:schemeClr val="bg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F06A826-9E28-28D7-178D-1525FFC9B165}"/>
              </a:ext>
            </a:extLst>
          </p:cNvPr>
          <p:cNvSpPr txBox="1"/>
          <p:nvPr/>
        </p:nvSpPr>
        <p:spPr>
          <a:xfrm>
            <a:off x="2917835" y="1384466"/>
            <a:ext cx="6303264" cy="4089068"/>
          </a:xfrm>
          <a:prstGeom prst="rect">
            <a:avLst/>
          </a:prstGeom>
          <a:noFill/>
        </p:spPr>
        <p:txBody>
          <a:bodyPr wrap="square" rtlCol="0">
            <a:spAutoFit/>
          </a:bodyPr>
          <a:lstStyle/>
          <a:p>
            <a:pPr algn="ctr">
              <a:lnSpc>
                <a:spcPct val="150000"/>
              </a:lnSpc>
            </a:pPr>
            <a:r>
              <a:rPr lang="zh-CN" altLang="en-US" sz="4000" b="1" dirty="0"/>
              <a:t>样本选取</a:t>
            </a:r>
            <a:endParaRPr lang="en-US" altLang="zh-CN" sz="2400" dirty="0"/>
          </a:p>
          <a:p>
            <a:pPr algn="ctr">
              <a:lnSpc>
                <a:spcPct val="150000"/>
              </a:lnSpc>
            </a:pPr>
            <a:r>
              <a:rPr lang="en-US" altLang="zh-CN" sz="2400" b="1" dirty="0"/>
              <a:t>2017-2022</a:t>
            </a:r>
            <a:r>
              <a:rPr lang="zh-CN" altLang="en-US" sz="2400" dirty="0"/>
              <a:t>届 </a:t>
            </a:r>
            <a:r>
              <a:rPr lang="zh-CN" altLang="en-US" sz="2400" b="1" dirty="0"/>
              <a:t>交大 </a:t>
            </a:r>
            <a:r>
              <a:rPr lang="zh-CN" altLang="en-US" sz="2400" dirty="0"/>
              <a:t>本科生（</a:t>
            </a:r>
            <a:r>
              <a:rPr lang="zh-CN" altLang="en-US" sz="2400" b="1" dirty="0"/>
              <a:t>抽样</a:t>
            </a:r>
            <a:r>
              <a:rPr lang="zh-CN" altLang="en-US" sz="2400" dirty="0"/>
              <a:t>）</a:t>
            </a:r>
            <a:endParaRPr lang="en-US" altLang="zh-CN" sz="2400" dirty="0"/>
          </a:p>
          <a:p>
            <a:pPr algn="ctr">
              <a:lnSpc>
                <a:spcPct val="150000"/>
              </a:lnSpc>
            </a:pPr>
            <a:r>
              <a:rPr lang="zh-CN" altLang="en-US" sz="4000" b="1" dirty="0"/>
              <a:t>样本处理</a:t>
            </a:r>
            <a:endParaRPr lang="en-US" altLang="zh-CN" sz="4000" b="1" dirty="0"/>
          </a:p>
          <a:p>
            <a:pPr marL="457200" indent="-457200" algn="ctr">
              <a:lnSpc>
                <a:spcPct val="150000"/>
              </a:lnSpc>
              <a:buFont typeface="+mj-lt"/>
              <a:buAutoNum type="arabicPeriod"/>
            </a:pPr>
            <a:r>
              <a:rPr lang="zh-CN" altLang="en-US" sz="2400" dirty="0"/>
              <a:t>使得各届</a:t>
            </a:r>
            <a:r>
              <a:rPr lang="zh-CN" altLang="en-US" sz="2400" b="1" dirty="0"/>
              <a:t>人数</a:t>
            </a:r>
            <a:r>
              <a:rPr lang="zh-CN" altLang="en-US" sz="2400" dirty="0"/>
              <a:t>基本</a:t>
            </a:r>
            <a:r>
              <a:rPr lang="zh-CN" altLang="en-US" sz="2400" b="1" dirty="0"/>
              <a:t>相同</a:t>
            </a:r>
            <a:endParaRPr lang="en-US" altLang="zh-CN" sz="2400" b="1" dirty="0"/>
          </a:p>
          <a:p>
            <a:pPr marL="457200" indent="-457200" algn="ctr">
              <a:lnSpc>
                <a:spcPct val="150000"/>
              </a:lnSpc>
              <a:buFont typeface="+mj-lt"/>
              <a:buAutoNum type="arabicPeriod"/>
            </a:pPr>
            <a:r>
              <a:rPr lang="zh-CN" altLang="en-US" sz="2400" dirty="0"/>
              <a:t>学院与重点专业</a:t>
            </a:r>
            <a:r>
              <a:rPr lang="zh-CN" altLang="en-US" sz="2400" b="1" dirty="0"/>
              <a:t>分布归一化</a:t>
            </a:r>
            <a:endParaRPr lang="en-US" altLang="zh-CN" sz="2400" b="1" dirty="0"/>
          </a:p>
          <a:p>
            <a:pPr marL="457200" indent="-457200" algn="ctr">
              <a:lnSpc>
                <a:spcPct val="150000"/>
              </a:lnSpc>
              <a:buFont typeface="+mj-lt"/>
              <a:buAutoNum type="arabicPeriod"/>
            </a:pPr>
            <a:r>
              <a:rPr lang="zh-CN" altLang="en-US" sz="2400" dirty="0"/>
              <a:t>与校方</a:t>
            </a:r>
            <a:r>
              <a:rPr lang="zh-CN" altLang="en-US" sz="2400" b="1" dirty="0"/>
              <a:t>存档</a:t>
            </a:r>
            <a:r>
              <a:rPr lang="zh-CN" altLang="en-US" sz="2400" dirty="0"/>
              <a:t>数据进行</a:t>
            </a:r>
            <a:r>
              <a:rPr lang="zh-CN" altLang="en-US" sz="2400" b="1" dirty="0"/>
              <a:t>比较</a:t>
            </a:r>
          </a:p>
        </p:txBody>
      </p:sp>
      <p:sp>
        <p:nvSpPr>
          <p:cNvPr id="45" name="文本占位符 11">
            <a:extLst>
              <a:ext uri="{FF2B5EF4-FFF2-40B4-BE49-F238E27FC236}">
                <a16:creationId xmlns:a16="http://schemas.microsoft.com/office/drawing/2014/main" id="{591DA5A2-4411-9A99-0C3B-559F0EDF3539}"/>
              </a:ext>
            </a:extLst>
          </p:cNvPr>
          <p:cNvSpPr txBox="1">
            <a:spLocks/>
          </p:cNvSpPr>
          <p:nvPr/>
        </p:nvSpPr>
        <p:spPr>
          <a:xfrm>
            <a:off x="3371849" y="-2325323"/>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51" name="文本占位符 11">
            <a:extLst>
              <a:ext uri="{FF2B5EF4-FFF2-40B4-BE49-F238E27FC236}">
                <a16:creationId xmlns:a16="http://schemas.microsoft.com/office/drawing/2014/main" id="{2737B95A-218E-028F-0095-B53363A488BD}"/>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graphicFrame>
        <p:nvGraphicFramePr>
          <p:cNvPr id="58" name="图表 57">
            <a:extLst>
              <a:ext uri="{FF2B5EF4-FFF2-40B4-BE49-F238E27FC236}">
                <a16:creationId xmlns:a16="http://schemas.microsoft.com/office/drawing/2014/main" id="{B3037272-6086-4045-2D6B-28592B1E09B4}"/>
              </a:ext>
            </a:extLst>
          </p:cNvPr>
          <p:cNvGraphicFramePr/>
          <p:nvPr>
            <p:extLst>
              <p:ext uri="{D42A27DB-BD31-4B8C-83A1-F6EECF244321}">
                <p14:modId xmlns:p14="http://schemas.microsoft.com/office/powerpoint/2010/main" val="369672772"/>
              </p:ext>
            </p:extLst>
          </p:nvPr>
        </p:nvGraphicFramePr>
        <p:xfrm>
          <a:off x="32349" y="6761331"/>
          <a:ext cx="3776983" cy="325637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55570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小白入门A/B Testing 之样本数- 掘金">
            <a:extLst>
              <a:ext uri="{FF2B5EF4-FFF2-40B4-BE49-F238E27FC236}">
                <a16:creationId xmlns:a16="http://schemas.microsoft.com/office/drawing/2014/main" id="{8FCEACFE-EB28-E288-F1B1-F05C6E0305C4}"/>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0" y="85621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小白入门A/B Testing 之样本数- 掘金">
            <a:extLst>
              <a:ext uri="{FF2B5EF4-FFF2-40B4-BE49-F238E27FC236}">
                <a16:creationId xmlns:a16="http://schemas.microsoft.com/office/drawing/2014/main" id="{8CC6CD35-ED91-06EC-1BF7-42080B5331C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3318839"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小白入门A/B Testing 之样本数- 掘金">
            <a:extLst>
              <a:ext uri="{FF2B5EF4-FFF2-40B4-BE49-F238E27FC236}">
                <a16:creationId xmlns:a16="http://schemas.microsoft.com/office/drawing/2014/main" id="{6BDD89DC-2895-9E5F-5532-701D9F254589}"/>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6637678"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小白入门A/B Testing 之样本数- 掘金">
            <a:extLst>
              <a:ext uri="{FF2B5EF4-FFF2-40B4-BE49-F238E27FC236}">
                <a16:creationId xmlns:a16="http://schemas.microsoft.com/office/drawing/2014/main" id="{AF8C49E1-CD74-E6CF-4D3E-3317988F7355}"/>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9956517" y="91224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小白入门A/B Testing 之样本数- 掘金">
            <a:extLst>
              <a:ext uri="{FF2B5EF4-FFF2-40B4-BE49-F238E27FC236}">
                <a16:creationId xmlns:a16="http://schemas.microsoft.com/office/drawing/2014/main" id="{3763CC23-331D-0BB5-F92F-FF1E67575528}"/>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1030290" y="299649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小白入门A/B Testing 之样本数- 掘金">
            <a:extLst>
              <a:ext uri="{FF2B5EF4-FFF2-40B4-BE49-F238E27FC236}">
                <a16:creationId xmlns:a16="http://schemas.microsoft.com/office/drawing/2014/main" id="{6007CD7A-5DD6-19BC-1FA3-B6632AEC0B3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2288549"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小白入门A/B Testing 之样本数- 掘金">
            <a:extLst>
              <a:ext uri="{FF2B5EF4-FFF2-40B4-BE49-F238E27FC236}">
                <a16:creationId xmlns:a16="http://schemas.microsoft.com/office/drawing/2014/main" id="{9D0CC68B-4A08-A403-7B1F-BF281EFCF64F}"/>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5607388"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小白入门A/B Testing 之样本数- 掘金">
            <a:extLst>
              <a:ext uri="{FF2B5EF4-FFF2-40B4-BE49-F238E27FC236}">
                <a16:creationId xmlns:a16="http://schemas.microsoft.com/office/drawing/2014/main" id="{A0924FB1-5649-B6E1-DC26-0BF992C2BCF0}"/>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8926227" y="305252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descr="小白入门A/B Testing 之样本数- 掘金">
            <a:extLst>
              <a:ext uri="{FF2B5EF4-FFF2-40B4-BE49-F238E27FC236}">
                <a16:creationId xmlns:a16="http://schemas.microsoft.com/office/drawing/2014/main" id="{B9C7AE12-F3A9-0AE7-7454-ED591ABE3DFD}"/>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0" y="5246811"/>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小白入门A/B Testing 之样本数- 掘金">
            <a:extLst>
              <a:ext uri="{FF2B5EF4-FFF2-40B4-BE49-F238E27FC236}">
                <a16:creationId xmlns:a16="http://schemas.microsoft.com/office/drawing/2014/main" id="{00B82110-13FE-1DC7-B697-9BEE74E1AAC8}"/>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3318839" y="5246810"/>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小白入门A/B Testing 之样本数- 掘金">
            <a:extLst>
              <a:ext uri="{FF2B5EF4-FFF2-40B4-BE49-F238E27FC236}">
                <a16:creationId xmlns:a16="http://schemas.microsoft.com/office/drawing/2014/main" id="{6B9FA92A-1EA6-66AE-EA30-2A8C1B9850EF}"/>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6637678" y="5246809"/>
            <a:ext cx="3265773" cy="135719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小白入门A/B Testing 之样本数- 掘金">
            <a:extLst>
              <a:ext uri="{FF2B5EF4-FFF2-40B4-BE49-F238E27FC236}">
                <a16:creationId xmlns:a16="http://schemas.microsoft.com/office/drawing/2014/main" id="{42BC98FB-95AD-ADD6-9D7B-D962434480B3}"/>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9956517" y="5302842"/>
            <a:ext cx="3265773" cy="1357190"/>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a:extLst>
              <a:ext uri="{FF2B5EF4-FFF2-40B4-BE49-F238E27FC236}">
                <a16:creationId xmlns:a16="http://schemas.microsoft.com/office/drawing/2014/main" id="{D827A90B-BA7D-CF45-A45D-94AC8F4E85D3}"/>
              </a:ext>
            </a:extLst>
          </p:cNvPr>
          <p:cNvSpPr/>
          <p:nvPr/>
        </p:nvSpPr>
        <p:spPr>
          <a:xfrm>
            <a:off x="19048" y="856210"/>
            <a:ext cx="12172952" cy="6001789"/>
          </a:xfrm>
          <a:prstGeom prst="rect">
            <a:avLst/>
          </a:prstGeom>
          <a:solidFill>
            <a:schemeClr val="bg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F06A826-9E28-28D7-178D-1525FFC9B165}"/>
              </a:ext>
            </a:extLst>
          </p:cNvPr>
          <p:cNvSpPr txBox="1"/>
          <p:nvPr/>
        </p:nvSpPr>
        <p:spPr>
          <a:xfrm>
            <a:off x="2917835" y="1384466"/>
            <a:ext cx="6303264" cy="4089068"/>
          </a:xfrm>
          <a:prstGeom prst="rect">
            <a:avLst/>
          </a:prstGeom>
          <a:noFill/>
        </p:spPr>
        <p:txBody>
          <a:bodyPr wrap="square" rtlCol="0">
            <a:spAutoFit/>
          </a:bodyPr>
          <a:lstStyle/>
          <a:p>
            <a:pPr algn="ctr">
              <a:lnSpc>
                <a:spcPct val="150000"/>
              </a:lnSpc>
            </a:pPr>
            <a:r>
              <a:rPr lang="zh-CN" altLang="en-US" sz="4000" b="1" dirty="0"/>
              <a:t>样本选取</a:t>
            </a:r>
            <a:endParaRPr lang="en-US" altLang="zh-CN" sz="2400" dirty="0"/>
          </a:p>
          <a:p>
            <a:pPr algn="ctr">
              <a:lnSpc>
                <a:spcPct val="150000"/>
              </a:lnSpc>
            </a:pPr>
            <a:r>
              <a:rPr lang="en-US" altLang="zh-CN" sz="2400" b="1" dirty="0"/>
              <a:t>2017-2022</a:t>
            </a:r>
            <a:r>
              <a:rPr lang="zh-CN" altLang="en-US" sz="2400" dirty="0"/>
              <a:t>届 </a:t>
            </a:r>
            <a:r>
              <a:rPr lang="zh-CN" altLang="en-US" sz="2400" b="1" dirty="0"/>
              <a:t>交大 </a:t>
            </a:r>
            <a:r>
              <a:rPr lang="zh-CN" altLang="en-US" sz="2400" dirty="0"/>
              <a:t>本科生（</a:t>
            </a:r>
            <a:r>
              <a:rPr lang="zh-CN" altLang="en-US" sz="2400" b="1" dirty="0"/>
              <a:t>抽样</a:t>
            </a:r>
            <a:r>
              <a:rPr lang="zh-CN" altLang="en-US" sz="2400" dirty="0"/>
              <a:t>）</a:t>
            </a:r>
            <a:endParaRPr lang="en-US" altLang="zh-CN" sz="2400" dirty="0"/>
          </a:p>
          <a:p>
            <a:pPr algn="ctr">
              <a:lnSpc>
                <a:spcPct val="150000"/>
              </a:lnSpc>
            </a:pPr>
            <a:r>
              <a:rPr lang="zh-CN" altLang="en-US" sz="4000" b="1" dirty="0"/>
              <a:t>样本处理</a:t>
            </a:r>
            <a:endParaRPr lang="en-US" altLang="zh-CN" sz="4000" b="1" dirty="0"/>
          </a:p>
          <a:p>
            <a:pPr marL="457200" indent="-457200" algn="ctr">
              <a:lnSpc>
                <a:spcPct val="150000"/>
              </a:lnSpc>
              <a:buFont typeface="+mj-lt"/>
              <a:buAutoNum type="arabicPeriod"/>
            </a:pPr>
            <a:r>
              <a:rPr lang="zh-CN" altLang="en-US" sz="2400" dirty="0"/>
              <a:t>使得各届</a:t>
            </a:r>
            <a:r>
              <a:rPr lang="zh-CN" altLang="en-US" sz="2400" b="1" dirty="0"/>
              <a:t>人数</a:t>
            </a:r>
            <a:r>
              <a:rPr lang="zh-CN" altLang="en-US" sz="2400" dirty="0"/>
              <a:t>基本</a:t>
            </a:r>
            <a:r>
              <a:rPr lang="zh-CN" altLang="en-US" sz="2400" b="1" dirty="0"/>
              <a:t>相同</a:t>
            </a:r>
            <a:endParaRPr lang="en-US" altLang="zh-CN" sz="2400" b="1" dirty="0"/>
          </a:p>
          <a:p>
            <a:pPr marL="457200" indent="-457200" algn="ctr">
              <a:lnSpc>
                <a:spcPct val="150000"/>
              </a:lnSpc>
              <a:buFont typeface="+mj-lt"/>
              <a:buAutoNum type="arabicPeriod"/>
            </a:pPr>
            <a:r>
              <a:rPr lang="zh-CN" altLang="en-US" sz="2400" dirty="0"/>
              <a:t>学院与重点专业</a:t>
            </a:r>
            <a:r>
              <a:rPr lang="zh-CN" altLang="en-US" sz="2400" b="1" dirty="0"/>
              <a:t>分布归一化</a:t>
            </a:r>
            <a:endParaRPr lang="en-US" altLang="zh-CN" sz="2400" b="1" dirty="0"/>
          </a:p>
          <a:p>
            <a:pPr marL="457200" indent="-457200" algn="ctr">
              <a:lnSpc>
                <a:spcPct val="150000"/>
              </a:lnSpc>
              <a:buFont typeface="+mj-lt"/>
              <a:buAutoNum type="arabicPeriod"/>
            </a:pPr>
            <a:r>
              <a:rPr lang="zh-CN" altLang="en-US" sz="2400" dirty="0"/>
              <a:t>与校方</a:t>
            </a:r>
            <a:r>
              <a:rPr lang="zh-CN" altLang="en-US" sz="2400" b="1" dirty="0"/>
              <a:t>存档</a:t>
            </a:r>
            <a:r>
              <a:rPr lang="zh-CN" altLang="en-US" sz="2400" dirty="0"/>
              <a:t>数据进行</a:t>
            </a:r>
            <a:r>
              <a:rPr lang="zh-CN" altLang="en-US" sz="2400" b="1" dirty="0"/>
              <a:t>比较</a:t>
            </a:r>
          </a:p>
        </p:txBody>
      </p:sp>
      <p:sp>
        <p:nvSpPr>
          <p:cNvPr id="45" name="文本占位符 11">
            <a:extLst>
              <a:ext uri="{FF2B5EF4-FFF2-40B4-BE49-F238E27FC236}">
                <a16:creationId xmlns:a16="http://schemas.microsoft.com/office/drawing/2014/main" id="{591DA5A2-4411-9A99-0C3B-559F0EDF3539}"/>
              </a:ext>
            </a:extLst>
          </p:cNvPr>
          <p:cNvSpPr txBox="1">
            <a:spLocks/>
          </p:cNvSpPr>
          <p:nvPr/>
        </p:nvSpPr>
        <p:spPr>
          <a:xfrm>
            <a:off x="3371849" y="-2325323"/>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51" name="文本占位符 11">
            <a:extLst>
              <a:ext uri="{FF2B5EF4-FFF2-40B4-BE49-F238E27FC236}">
                <a16:creationId xmlns:a16="http://schemas.microsoft.com/office/drawing/2014/main" id="{2737B95A-218E-028F-0095-B53363A488BD}"/>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graphicFrame>
        <p:nvGraphicFramePr>
          <p:cNvPr id="54" name="图表 53">
            <a:extLst>
              <a:ext uri="{FF2B5EF4-FFF2-40B4-BE49-F238E27FC236}">
                <a16:creationId xmlns:a16="http://schemas.microsoft.com/office/drawing/2014/main" id="{51910BA8-2E03-22F3-7449-2CD952C01423}"/>
              </a:ext>
            </a:extLst>
          </p:cNvPr>
          <p:cNvGraphicFramePr/>
          <p:nvPr>
            <p:extLst>
              <p:ext uri="{D42A27DB-BD31-4B8C-83A1-F6EECF244321}">
                <p14:modId xmlns:p14="http://schemas.microsoft.com/office/powerpoint/2010/main" val="2940334290"/>
              </p:ext>
            </p:extLst>
          </p:nvPr>
        </p:nvGraphicFramePr>
        <p:xfrm>
          <a:off x="169203" y="7356358"/>
          <a:ext cx="4132560" cy="32539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5" name="图表 54">
            <a:extLst>
              <a:ext uri="{FF2B5EF4-FFF2-40B4-BE49-F238E27FC236}">
                <a16:creationId xmlns:a16="http://schemas.microsoft.com/office/drawing/2014/main" id="{7BF380BF-0992-1620-B242-4F353D0540FF}"/>
              </a:ext>
            </a:extLst>
          </p:cNvPr>
          <p:cNvGraphicFramePr/>
          <p:nvPr>
            <p:extLst>
              <p:ext uri="{D42A27DB-BD31-4B8C-83A1-F6EECF244321}">
                <p14:modId xmlns:p14="http://schemas.microsoft.com/office/powerpoint/2010/main" val="1628971510"/>
              </p:ext>
            </p:extLst>
          </p:nvPr>
        </p:nvGraphicFramePr>
        <p:xfrm>
          <a:off x="8019967" y="7283123"/>
          <a:ext cx="4132560" cy="325390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8" name="图表 57">
            <a:extLst>
              <a:ext uri="{FF2B5EF4-FFF2-40B4-BE49-F238E27FC236}">
                <a16:creationId xmlns:a16="http://schemas.microsoft.com/office/drawing/2014/main" id="{B3037272-6086-4045-2D6B-28592B1E09B4}"/>
              </a:ext>
            </a:extLst>
          </p:cNvPr>
          <p:cNvGraphicFramePr/>
          <p:nvPr>
            <p:extLst>
              <p:ext uri="{D42A27DB-BD31-4B8C-83A1-F6EECF244321}">
                <p14:modId xmlns:p14="http://schemas.microsoft.com/office/powerpoint/2010/main" val="3505460162"/>
              </p:ext>
            </p:extLst>
          </p:nvPr>
        </p:nvGraphicFramePr>
        <p:xfrm>
          <a:off x="32349" y="2100431"/>
          <a:ext cx="3776983" cy="325637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11004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小白入门A/B Testing 之样本数- 掘金">
            <a:extLst>
              <a:ext uri="{FF2B5EF4-FFF2-40B4-BE49-F238E27FC236}">
                <a16:creationId xmlns:a16="http://schemas.microsoft.com/office/drawing/2014/main" id="{8FCEACFE-EB28-E288-F1B1-F05C6E0305C4}"/>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0" y="85621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小白入门A/B Testing 之样本数- 掘金">
            <a:extLst>
              <a:ext uri="{FF2B5EF4-FFF2-40B4-BE49-F238E27FC236}">
                <a16:creationId xmlns:a16="http://schemas.microsoft.com/office/drawing/2014/main" id="{8CC6CD35-ED91-06EC-1BF7-42080B5331C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3318839"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小白入门A/B Testing 之样本数- 掘金">
            <a:extLst>
              <a:ext uri="{FF2B5EF4-FFF2-40B4-BE49-F238E27FC236}">
                <a16:creationId xmlns:a16="http://schemas.microsoft.com/office/drawing/2014/main" id="{6BDD89DC-2895-9E5F-5532-701D9F254589}"/>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6637678"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小白入门A/B Testing 之样本数- 掘金">
            <a:extLst>
              <a:ext uri="{FF2B5EF4-FFF2-40B4-BE49-F238E27FC236}">
                <a16:creationId xmlns:a16="http://schemas.microsoft.com/office/drawing/2014/main" id="{AF8C49E1-CD74-E6CF-4D3E-3317988F7355}"/>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9956517" y="91224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小白入门A/B Testing 之样本数- 掘金">
            <a:extLst>
              <a:ext uri="{FF2B5EF4-FFF2-40B4-BE49-F238E27FC236}">
                <a16:creationId xmlns:a16="http://schemas.microsoft.com/office/drawing/2014/main" id="{3763CC23-331D-0BB5-F92F-FF1E67575528}"/>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1030290" y="299649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小白入门A/B Testing 之样本数- 掘金">
            <a:extLst>
              <a:ext uri="{FF2B5EF4-FFF2-40B4-BE49-F238E27FC236}">
                <a16:creationId xmlns:a16="http://schemas.microsoft.com/office/drawing/2014/main" id="{6007CD7A-5DD6-19BC-1FA3-B6632AEC0B3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2288549"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小白入门A/B Testing 之样本数- 掘金">
            <a:extLst>
              <a:ext uri="{FF2B5EF4-FFF2-40B4-BE49-F238E27FC236}">
                <a16:creationId xmlns:a16="http://schemas.microsoft.com/office/drawing/2014/main" id="{9D0CC68B-4A08-A403-7B1F-BF281EFCF64F}"/>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5607388"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小白入门A/B Testing 之样本数- 掘金">
            <a:extLst>
              <a:ext uri="{FF2B5EF4-FFF2-40B4-BE49-F238E27FC236}">
                <a16:creationId xmlns:a16="http://schemas.microsoft.com/office/drawing/2014/main" id="{A0924FB1-5649-B6E1-DC26-0BF992C2BCF0}"/>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8926227" y="305252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descr="小白入门A/B Testing 之样本数- 掘金">
            <a:extLst>
              <a:ext uri="{FF2B5EF4-FFF2-40B4-BE49-F238E27FC236}">
                <a16:creationId xmlns:a16="http://schemas.microsoft.com/office/drawing/2014/main" id="{B9C7AE12-F3A9-0AE7-7454-ED591ABE3DFD}"/>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0" y="5246811"/>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小白入门A/B Testing 之样本数- 掘金">
            <a:extLst>
              <a:ext uri="{FF2B5EF4-FFF2-40B4-BE49-F238E27FC236}">
                <a16:creationId xmlns:a16="http://schemas.microsoft.com/office/drawing/2014/main" id="{00B82110-13FE-1DC7-B697-9BEE74E1AAC8}"/>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3318839" y="5246810"/>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小白入门A/B Testing 之样本数- 掘金">
            <a:extLst>
              <a:ext uri="{FF2B5EF4-FFF2-40B4-BE49-F238E27FC236}">
                <a16:creationId xmlns:a16="http://schemas.microsoft.com/office/drawing/2014/main" id="{6B9FA92A-1EA6-66AE-EA30-2A8C1B9850EF}"/>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6637678" y="5246809"/>
            <a:ext cx="3265773" cy="135719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小白入门A/B Testing 之样本数- 掘金">
            <a:extLst>
              <a:ext uri="{FF2B5EF4-FFF2-40B4-BE49-F238E27FC236}">
                <a16:creationId xmlns:a16="http://schemas.microsoft.com/office/drawing/2014/main" id="{42BC98FB-95AD-ADD6-9D7B-D962434480B3}"/>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9956517" y="5302842"/>
            <a:ext cx="3265773" cy="1357190"/>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a:extLst>
              <a:ext uri="{FF2B5EF4-FFF2-40B4-BE49-F238E27FC236}">
                <a16:creationId xmlns:a16="http://schemas.microsoft.com/office/drawing/2014/main" id="{D827A90B-BA7D-CF45-A45D-94AC8F4E85D3}"/>
              </a:ext>
            </a:extLst>
          </p:cNvPr>
          <p:cNvSpPr/>
          <p:nvPr/>
        </p:nvSpPr>
        <p:spPr>
          <a:xfrm>
            <a:off x="19048" y="856210"/>
            <a:ext cx="12172952" cy="6001789"/>
          </a:xfrm>
          <a:prstGeom prst="rect">
            <a:avLst/>
          </a:prstGeom>
          <a:solidFill>
            <a:schemeClr val="bg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F06A826-9E28-28D7-178D-1525FFC9B165}"/>
              </a:ext>
            </a:extLst>
          </p:cNvPr>
          <p:cNvSpPr txBox="1"/>
          <p:nvPr/>
        </p:nvSpPr>
        <p:spPr>
          <a:xfrm>
            <a:off x="2917835" y="1384466"/>
            <a:ext cx="6303264" cy="4089068"/>
          </a:xfrm>
          <a:prstGeom prst="rect">
            <a:avLst/>
          </a:prstGeom>
          <a:noFill/>
        </p:spPr>
        <p:txBody>
          <a:bodyPr wrap="square" rtlCol="0">
            <a:spAutoFit/>
          </a:bodyPr>
          <a:lstStyle/>
          <a:p>
            <a:pPr algn="ctr">
              <a:lnSpc>
                <a:spcPct val="150000"/>
              </a:lnSpc>
            </a:pPr>
            <a:r>
              <a:rPr lang="zh-CN" altLang="en-US" sz="4000" b="1" dirty="0"/>
              <a:t>样本选取</a:t>
            </a:r>
            <a:endParaRPr lang="en-US" altLang="zh-CN" sz="2400" dirty="0"/>
          </a:p>
          <a:p>
            <a:pPr algn="ctr">
              <a:lnSpc>
                <a:spcPct val="150000"/>
              </a:lnSpc>
            </a:pPr>
            <a:r>
              <a:rPr lang="en-US" altLang="zh-CN" sz="2400" b="1" dirty="0"/>
              <a:t>2017-2022</a:t>
            </a:r>
            <a:r>
              <a:rPr lang="zh-CN" altLang="en-US" sz="2400" dirty="0"/>
              <a:t>届 </a:t>
            </a:r>
            <a:r>
              <a:rPr lang="zh-CN" altLang="en-US" sz="2400" b="1" dirty="0"/>
              <a:t>交大 </a:t>
            </a:r>
            <a:r>
              <a:rPr lang="zh-CN" altLang="en-US" sz="2400" dirty="0"/>
              <a:t>本科生（</a:t>
            </a:r>
            <a:r>
              <a:rPr lang="zh-CN" altLang="en-US" sz="2400" b="1" dirty="0"/>
              <a:t>抽样</a:t>
            </a:r>
            <a:r>
              <a:rPr lang="zh-CN" altLang="en-US" sz="2400" dirty="0"/>
              <a:t>）</a:t>
            </a:r>
            <a:endParaRPr lang="en-US" altLang="zh-CN" sz="2400" dirty="0"/>
          </a:p>
          <a:p>
            <a:pPr algn="ctr">
              <a:lnSpc>
                <a:spcPct val="150000"/>
              </a:lnSpc>
            </a:pPr>
            <a:r>
              <a:rPr lang="zh-CN" altLang="en-US" sz="4000" b="1" dirty="0"/>
              <a:t>样本处理</a:t>
            </a:r>
            <a:endParaRPr lang="en-US" altLang="zh-CN" sz="4000" b="1" dirty="0"/>
          </a:p>
          <a:p>
            <a:pPr marL="457200" indent="-457200" algn="ctr">
              <a:lnSpc>
                <a:spcPct val="150000"/>
              </a:lnSpc>
              <a:buFont typeface="+mj-lt"/>
              <a:buAutoNum type="arabicPeriod"/>
            </a:pPr>
            <a:r>
              <a:rPr lang="zh-CN" altLang="en-US" sz="2400" dirty="0"/>
              <a:t>使得各届</a:t>
            </a:r>
            <a:r>
              <a:rPr lang="zh-CN" altLang="en-US" sz="2400" b="1" dirty="0"/>
              <a:t>人数</a:t>
            </a:r>
            <a:r>
              <a:rPr lang="zh-CN" altLang="en-US" sz="2400" dirty="0"/>
              <a:t>基本</a:t>
            </a:r>
            <a:r>
              <a:rPr lang="zh-CN" altLang="en-US" sz="2400" b="1" dirty="0"/>
              <a:t>相同</a:t>
            </a:r>
            <a:endParaRPr lang="en-US" altLang="zh-CN" sz="2400" b="1" dirty="0"/>
          </a:p>
          <a:p>
            <a:pPr marL="457200" indent="-457200" algn="ctr">
              <a:lnSpc>
                <a:spcPct val="150000"/>
              </a:lnSpc>
              <a:buFont typeface="+mj-lt"/>
              <a:buAutoNum type="arabicPeriod"/>
            </a:pPr>
            <a:r>
              <a:rPr lang="zh-CN" altLang="en-US" sz="2400" dirty="0"/>
              <a:t>学院与重点专业</a:t>
            </a:r>
            <a:r>
              <a:rPr lang="zh-CN" altLang="en-US" sz="2400" b="1" dirty="0"/>
              <a:t>分布归一化</a:t>
            </a:r>
            <a:endParaRPr lang="en-US" altLang="zh-CN" sz="2400" b="1" dirty="0"/>
          </a:p>
          <a:p>
            <a:pPr marL="457200" indent="-457200" algn="ctr">
              <a:lnSpc>
                <a:spcPct val="150000"/>
              </a:lnSpc>
              <a:buFont typeface="+mj-lt"/>
              <a:buAutoNum type="arabicPeriod"/>
            </a:pPr>
            <a:r>
              <a:rPr lang="zh-CN" altLang="en-US" sz="2400" dirty="0"/>
              <a:t>与校方</a:t>
            </a:r>
            <a:r>
              <a:rPr lang="zh-CN" altLang="en-US" sz="2400" b="1" dirty="0"/>
              <a:t>存档</a:t>
            </a:r>
            <a:r>
              <a:rPr lang="zh-CN" altLang="en-US" sz="2400" dirty="0"/>
              <a:t>数据进行</a:t>
            </a:r>
            <a:r>
              <a:rPr lang="zh-CN" altLang="en-US" sz="2400" b="1" dirty="0"/>
              <a:t>比较</a:t>
            </a:r>
          </a:p>
        </p:txBody>
      </p:sp>
      <p:sp>
        <p:nvSpPr>
          <p:cNvPr id="45" name="文本占位符 11">
            <a:extLst>
              <a:ext uri="{FF2B5EF4-FFF2-40B4-BE49-F238E27FC236}">
                <a16:creationId xmlns:a16="http://schemas.microsoft.com/office/drawing/2014/main" id="{591DA5A2-4411-9A99-0C3B-559F0EDF3539}"/>
              </a:ext>
            </a:extLst>
          </p:cNvPr>
          <p:cNvSpPr txBox="1">
            <a:spLocks/>
          </p:cNvSpPr>
          <p:nvPr/>
        </p:nvSpPr>
        <p:spPr>
          <a:xfrm>
            <a:off x="3371849" y="-2325323"/>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51" name="文本占位符 11">
            <a:extLst>
              <a:ext uri="{FF2B5EF4-FFF2-40B4-BE49-F238E27FC236}">
                <a16:creationId xmlns:a16="http://schemas.microsoft.com/office/drawing/2014/main" id="{2737B95A-218E-028F-0095-B53363A488BD}"/>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graphicFrame>
        <p:nvGraphicFramePr>
          <p:cNvPr id="54" name="图表 53">
            <a:extLst>
              <a:ext uri="{FF2B5EF4-FFF2-40B4-BE49-F238E27FC236}">
                <a16:creationId xmlns:a16="http://schemas.microsoft.com/office/drawing/2014/main" id="{51910BA8-2E03-22F3-7449-2CD952C01423}"/>
              </a:ext>
            </a:extLst>
          </p:cNvPr>
          <p:cNvGraphicFramePr/>
          <p:nvPr/>
        </p:nvGraphicFramePr>
        <p:xfrm>
          <a:off x="169203" y="1895358"/>
          <a:ext cx="4132560" cy="32539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5" name="图表 54">
            <a:extLst>
              <a:ext uri="{FF2B5EF4-FFF2-40B4-BE49-F238E27FC236}">
                <a16:creationId xmlns:a16="http://schemas.microsoft.com/office/drawing/2014/main" id="{7BF380BF-0992-1620-B242-4F353D0540FF}"/>
              </a:ext>
            </a:extLst>
          </p:cNvPr>
          <p:cNvGraphicFramePr/>
          <p:nvPr/>
        </p:nvGraphicFramePr>
        <p:xfrm>
          <a:off x="8019967" y="1822123"/>
          <a:ext cx="4132560" cy="325390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图表 2">
            <a:extLst>
              <a:ext uri="{FF2B5EF4-FFF2-40B4-BE49-F238E27FC236}">
                <a16:creationId xmlns:a16="http://schemas.microsoft.com/office/drawing/2014/main" id="{08E46194-93DA-7CDB-AE29-E3751BFF2205}"/>
              </a:ext>
            </a:extLst>
          </p:cNvPr>
          <p:cNvGraphicFramePr/>
          <p:nvPr>
            <p:extLst>
              <p:ext uri="{D42A27DB-BD31-4B8C-83A1-F6EECF244321}">
                <p14:modId xmlns:p14="http://schemas.microsoft.com/office/powerpoint/2010/main" val="765575853"/>
              </p:ext>
            </p:extLst>
          </p:nvPr>
        </p:nvGraphicFramePr>
        <p:xfrm>
          <a:off x="32349" y="-3284369"/>
          <a:ext cx="3776983" cy="325637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表格 3">
            <a:extLst>
              <a:ext uri="{FF2B5EF4-FFF2-40B4-BE49-F238E27FC236}">
                <a16:creationId xmlns:a16="http://schemas.microsoft.com/office/drawing/2014/main" id="{B36CB5FD-0219-FCDE-7E75-A62A37C04D81}"/>
              </a:ext>
            </a:extLst>
          </p:cNvPr>
          <p:cNvGraphicFramePr>
            <a:graphicFrameLocks noGrp="1"/>
          </p:cNvGraphicFramePr>
          <p:nvPr>
            <p:extLst>
              <p:ext uri="{D42A27DB-BD31-4B8C-83A1-F6EECF244321}">
                <p14:modId xmlns:p14="http://schemas.microsoft.com/office/powerpoint/2010/main" val="4170028175"/>
              </p:ext>
            </p:extLst>
          </p:nvPr>
        </p:nvGraphicFramePr>
        <p:xfrm>
          <a:off x="222269" y="7241023"/>
          <a:ext cx="3498831" cy="1725360"/>
        </p:xfrm>
        <a:graphic>
          <a:graphicData uri="http://schemas.openxmlformats.org/drawingml/2006/table">
            <a:tbl>
              <a:tblPr firstRow="1" bandRow="1">
                <a:tableStyleId>{5C22544A-7EE6-4342-B048-85BDC9FD1C3A}</a:tableStyleId>
              </a:tblPr>
              <a:tblGrid>
                <a:gridCol w="1123931">
                  <a:extLst>
                    <a:ext uri="{9D8B030D-6E8A-4147-A177-3AD203B41FA5}">
                      <a16:colId xmlns:a16="http://schemas.microsoft.com/office/drawing/2014/main" val="104970801"/>
                    </a:ext>
                  </a:extLst>
                </a:gridCol>
                <a:gridCol w="787400">
                  <a:extLst>
                    <a:ext uri="{9D8B030D-6E8A-4147-A177-3AD203B41FA5}">
                      <a16:colId xmlns:a16="http://schemas.microsoft.com/office/drawing/2014/main" val="936325623"/>
                    </a:ext>
                  </a:extLst>
                </a:gridCol>
                <a:gridCol w="736600">
                  <a:extLst>
                    <a:ext uri="{9D8B030D-6E8A-4147-A177-3AD203B41FA5}">
                      <a16:colId xmlns:a16="http://schemas.microsoft.com/office/drawing/2014/main" val="1216478457"/>
                    </a:ext>
                  </a:extLst>
                </a:gridCol>
                <a:gridCol w="850900">
                  <a:extLst>
                    <a:ext uri="{9D8B030D-6E8A-4147-A177-3AD203B41FA5}">
                      <a16:colId xmlns:a16="http://schemas.microsoft.com/office/drawing/2014/main" val="2002945581"/>
                    </a:ext>
                  </a:extLst>
                </a:gridCol>
              </a:tblGrid>
              <a:tr h="431340">
                <a:tc>
                  <a:txBody>
                    <a:bodyPr/>
                    <a:lstStyle/>
                    <a:p>
                      <a:pPr algn="ctr"/>
                      <a:r>
                        <a:rPr lang="zh-CN" altLang="en-US" dirty="0"/>
                        <a:t>调查数据</a:t>
                      </a:r>
                    </a:p>
                  </a:txBody>
                  <a:tcPr/>
                </a:tc>
                <a:tc>
                  <a:txBody>
                    <a:bodyPr/>
                    <a:lstStyle/>
                    <a:p>
                      <a:pPr algn="ctr"/>
                      <a:r>
                        <a:rPr lang="zh-CN" altLang="en-US" dirty="0"/>
                        <a:t>就业</a:t>
                      </a:r>
                      <a:endParaRPr lang="en-US" altLang="zh-CN" dirty="0"/>
                    </a:p>
                  </a:txBody>
                  <a:tcPr/>
                </a:tc>
                <a:tc>
                  <a:txBody>
                    <a:bodyPr/>
                    <a:lstStyle/>
                    <a:p>
                      <a:pPr algn="ctr"/>
                      <a:r>
                        <a:rPr lang="zh-CN" altLang="en-US" dirty="0"/>
                        <a:t>升学</a:t>
                      </a:r>
                      <a:endParaRPr lang="en-US" altLang="zh-CN" dirty="0"/>
                    </a:p>
                  </a:txBody>
                  <a:tcPr/>
                </a:tc>
                <a:tc>
                  <a:txBody>
                    <a:bodyPr/>
                    <a:lstStyle/>
                    <a:p>
                      <a:pPr algn="ctr"/>
                      <a:r>
                        <a:rPr lang="zh-CN" altLang="en-US" dirty="0"/>
                        <a:t>留学</a:t>
                      </a:r>
                      <a:endParaRPr lang="en-US" altLang="zh-CN" dirty="0"/>
                    </a:p>
                  </a:txBody>
                  <a:tcPr/>
                </a:tc>
                <a:extLst>
                  <a:ext uri="{0D108BD9-81ED-4DB2-BD59-A6C34878D82A}">
                    <a16:rowId xmlns:a16="http://schemas.microsoft.com/office/drawing/2014/main" val="2173596768"/>
                  </a:ext>
                </a:extLst>
              </a:tr>
              <a:tr h="431340">
                <a:tc>
                  <a:txBody>
                    <a:bodyPr/>
                    <a:lstStyle/>
                    <a:p>
                      <a:pPr algn="ctr"/>
                      <a:r>
                        <a:rPr lang="en-US" altLang="zh-CN" dirty="0"/>
                        <a:t>2017</a:t>
                      </a:r>
                      <a:endParaRPr lang="zh-CN" altLang="en-US" dirty="0"/>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2373434106"/>
                  </a:ext>
                </a:extLst>
              </a:tr>
              <a:tr h="431340">
                <a:tc>
                  <a:txBody>
                    <a:bodyPr/>
                    <a:lstStyle/>
                    <a:p>
                      <a:pPr algn="ctr"/>
                      <a:r>
                        <a:rPr lang="en-US" altLang="zh-CN" dirty="0"/>
                        <a:t>2019</a:t>
                      </a:r>
                      <a:endParaRPr lang="zh-CN" altLang="en-US" dirty="0"/>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extLst>
                  <a:ext uri="{0D108BD9-81ED-4DB2-BD59-A6C34878D82A}">
                    <a16:rowId xmlns:a16="http://schemas.microsoft.com/office/drawing/2014/main" val="2214873627"/>
                  </a:ext>
                </a:extLst>
              </a:tr>
              <a:tr h="431340">
                <a:tc>
                  <a:txBody>
                    <a:bodyPr/>
                    <a:lstStyle/>
                    <a:p>
                      <a:pPr algn="ctr"/>
                      <a:r>
                        <a:rPr lang="en-US" altLang="zh-CN" dirty="0"/>
                        <a:t>2021</a:t>
                      </a:r>
                      <a:endParaRPr lang="zh-CN" altLang="en-US" dirty="0"/>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1766988299"/>
                  </a:ext>
                </a:extLst>
              </a:tr>
            </a:tbl>
          </a:graphicData>
        </a:graphic>
      </p:graphicFrame>
      <p:graphicFrame>
        <p:nvGraphicFramePr>
          <p:cNvPr id="6" name="表格 5">
            <a:extLst>
              <a:ext uri="{FF2B5EF4-FFF2-40B4-BE49-F238E27FC236}">
                <a16:creationId xmlns:a16="http://schemas.microsoft.com/office/drawing/2014/main" id="{4F88251A-06FA-2C88-B308-6F71AB6B41E2}"/>
              </a:ext>
            </a:extLst>
          </p:cNvPr>
          <p:cNvGraphicFramePr>
            <a:graphicFrameLocks noGrp="1"/>
          </p:cNvGraphicFramePr>
          <p:nvPr>
            <p:extLst>
              <p:ext uri="{D42A27DB-BD31-4B8C-83A1-F6EECF244321}">
                <p14:modId xmlns:p14="http://schemas.microsoft.com/office/powerpoint/2010/main" val="800437446"/>
              </p:ext>
            </p:extLst>
          </p:nvPr>
        </p:nvGraphicFramePr>
        <p:xfrm>
          <a:off x="8470902" y="7240193"/>
          <a:ext cx="3498831" cy="1725360"/>
        </p:xfrm>
        <a:graphic>
          <a:graphicData uri="http://schemas.openxmlformats.org/drawingml/2006/table">
            <a:tbl>
              <a:tblPr firstRow="1" bandRow="1">
                <a:tableStyleId>{5C22544A-7EE6-4342-B048-85BDC9FD1C3A}</a:tableStyleId>
              </a:tblPr>
              <a:tblGrid>
                <a:gridCol w="1123931">
                  <a:extLst>
                    <a:ext uri="{9D8B030D-6E8A-4147-A177-3AD203B41FA5}">
                      <a16:colId xmlns:a16="http://schemas.microsoft.com/office/drawing/2014/main" val="104970801"/>
                    </a:ext>
                  </a:extLst>
                </a:gridCol>
                <a:gridCol w="787400">
                  <a:extLst>
                    <a:ext uri="{9D8B030D-6E8A-4147-A177-3AD203B41FA5}">
                      <a16:colId xmlns:a16="http://schemas.microsoft.com/office/drawing/2014/main" val="936325623"/>
                    </a:ext>
                  </a:extLst>
                </a:gridCol>
                <a:gridCol w="736600">
                  <a:extLst>
                    <a:ext uri="{9D8B030D-6E8A-4147-A177-3AD203B41FA5}">
                      <a16:colId xmlns:a16="http://schemas.microsoft.com/office/drawing/2014/main" val="1216478457"/>
                    </a:ext>
                  </a:extLst>
                </a:gridCol>
                <a:gridCol w="850900">
                  <a:extLst>
                    <a:ext uri="{9D8B030D-6E8A-4147-A177-3AD203B41FA5}">
                      <a16:colId xmlns:a16="http://schemas.microsoft.com/office/drawing/2014/main" val="2002945581"/>
                    </a:ext>
                  </a:extLst>
                </a:gridCol>
              </a:tblGrid>
              <a:tr h="431340">
                <a:tc>
                  <a:txBody>
                    <a:bodyPr/>
                    <a:lstStyle/>
                    <a:p>
                      <a:pPr algn="ctr"/>
                      <a:r>
                        <a:rPr lang="zh-CN" altLang="en-US" dirty="0"/>
                        <a:t>校方存档</a:t>
                      </a:r>
                    </a:p>
                  </a:txBody>
                  <a:tcPr/>
                </a:tc>
                <a:tc>
                  <a:txBody>
                    <a:bodyPr/>
                    <a:lstStyle/>
                    <a:p>
                      <a:pPr algn="ctr"/>
                      <a:r>
                        <a:rPr lang="zh-CN" altLang="en-US" dirty="0"/>
                        <a:t>就业</a:t>
                      </a:r>
                      <a:endParaRPr lang="en-US" altLang="zh-CN" dirty="0"/>
                    </a:p>
                  </a:txBody>
                  <a:tcPr/>
                </a:tc>
                <a:tc>
                  <a:txBody>
                    <a:bodyPr/>
                    <a:lstStyle/>
                    <a:p>
                      <a:pPr algn="ctr"/>
                      <a:r>
                        <a:rPr lang="zh-CN" altLang="en-US" dirty="0"/>
                        <a:t>升学</a:t>
                      </a:r>
                      <a:endParaRPr lang="en-US" altLang="zh-CN" dirty="0"/>
                    </a:p>
                  </a:txBody>
                  <a:tcPr/>
                </a:tc>
                <a:tc>
                  <a:txBody>
                    <a:bodyPr/>
                    <a:lstStyle/>
                    <a:p>
                      <a:pPr algn="ctr"/>
                      <a:r>
                        <a:rPr lang="zh-CN" altLang="en-US" dirty="0"/>
                        <a:t>留学</a:t>
                      </a:r>
                      <a:endParaRPr lang="en-US" altLang="zh-CN" dirty="0"/>
                    </a:p>
                  </a:txBody>
                  <a:tcPr/>
                </a:tc>
                <a:extLst>
                  <a:ext uri="{0D108BD9-81ED-4DB2-BD59-A6C34878D82A}">
                    <a16:rowId xmlns:a16="http://schemas.microsoft.com/office/drawing/2014/main" val="2173596768"/>
                  </a:ext>
                </a:extLst>
              </a:tr>
              <a:tr h="431340">
                <a:tc>
                  <a:txBody>
                    <a:bodyPr/>
                    <a:lstStyle/>
                    <a:p>
                      <a:pPr algn="ctr"/>
                      <a:r>
                        <a:rPr lang="en-US" altLang="zh-CN" dirty="0"/>
                        <a:t>2017</a:t>
                      </a:r>
                      <a:endParaRPr lang="zh-CN" altLang="en-US" dirty="0"/>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2373434106"/>
                  </a:ext>
                </a:extLst>
              </a:tr>
              <a:tr h="431340">
                <a:tc>
                  <a:txBody>
                    <a:bodyPr/>
                    <a:lstStyle/>
                    <a:p>
                      <a:pPr algn="ctr"/>
                      <a:r>
                        <a:rPr lang="en-US" altLang="zh-CN" dirty="0"/>
                        <a:t>2019</a:t>
                      </a:r>
                      <a:endParaRPr lang="zh-CN" altLang="en-US" dirty="0"/>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extLst>
                  <a:ext uri="{0D108BD9-81ED-4DB2-BD59-A6C34878D82A}">
                    <a16:rowId xmlns:a16="http://schemas.microsoft.com/office/drawing/2014/main" val="2214873627"/>
                  </a:ext>
                </a:extLst>
              </a:tr>
              <a:tr h="431340">
                <a:tc>
                  <a:txBody>
                    <a:bodyPr/>
                    <a:lstStyle/>
                    <a:p>
                      <a:pPr algn="ctr"/>
                      <a:r>
                        <a:rPr lang="en-US" altLang="zh-CN" dirty="0"/>
                        <a:t>2021</a:t>
                      </a:r>
                      <a:endParaRPr lang="zh-CN" altLang="en-US" dirty="0"/>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1766988299"/>
                  </a:ext>
                </a:extLst>
              </a:tr>
            </a:tbl>
          </a:graphicData>
        </a:graphic>
      </p:graphicFrame>
    </p:spTree>
    <p:extLst>
      <p:ext uri="{BB962C8B-B14F-4D97-AF65-F5344CB8AC3E}">
        <p14:creationId xmlns:p14="http://schemas.microsoft.com/office/powerpoint/2010/main" val="967142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小白入门A/B Testing 之样本数- 掘金">
            <a:extLst>
              <a:ext uri="{FF2B5EF4-FFF2-40B4-BE49-F238E27FC236}">
                <a16:creationId xmlns:a16="http://schemas.microsoft.com/office/drawing/2014/main" id="{8FCEACFE-EB28-E288-F1B1-F05C6E0305C4}"/>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0" y="85621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小白入门A/B Testing 之样本数- 掘金">
            <a:extLst>
              <a:ext uri="{FF2B5EF4-FFF2-40B4-BE49-F238E27FC236}">
                <a16:creationId xmlns:a16="http://schemas.microsoft.com/office/drawing/2014/main" id="{8CC6CD35-ED91-06EC-1BF7-42080B5331C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3318839"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小白入门A/B Testing 之样本数- 掘金">
            <a:extLst>
              <a:ext uri="{FF2B5EF4-FFF2-40B4-BE49-F238E27FC236}">
                <a16:creationId xmlns:a16="http://schemas.microsoft.com/office/drawing/2014/main" id="{6BDD89DC-2895-9E5F-5532-701D9F254589}"/>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6637678" y="85621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小白入门A/B Testing 之样本数- 掘金">
            <a:extLst>
              <a:ext uri="{FF2B5EF4-FFF2-40B4-BE49-F238E27FC236}">
                <a16:creationId xmlns:a16="http://schemas.microsoft.com/office/drawing/2014/main" id="{AF8C49E1-CD74-E6CF-4D3E-3317988F7355}"/>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9956517" y="91224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小白入门A/B Testing 之样本数- 掘金">
            <a:extLst>
              <a:ext uri="{FF2B5EF4-FFF2-40B4-BE49-F238E27FC236}">
                <a16:creationId xmlns:a16="http://schemas.microsoft.com/office/drawing/2014/main" id="{3763CC23-331D-0BB5-F92F-FF1E67575528}"/>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1030290" y="2996491"/>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小白入门A/B Testing 之样本数- 掘金">
            <a:extLst>
              <a:ext uri="{FF2B5EF4-FFF2-40B4-BE49-F238E27FC236}">
                <a16:creationId xmlns:a16="http://schemas.microsoft.com/office/drawing/2014/main" id="{6007CD7A-5DD6-19BC-1FA3-B6632AEC0B3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2288549"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小白入门A/B Testing 之样本数- 掘金">
            <a:extLst>
              <a:ext uri="{FF2B5EF4-FFF2-40B4-BE49-F238E27FC236}">
                <a16:creationId xmlns:a16="http://schemas.microsoft.com/office/drawing/2014/main" id="{9D0CC68B-4A08-A403-7B1F-BF281EFCF64F}"/>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5607388" y="2996490"/>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小白入门A/B Testing 之样本数- 掘金">
            <a:extLst>
              <a:ext uri="{FF2B5EF4-FFF2-40B4-BE49-F238E27FC236}">
                <a16:creationId xmlns:a16="http://schemas.microsoft.com/office/drawing/2014/main" id="{A0924FB1-5649-B6E1-DC26-0BF992C2BCF0}"/>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a:stretch>
            <a:fillRect/>
          </a:stretch>
        </p:blipFill>
        <p:spPr bwMode="auto">
          <a:xfrm>
            <a:off x="8926227" y="3052522"/>
            <a:ext cx="3265773" cy="202821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descr="小白入门A/B Testing 之样本数- 掘金">
            <a:extLst>
              <a:ext uri="{FF2B5EF4-FFF2-40B4-BE49-F238E27FC236}">
                <a16:creationId xmlns:a16="http://schemas.microsoft.com/office/drawing/2014/main" id="{B9C7AE12-F3A9-0AE7-7454-ED591ABE3DFD}"/>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0" y="5246811"/>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小白入门A/B Testing 之样本数- 掘金">
            <a:extLst>
              <a:ext uri="{FF2B5EF4-FFF2-40B4-BE49-F238E27FC236}">
                <a16:creationId xmlns:a16="http://schemas.microsoft.com/office/drawing/2014/main" id="{00B82110-13FE-1DC7-B697-9BEE74E1AAC8}"/>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3318839" y="5246810"/>
            <a:ext cx="3265773" cy="135719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小白入门A/B Testing 之样本数- 掘金">
            <a:extLst>
              <a:ext uri="{FF2B5EF4-FFF2-40B4-BE49-F238E27FC236}">
                <a16:creationId xmlns:a16="http://schemas.microsoft.com/office/drawing/2014/main" id="{6B9FA92A-1EA6-66AE-EA30-2A8C1B9850EF}"/>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6637678" y="5246809"/>
            <a:ext cx="3265773" cy="135719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小白入门A/B Testing 之样本数- 掘金">
            <a:extLst>
              <a:ext uri="{FF2B5EF4-FFF2-40B4-BE49-F238E27FC236}">
                <a16:creationId xmlns:a16="http://schemas.microsoft.com/office/drawing/2014/main" id="{42BC98FB-95AD-ADD6-9D7B-D962434480B3}"/>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33084"/>
          <a:stretch/>
        </p:blipFill>
        <p:spPr bwMode="auto">
          <a:xfrm>
            <a:off x="9956517" y="5302842"/>
            <a:ext cx="3265773" cy="1357190"/>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a:extLst>
              <a:ext uri="{FF2B5EF4-FFF2-40B4-BE49-F238E27FC236}">
                <a16:creationId xmlns:a16="http://schemas.microsoft.com/office/drawing/2014/main" id="{D827A90B-BA7D-CF45-A45D-94AC8F4E85D3}"/>
              </a:ext>
            </a:extLst>
          </p:cNvPr>
          <p:cNvSpPr/>
          <p:nvPr/>
        </p:nvSpPr>
        <p:spPr>
          <a:xfrm>
            <a:off x="19048" y="856210"/>
            <a:ext cx="12172952" cy="6001789"/>
          </a:xfrm>
          <a:prstGeom prst="rect">
            <a:avLst/>
          </a:prstGeom>
          <a:solidFill>
            <a:schemeClr val="bg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F06A826-9E28-28D7-178D-1525FFC9B165}"/>
              </a:ext>
            </a:extLst>
          </p:cNvPr>
          <p:cNvSpPr txBox="1"/>
          <p:nvPr/>
        </p:nvSpPr>
        <p:spPr>
          <a:xfrm>
            <a:off x="2917835" y="1384466"/>
            <a:ext cx="6303264" cy="4089068"/>
          </a:xfrm>
          <a:prstGeom prst="rect">
            <a:avLst/>
          </a:prstGeom>
          <a:noFill/>
        </p:spPr>
        <p:txBody>
          <a:bodyPr wrap="square" rtlCol="0">
            <a:spAutoFit/>
          </a:bodyPr>
          <a:lstStyle/>
          <a:p>
            <a:pPr algn="ctr">
              <a:lnSpc>
                <a:spcPct val="150000"/>
              </a:lnSpc>
            </a:pPr>
            <a:r>
              <a:rPr lang="zh-CN" altLang="en-US" sz="4000" b="1" dirty="0"/>
              <a:t>样本选取</a:t>
            </a:r>
            <a:endParaRPr lang="en-US" altLang="zh-CN" sz="2400" dirty="0"/>
          </a:p>
          <a:p>
            <a:pPr algn="ctr">
              <a:lnSpc>
                <a:spcPct val="150000"/>
              </a:lnSpc>
            </a:pPr>
            <a:r>
              <a:rPr lang="en-US" altLang="zh-CN" sz="2400" b="1" dirty="0"/>
              <a:t>2017-2022</a:t>
            </a:r>
            <a:r>
              <a:rPr lang="zh-CN" altLang="en-US" sz="2400" dirty="0"/>
              <a:t>届 </a:t>
            </a:r>
            <a:r>
              <a:rPr lang="zh-CN" altLang="en-US" sz="2400" b="1" dirty="0"/>
              <a:t>交大 </a:t>
            </a:r>
            <a:r>
              <a:rPr lang="zh-CN" altLang="en-US" sz="2400" dirty="0"/>
              <a:t>本科生（</a:t>
            </a:r>
            <a:r>
              <a:rPr lang="zh-CN" altLang="en-US" sz="2400" b="1" dirty="0"/>
              <a:t>抽样</a:t>
            </a:r>
            <a:r>
              <a:rPr lang="zh-CN" altLang="en-US" sz="2400" dirty="0"/>
              <a:t>）</a:t>
            </a:r>
            <a:endParaRPr lang="en-US" altLang="zh-CN" sz="2400" dirty="0"/>
          </a:p>
          <a:p>
            <a:pPr algn="ctr">
              <a:lnSpc>
                <a:spcPct val="150000"/>
              </a:lnSpc>
            </a:pPr>
            <a:r>
              <a:rPr lang="zh-CN" altLang="en-US" sz="4000" b="1" dirty="0"/>
              <a:t>样本处理</a:t>
            </a:r>
            <a:endParaRPr lang="en-US" altLang="zh-CN" sz="4000" b="1" dirty="0"/>
          </a:p>
          <a:p>
            <a:pPr marL="457200" indent="-457200" algn="ctr">
              <a:lnSpc>
                <a:spcPct val="150000"/>
              </a:lnSpc>
              <a:buFont typeface="+mj-lt"/>
              <a:buAutoNum type="arabicPeriod"/>
            </a:pPr>
            <a:r>
              <a:rPr lang="zh-CN" altLang="en-US" sz="2400" dirty="0"/>
              <a:t>使得各届</a:t>
            </a:r>
            <a:r>
              <a:rPr lang="zh-CN" altLang="en-US" sz="2400" b="1" dirty="0"/>
              <a:t>人数</a:t>
            </a:r>
            <a:r>
              <a:rPr lang="zh-CN" altLang="en-US" sz="2400" dirty="0"/>
              <a:t>基本</a:t>
            </a:r>
            <a:r>
              <a:rPr lang="zh-CN" altLang="en-US" sz="2400" b="1" dirty="0"/>
              <a:t>相同</a:t>
            </a:r>
            <a:endParaRPr lang="en-US" altLang="zh-CN" sz="2400" b="1" dirty="0"/>
          </a:p>
          <a:p>
            <a:pPr marL="457200" indent="-457200" algn="ctr">
              <a:lnSpc>
                <a:spcPct val="150000"/>
              </a:lnSpc>
              <a:buFont typeface="+mj-lt"/>
              <a:buAutoNum type="arabicPeriod"/>
            </a:pPr>
            <a:r>
              <a:rPr lang="zh-CN" altLang="en-US" sz="2400" dirty="0"/>
              <a:t>学院与重点专业</a:t>
            </a:r>
            <a:r>
              <a:rPr lang="zh-CN" altLang="en-US" sz="2400" b="1" dirty="0"/>
              <a:t>分布归一化</a:t>
            </a:r>
            <a:endParaRPr lang="en-US" altLang="zh-CN" sz="2400" b="1" dirty="0"/>
          </a:p>
          <a:p>
            <a:pPr marL="457200" indent="-457200" algn="ctr">
              <a:lnSpc>
                <a:spcPct val="150000"/>
              </a:lnSpc>
              <a:buFont typeface="+mj-lt"/>
              <a:buAutoNum type="arabicPeriod"/>
            </a:pPr>
            <a:r>
              <a:rPr lang="zh-CN" altLang="en-US" sz="2400" dirty="0"/>
              <a:t>与校方</a:t>
            </a:r>
            <a:r>
              <a:rPr lang="zh-CN" altLang="en-US" sz="2400" b="1" dirty="0"/>
              <a:t>存档</a:t>
            </a:r>
            <a:r>
              <a:rPr lang="zh-CN" altLang="en-US" sz="2400" dirty="0"/>
              <a:t>数据进行</a:t>
            </a:r>
            <a:r>
              <a:rPr lang="zh-CN" altLang="en-US" sz="2400" b="1" dirty="0"/>
              <a:t>比较</a:t>
            </a:r>
          </a:p>
        </p:txBody>
      </p:sp>
      <p:sp>
        <p:nvSpPr>
          <p:cNvPr id="45" name="文本占位符 11">
            <a:extLst>
              <a:ext uri="{FF2B5EF4-FFF2-40B4-BE49-F238E27FC236}">
                <a16:creationId xmlns:a16="http://schemas.microsoft.com/office/drawing/2014/main" id="{591DA5A2-4411-9A99-0C3B-559F0EDF3539}"/>
              </a:ext>
            </a:extLst>
          </p:cNvPr>
          <p:cNvSpPr txBox="1">
            <a:spLocks/>
          </p:cNvSpPr>
          <p:nvPr/>
        </p:nvSpPr>
        <p:spPr>
          <a:xfrm>
            <a:off x="3371849" y="-2325323"/>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51" name="文本占位符 11">
            <a:extLst>
              <a:ext uri="{FF2B5EF4-FFF2-40B4-BE49-F238E27FC236}">
                <a16:creationId xmlns:a16="http://schemas.microsoft.com/office/drawing/2014/main" id="{2737B95A-218E-028F-0095-B53363A488BD}"/>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graphicFrame>
        <p:nvGraphicFramePr>
          <p:cNvPr id="54" name="图表 53">
            <a:extLst>
              <a:ext uri="{FF2B5EF4-FFF2-40B4-BE49-F238E27FC236}">
                <a16:creationId xmlns:a16="http://schemas.microsoft.com/office/drawing/2014/main" id="{51910BA8-2E03-22F3-7449-2CD952C01423}"/>
              </a:ext>
            </a:extLst>
          </p:cNvPr>
          <p:cNvGraphicFramePr/>
          <p:nvPr>
            <p:extLst>
              <p:ext uri="{D42A27DB-BD31-4B8C-83A1-F6EECF244321}">
                <p14:modId xmlns:p14="http://schemas.microsoft.com/office/powerpoint/2010/main" val="1376152007"/>
              </p:ext>
            </p:extLst>
          </p:nvPr>
        </p:nvGraphicFramePr>
        <p:xfrm>
          <a:off x="169203" y="-3768842"/>
          <a:ext cx="4132560" cy="32539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5" name="图表 54">
            <a:extLst>
              <a:ext uri="{FF2B5EF4-FFF2-40B4-BE49-F238E27FC236}">
                <a16:creationId xmlns:a16="http://schemas.microsoft.com/office/drawing/2014/main" id="{7BF380BF-0992-1620-B242-4F353D0540FF}"/>
              </a:ext>
            </a:extLst>
          </p:cNvPr>
          <p:cNvGraphicFramePr/>
          <p:nvPr>
            <p:extLst>
              <p:ext uri="{D42A27DB-BD31-4B8C-83A1-F6EECF244321}">
                <p14:modId xmlns:p14="http://schemas.microsoft.com/office/powerpoint/2010/main" val="4279982460"/>
              </p:ext>
            </p:extLst>
          </p:nvPr>
        </p:nvGraphicFramePr>
        <p:xfrm>
          <a:off x="8019967" y="-3842077"/>
          <a:ext cx="4132560" cy="325390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表格 5">
            <a:extLst>
              <a:ext uri="{FF2B5EF4-FFF2-40B4-BE49-F238E27FC236}">
                <a16:creationId xmlns:a16="http://schemas.microsoft.com/office/drawing/2014/main" id="{7FB7EFE6-F593-9329-F6B3-0B1E89CDD397}"/>
              </a:ext>
            </a:extLst>
          </p:cNvPr>
          <p:cNvGraphicFramePr>
            <a:graphicFrameLocks noGrp="1"/>
          </p:cNvGraphicFramePr>
          <p:nvPr>
            <p:extLst>
              <p:ext uri="{D42A27DB-BD31-4B8C-83A1-F6EECF244321}">
                <p14:modId xmlns:p14="http://schemas.microsoft.com/office/powerpoint/2010/main" val="2943296504"/>
              </p:ext>
            </p:extLst>
          </p:nvPr>
        </p:nvGraphicFramePr>
        <p:xfrm>
          <a:off x="222269" y="2999223"/>
          <a:ext cx="3498831" cy="1725360"/>
        </p:xfrm>
        <a:graphic>
          <a:graphicData uri="http://schemas.openxmlformats.org/drawingml/2006/table">
            <a:tbl>
              <a:tblPr firstRow="1" bandRow="1">
                <a:tableStyleId>{5C22544A-7EE6-4342-B048-85BDC9FD1C3A}</a:tableStyleId>
              </a:tblPr>
              <a:tblGrid>
                <a:gridCol w="1123931">
                  <a:extLst>
                    <a:ext uri="{9D8B030D-6E8A-4147-A177-3AD203B41FA5}">
                      <a16:colId xmlns:a16="http://schemas.microsoft.com/office/drawing/2014/main" val="104970801"/>
                    </a:ext>
                  </a:extLst>
                </a:gridCol>
                <a:gridCol w="787400">
                  <a:extLst>
                    <a:ext uri="{9D8B030D-6E8A-4147-A177-3AD203B41FA5}">
                      <a16:colId xmlns:a16="http://schemas.microsoft.com/office/drawing/2014/main" val="936325623"/>
                    </a:ext>
                  </a:extLst>
                </a:gridCol>
                <a:gridCol w="736600">
                  <a:extLst>
                    <a:ext uri="{9D8B030D-6E8A-4147-A177-3AD203B41FA5}">
                      <a16:colId xmlns:a16="http://schemas.microsoft.com/office/drawing/2014/main" val="1216478457"/>
                    </a:ext>
                  </a:extLst>
                </a:gridCol>
                <a:gridCol w="850900">
                  <a:extLst>
                    <a:ext uri="{9D8B030D-6E8A-4147-A177-3AD203B41FA5}">
                      <a16:colId xmlns:a16="http://schemas.microsoft.com/office/drawing/2014/main" val="2002945581"/>
                    </a:ext>
                  </a:extLst>
                </a:gridCol>
              </a:tblGrid>
              <a:tr h="431340">
                <a:tc>
                  <a:txBody>
                    <a:bodyPr/>
                    <a:lstStyle/>
                    <a:p>
                      <a:pPr algn="ctr"/>
                      <a:r>
                        <a:rPr lang="zh-CN" altLang="en-US" dirty="0"/>
                        <a:t>调查数据</a:t>
                      </a:r>
                    </a:p>
                  </a:txBody>
                  <a:tcPr/>
                </a:tc>
                <a:tc>
                  <a:txBody>
                    <a:bodyPr/>
                    <a:lstStyle/>
                    <a:p>
                      <a:pPr algn="ctr"/>
                      <a:r>
                        <a:rPr lang="zh-CN" altLang="en-US" dirty="0"/>
                        <a:t>就业</a:t>
                      </a:r>
                      <a:endParaRPr lang="en-US" altLang="zh-CN" dirty="0"/>
                    </a:p>
                  </a:txBody>
                  <a:tcPr/>
                </a:tc>
                <a:tc>
                  <a:txBody>
                    <a:bodyPr/>
                    <a:lstStyle/>
                    <a:p>
                      <a:pPr algn="ctr"/>
                      <a:r>
                        <a:rPr lang="zh-CN" altLang="en-US" dirty="0"/>
                        <a:t>升学</a:t>
                      </a:r>
                      <a:endParaRPr lang="en-US" altLang="zh-CN" dirty="0"/>
                    </a:p>
                  </a:txBody>
                  <a:tcPr/>
                </a:tc>
                <a:tc>
                  <a:txBody>
                    <a:bodyPr/>
                    <a:lstStyle/>
                    <a:p>
                      <a:pPr algn="ctr"/>
                      <a:r>
                        <a:rPr lang="zh-CN" altLang="en-US" dirty="0"/>
                        <a:t>留学</a:t>
                      </a:r>
                      <a:endParaRPr lang="en-US" altLang="zh-CN" dirty="0"/>
                    </a:p>
                  </a:txBody>
                  <a:tcPr/>
                </a:tc>
                <a:extLst>
                  <a:ext uri="{0D108BD9-81ED-4DB2-BD59-A6C34878D82A}">
                    <a16:rowId xmlns:a16="http://schemas.microsoft.com/office/drawing/2014/main" val="2173596768"/>
                  </a:ext>
                </a:extLst>
              </a:tr>
              <a:tr h="431340">
                <a:tc>
                  <a:txBody>
                    <a:bodyPr/>
                    <a:lstStyle/>
                    <a:p>
                      <a:pPr algn="ctr"/>
                      <a:r>
                        <a:rPr lang="en-US" altLang="zh-CN" dirty="0"/>
                        <a:t>2017</a:t>
                      </a:r>
                      <a:endParaRPr lang="zh-CN" altLang="en-US" dirty="0"/>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2373434106"/>
                  </a:ext>
                </a:extLst>
              </a:tr>
              <a:tr h="431340">
                <a:tc>
                  <a:txBody>
                    <a:bodyPr/>
                    <a:lstStyle/>
                    <a:p>
                      <a:pPr algn="ctr"/>
                      <a:r>
                        <a:rPr lang="en-US" altLang="zh-CN" dirty="0"/>
                        <a:t>2019</a:t>
                      </a:r>
                      <a:endParaRPr lang="zh-CN" altLang="en-US" dirty="0"/>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extLst>
                  <a:ext uri="{0D108BD9-81ED-4DB2-BD59-A6C34878D82A}">
                    <a16:rowId xmlns:a16="http://schemas.microsoft.com/office/drawing/2014/main" val="2214873627"/>
                  </a:ext>
                </a:extLst>
              </a:tr>
              <a:tr h="431340">
                <a:tc>
                  <a:txBody>
                    <a:bodyPr/>
                    <a:lstStyle/>
                    <a:p>
                      <a:pPr algn="ctr"/>
                      <a:r>
                        <a:rPr lang="en-US" altLang="zh-CN" dirty="0"/>
                        <a:t>2021</a:t>
                      </a:r>
                      <a:endParaRPr lang="zh-CN" altLang="en-US" dirty="0"/>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1766988299"/>
                  </a:ext>
                </a:extLst>
              </a:tr>
            </a:tbl>
          </a:graphicData>
        </a:graphic>
      </p:graphicFrame>
      <p:graphicFrame>
        <p:nvGraphicFramePr>
          <p:cNvPr id="7" name="表格 6">
            <a:extLst>
              <a:ext uri="{FF2B5EF4-FFF2-40B4-BE49-F238E27FC236}">
                <a16:creationId xmlns:a16="http://schemas.microsoft.com/office/drawing/2014/main" id="{B00F8E53-144F-4331-3ADA-5E917607E721}"/>
              </a:ext>
            </a:extLst>
          </p:cNvPr>
          <p:cNvGraphicFramePr>
            <a:graphicFrameLocks noGrp="1"/>
          </p:cNvGraphicFramePr>
          <p:nvPr>
            <p:extLst>
              <p:ext uri="{D42A27DB-BD31-4B8C-83A1-F6EECF244321}">
                <p14:modId xmlns:p14="http://schemas.microsoft.com/office/powerpoint/2010/main" val="293620693"/>
              </p:ext>
            </p:extLst>
          </p:nvPr>
        </p:nvGraphicFramePr>
        <p:xfrm>
          <a:off x="8470902" y="2998393"/>
          <a:ext cx="3498831" cy="1725360"/>
        </p:xfrm>
        <a:graphic>
          <a:graphicData uri="http://schemas.openxmlformats.org/drawingml/2006/table">
            <a:tbl>
              <a:tblPr firstRow="1" bandRow="1">
                <a:tableStyleId>{5C22544A-7EE6-4342-B048-85BDC9FD1C3A}</a:tableStyleId>
              </a:tblPr>
              <a:tblGrid>
                <a:gridCol w="1123931">
                  <a:extLst>
                    <a:ext uri="{9D8B030D-6E8A-4147-A177-3AD203B41FA5}">
                      <a16:colId xmlns:a16="http://schemas.microsoft.com/office/drawing/2014/main" val="104970801"/>
                    </a:ext>
                  </a:extLst>
                </a:gridCol>
                <a:gridCol w="787400">
                  <a:extLst>
                    <a:ext uri="{9D8B030D-6E8A-4147-A177-3AD203B41FA5}">
                      <a16:colId xmlns:a16="http://schemas.microsoft.com/office/drawing/2014/main" val="936325623"/>
                    </a:ext>
                  </a:extLst>
                </a:gridCol>
                <a:gridCol w="736600">
                  <a:extLst>
                    <a:ext uri="{9D8B030D-6E8A-4147-A177-3AD203B41FA5}">
                      <a16:colId xmlns:a16="http://schemas.microsoft.com/office/drawing/2014/main" val="1216478457"/>
                    </a:ext>
                  </a:extLst>
                </a:gridCol>
                <a:gridCol w="850900">
                  <a:extLst>
                    <a:ext uri="{9D8B030D-6E8A-4147-A177-3AD203B41FA5}">
                      <a16:colId xmlns:a16="http://schemas.microsoft.com/office/drawing/2014/main" val="2002945581"/>
                    </a:ext>
                  </a:extLst>
                </a:gridCol>
              </a:tblGrid>
              <a:tr h="431340">
                <a:tc>
                  <a:txBody>
                    <a:bodyPr/>
                    <a:lstStyle/>
                    <a:p>
                      <a:pPr algn="ctr"/>
                      <a:r>
                        <a:rPr lang="zh-CN" altLang="en-US" dirty="0"/>
                        <a:t>校方存档</a:t>
                      </a:r>
                    </a:p>
                  </a:txBody>
                  <a:tcPr/>
                </a:tc>
                <a:tc>
                  <a:txBody>
                    <a:bodyPr/>
                    <a:lstStyle/>
                    <a:p>
                      <a:pPr algn="ctr"/>
                      <a:r>
                        <a:rPr lang="zh-CN" altLang="en-US" dirty="0"/>
                        <a:t>就业</a:t>
                      </a:r>
                      <a:endParaRPr lang="en-US" altLang="zh-CN" dirty="0"/>
                    </a:p>
                  </a:txBody>
                  <a:tcPr/>
                </a:tc>
                <a:tc>
                  <a:txBody>
                    <a:bodyPr/>
                    <a:lstStyle/>
                    <a:p>
                      <a:pPr algn="ctr"/>
                      <a:r>
                        <a:rPr lang="zh-CN" altLang="en-US" dirty="0"/>
                        <a:t>升学</a:t>
                      </a:r>
                      <a:endParaRPr lang="en-US" altLang="zh-CN" dirty="0"/>
                    </a:p>
                  </a:txBody>
                  <a:tcPr/>
                </a:tc>
                <a:tc>
                  <a:txBody>
                    <a:bodyPr/>
                    <a:lstStyle/>
                    <a:p>
                      <a:pPr algn="ctr"/>
                      <a:r>
                        <a:rPr lang="zh-CN" altLang="en-US" dirty="0"/>
                        <a:t>留学</a:t>
                      </a:r>
                      <a:endParaRPr lang="en-US" altLang="zh-CN" dirty="0"/>
                    </a:p>
                  </a:txBody>
                  <a:tcPr/>
                </a:tc>
                <a:extLst>
                  <a:ext uri="{0D108BD9-81ED-4DB2-BD59-A6C34878D82A}">
                    <a16:rowId xmlns:a16="http://schemas.microsoft.com/office/drawing/2014/main" val="2173596768"/>
                  </a:ext>
                </a:extLst>
              </a:tr>
              <a:tr h="431340">
                <a:tc>
                  <a:txBody>
                    <a:bodyPr/>
                    <a:lstStyle/>
                    <a:p>
                      <a:pPr algn="ctr"/>
                      <a:r>
                        <a:rPr lang="en-US" altLang="zh-CN" dirty="0"/>
                        <a:t>2017</a:t>
                      </a:r>
                      <a:endParaRPr lang="zh-CN" altLang="en-US" dirty="0"/>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2373434106"/>
                  </a:ext>
                </a:extLst>
              </a:tr>
              <a:tr h="431340">
                <a:tc>
                  <a:txBody>
                    <a:bodyPr/>
                    <a:lstStyle/>
                    <a:p>
                      <a:pPr algn="ctr"/>
                      <a:r>
                        <a:rPr lang="en-US" altLang="zh-CN" dirty="0"/>
                        <a:t>2019</a:t>
                      </a:r>
                      <a:endParaRPr lang="zh-CN" altLang="en-US" dirty="0"/>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extLst>
                  <a:ext uri="{0D108BD9-81ED-4DB2-BD59-A6C34878D82A}">
                    <a16:rowId xmlns:a16="http://schemas.microsoft.com/office/drawing/2014/main" val="2214873627"/>
                  </a:ext>
                </a:extLst>
              </a:tr>
              <a:tr h="431340">
                <a:tc>
                  <a:txBody>
                    <a:bodyPr/>
                    <a:lstStyle/>
                    <a:p>
                      <a:pPr algn="ctr"/>
                      <a:r>
                        <a:rPr lang="en-US" altLang="zh-CN" dirty="0"/>
                        <a:t>2021</a:t>
                      </a:r>
                      <a:endParaRPr lang="zh-CN" altLang="en-US" dirty="0"/>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1766988299"/>
                  </a:ext>
                </a:extLst>
              </a:tr>
            </a:tbl>
          </a:graphicData>
        </a:graphic>
      </p:graphicFrame>
      <p:sp>
        <p:nvSpPr>
          <p:cNvPr id="8" name="矩形: 圆角 7">
            <a:extLst>
              <a:ext uri="{FF2B5EF4-FFF2-40B4-BE49-F238E27FC236}">
                <a16:creationId xmlns:a16="http://schemas.microsoft.com/office/drawing/2014/main" id="{01580A5B-10C0-F6CC-89AF-4558365E90EF}"/>
              </a:ext>
            </a:extLst>
          </p:cNvPr>
          <p:cNvSpPr/>
          <p:nvPr/>
        </p:nvSpPr>
        <p:spPr>
          <a:xfrm>
            <a:off x="-2945833" y="34290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预调研</a:t>
            </a:r>
          </a:p>
        </p:txBody>
      </p:sp>
      <p:sp>
        <p:nvSpPr>
          <p:cNvPr id="10" name="矩形: 圆角 9">
            <a:extLst>
              <a:ext uri="{FF2B5EF4-FFF2-40B4-BE49-F238E27FC236}">
                <a16:creationId xmlns:a16="http://schemas.microsoft.com/office/drawing/2014/main" id="{27FC85DF-CF0E-A9E5-B0DF-109BA0CB9B64}"/>
              </a:ext>
            </a:extLst>
          </p:cNvPr>
          <p:cNvSpPr/>
          <p:nvPr/>
        </p:nvSpPr>
        <p:spPr>
          <a:xfrm>
            <a:off x="-2932567" y="34290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问卷调查</a:t>
            </a:r>
          </a:p>
        </p:txBody>
      </p:sp>
      <p:sp>
        <p:nvSpPr>
          <p:cNvPr id="11" name="矩形: 圆角 10">
            <a:extLst>
              <a:ext uri="{FF2B5EF4-FFF2-40B4-BE49-F238E27FC236}">
                <a16:creationId xmlns:a16="http://schemas.microsoft.com/office/drawing/2014/main" id="{8CE8CDE3-369E-502D-EE9C-B78F58339A91}"/>
              </a:ext>
            </a:extLst>
          </p:cNvPr>
          <p:cNvSpPr/>
          <p:nvPr/>
        </p:nvSpPr>
        <p:spPr>
          <a:xfrm>
            <a:off x="-2959100" y="34290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深入访谈</a:t>
            </a:r>
          </a:p>
        </p:txBody>
      </p:sp>
      <p:sp>
        <p:nvSpPr>
          <p:cNvPr id="12" name="箭头: 右 11">
            <a:extLst>
              <a:ext uri="{FF2B5EF4-FFF2-40B4-BE49-F238E27FC236}">
                <a16:creationId xmlns:a16="http://schemas.microsoft.com/office/drawing/2014/main" id="{5F6BA189-3B83-781F-B364-435804669579}"/>
              </a:ext>
            </a:extLst>
          </p:cNvPr>
          <p:cNvSpPr/>
          <p:nvPr/>
        </p:nvSpPr>
        <p:spPr>
          <a:xfrm>
            <a:off x="-2963862" y="3683000"/>
            <a:ext cx="1524000" cy="508000"/>
          </a:xfrm>
          <a:prstGeom prst="rightArrow">
            <a:avLst/>
          </a:prstGeom>
          <a:solidFill>
            <a:schemeClr val="accent1">
              <a:alpha val="50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CD21DA33-818C-EEBB-B4C2-708397DC8A1D}"/>
              </a:ext>
            </a:extLst>
          </p:cNvPr>
          <p:cNvSpPr/>
          <p:nvPr/>
        </p:nvSpPr>
        <p:spPr>
          <a:xfrm>
            <a:off x="-2959100" y="3683000"/>
            <a:ext cx="1524000" cy="508000"/>
          </a:xfrm>
          <a:prstGeom prst="rightArrow">
            <a:avLst/>
          </a:prstGeom>
          <a:solidFill>
            <a:schemeClr val="accent1">
              <a:alpha val="50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0340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sp>
        <p:nvSpPr>
          <p:cNvPr id="3" name="矩形: 圆角 2">
            <a:extLst>
              <a:ext uri="{FF2B5EF4-FFF2-40B4-BE49-F238E27FC236}">
                <a16:creationId xmlns:a16="http://schemas.microsoft.com/office/drawing/2014/main" id="{25198CC8-64DC-2CB9-5791-C51DE2ECE746}"/>
              </a:ext>
            </a:extLst>
          </p:cNvPr>
          <p:cNvSpPr/>
          <p:nvPr/>
        </p:nvSpPr>
        <p:spPr>
          <a:xfrm>
            <a:off x="990600" y="34290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预调研</a:t>
            </a:r>
          </a:p>
        </p:txBody>
      </p:sp>
      <p:sp>
        <p:nvSpPr>
          <p:cNvPr id="5" name="矩形: 圆角 4">
            <a:extLst>
              <a:ext uri="{FF2B5EF4-FFF2-40B4-BE49-F238E27FC236}">
                <a16:creationId xmlns:a16="http://schemas.microsoft.com/office/drawing/2014/main" id="{8E7FD9DB-CA88-893D-0F7B-436C60B1372F}"/>
              </a:ext>
            </a:extLst>
          </p:cNvPr>
          <p:cNvSpPr/>
          <p:nvPr/>
        </p:nvSpPr>
        <p:spPr>
          <a:xfrm>
            <a:off x="4902200" y="34290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问卷调查</a:t>
            </a:r>
          </a:p>
        </p:txBody>
      </p:sp>
      <p:sp>
        <p:nvSpPr>
          <p:cNvPr id="6" name="矩形: 圆角 5">
            <a:extLst>
              <a:ext uri="{FF2B5EF4-FFF2-40B4-BE49-F238E27FC236}">
                <a16:creationId xmlns:a16="http://schemas.microsoft.com/office/drawing/2014/main" id="{4F8048C2-AA8A-F9DF-7726-45C8FA482788}"/>
              </a:ext>
            </a:extLst>
          </p:cNvPr>
          <p:cNvSpPr/>
          <p:nvPr/>
        </p:nvSpPr>
        <p:spPr>
          <a:xfrm>
            <a:off x="8813800" y="34290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深入访谈</a:t>
            </a:r>
          </a:p>
        </p:txBody>
      </p:sp>
      <p:sp>
        <p:nvSpPr>
          <p:cNvPr id="11" name="箭头: 右 10">
            <a:extLst>
              <a:ext uri="{FF2B5EF4-FFF2-40B4-BE49-F238E27FC236}">
                <a16:creationId xmlns:a16="http://schemas.microsoft.com/office/drawing/2014/main" id="{BE35162A-E0EC-258B-D33B-2AD26C23E9A6}"/>
              </a:ext>
            </a:extLst>
          </p:cNvPr>
          <p:cNvSpPr/>
          <p:nvPr/>
        </p:nvSpPr>
        <p:spPr>
          <a:xfrm>
            <a:off x="3378200" y="3683000"/>
            <a:ext cx="1524000" cy="508000"/>
          </a:xfrm>
          <a:prstGeom prst="rightArrow">
            <a:avLst/>
          </a:prstGeom>
          <a:solidFill>
            <a:schemeClr val="accent1">
              <a:alpha val="50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F00D2284-4BA9-1421-85E6-9328FEAD40E3}"/>
              </a:ext>
            </a:extLst>
          </p:cNvPr>
          <p:cNvSpPr/>
          <p:nvPr/>
        </p:nvSpPr>
        <p:spPr>
          <a:xfrm>
            <a:off x="7289800" y="3683000"/>
            <a:ext cx="1524000" cy="508000"/>
          </a:xfrm>
          <a:prstGeom prst="rightArrow">
            <a:avLst/>
          </a:prstGeom>
          <a:solidFill>
            <a:schemeClr val="accent1">
              <a:alpha val="50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F2433B8-7E64-C996-F1DF-BACB2AD57FD8}"/>
              </a:ext>
            </a:extLst>
          </p:cNvPr>
          <p:cNvSpPr txBox="1"/>
          <p:nvPr/>
        </p:nvSpPr>
        <p:spPr>
          <a:xfrm>
            <a:off x="2917835" y="1384466"/>
            <a:ext cx="6303264" cy="901593"/>
          </a:xfrm>
          <a:prstGeom prst="rect">
            <a:avLst/>
          </a:prstGeom>
          <a:noFill/>
        </p:spPr>
        <p:txBody>
          <a:bodyPr wrap="square" rtlCol="0">
            <a:spAutoFit/>
          </a:bodyPr>
          <a:lstStyle/>
          <a:p>
            <a:pPr algn="ctr">
              <a:lnSpc>
                <a:spcPct val="150000"/>
              </a:lnSpc>
            </a:pPr>
            <a:r>
              <a:rPr lang="zh-CN" altLang="en-US" sz="4000" b="1" dirty="0"/>
              <a:t>方案流程</a:t>
            </a:r>
            <a:endParaRPr lang="en-US" altLang="zh-CN" sz="2400" dirty="0"/>
          </a:p>
        </p:txBody>
      </p:sp>
    </p:spTree>
    <p:extLst>
      <p:ext uri="{BB962C8B-B14F-4D97-AF65-F5344CB8AC3E}">
        <p14:creationId xmlns:p14="http://schemas.microsoft.com/office/powerpoint/2010/main" val="2148983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sp>
        <p:nvSpPr>
          <p:cNvPr id="3" name="矩形: 圆角 2">
            <a:extLst>
              <a:ext uri="{FF2B5EF4-FFF2-40B4-BE49-F238E27FC236}">
                <a16:creationId xmlns:a16="http://schemas.microsoft.com/office/drawing/2014/main" id="{25198CC8-64DC-2CB9-5791-C51DE2ECE746}"/>
              </a:ext>
            </a:extLst>
          </p:cNvPr>
          <p:cNvSpPr/>
          <p:nvPr/>
        </p:nvSpPr>
        <p:spPr>
          <a:xfrm>
            <a:off x="990600" y="3429000"/>
            <a:ext cx="2387600" cy="990600"/>
          </a:xfrm>
          <a:prstGeom prst="roundRect">
            <a:avLst/>
          </a:prstGeom>
          <a:solidFill>
            <a:schemeClr val="accent1">
              <a:alpha val="9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预调研</a:t>
            </a:r>
          </a:p>
        </p:txBody>
      </p:sp>
      <p:sp>
        <p:nvSpPr>
          <p:cNvPr id="5" name="矩形: 圆角 4">
            <a:extLst>
              <a:ext uri="{FF2B5EF4-FFF2-40B4-BE49-F238E27FC236}">
                <a16:creationId xmlns:a16="http://schemas.microsoft.com/office/drawing/2014/main" id="{8E7FD9DB-CA88-893D-0F7B-436C60B1372F}"/>
              </a:ext>
            </a:extLst>
          </p:cNvPr>
          <p:cNvSpPr/>
          <p:nvPr/>
        </p:nvSpPr>
        <p:spPr>
          <a:xfrm>
            <a:off x="4902200" y="1371600"/>
            <a:ext cx="2387600" cy="990600"/>
          </a:xfrm>
          <a:prstGeom prst="roundRect">
            <a:avLst/>
          </a:prstGeom>
          <a:solidFill>
            <a:schemeClr val="accent1">
              <a:alpha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问卷调查</a:t>
            </a:r>
          </a:p>
        </p:txBody>
      </p:sp>
      <p:sp>
        <p:nvSpPr>
          <p:cNvPr id="6" name="矩形: 圆角 5">
            <a:extLst>
              <a:ext uri="{FF2B5EF4-FFF2-40B4-BE49-F238E27FC236}">
                <a16:creationId xmlns:a16="http://schemas.microsoft.com/office/drawing/2014/main" id="{4F8048C2-AA8A-F9DF-7726-45C8FA482788}"/>
              </a:ext>
            </a:extLst>
          </p:cNvPr>
          <p:cNvSpPr/>
          <p:nvPr/>
        </p:nvSpPr>
        <p:spPr>
          <a:xfrm>
            <a:off x="8813800" y="1371600"/>
            <a:ext cx="2387600" cy="990600"/>
          </a:xfrm>
          <a:prstGeom prst="roundRect">
            <a:avLst/>
          </a:prstGeom>
          <a:solidFill>
            <a:schemeClr val="accent1">
              <a:alpha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深入访谈</a:t>
            </a:r>
          </a:p>
        </p:txBody>
      </p:sp>
      <p:sp>
        <p:nvSpPr>
          <p:cNvPr id="7" name="左大括号 6">
            <a:extLst>
              <a:ext uri="{FF2B5EF4-FFF2-40B4-BE49-F238E27FC236}">
                <a16:creationId xmlns:a16="http://schemas.microsoft.com/office/drawing/2014/main" id="{5F90BE84-6FFC-CBB9-C1A2-C912040C3923}"/>
              </a:ext>
            </a:extLst>
          </p:cNvPr>
          <p:cNvSpPr/>
          <p:nvPr/>
        </p:nvSpPr>
        <p:spPr>
          <a:xfrm>
            <a:off x="3530600" y="2870200"/>
            <a:ext cx="241300" cy="21082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8DE92440-4CF1-2C5A-A585-F85B1B7E5A27}"/>
              </a:ext>
            </a:extLst>
          </p:cNvPr>
          <p:cNvSpPr/>
          <p:nvPr/>
        </p:nvSpPr>
        <p:spPr>
          <a:xfrm>
            <a:off x="4292600" y="28702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先前研究</a:t>
            </a:r>
          </a:p>
        </p:txBody>
      </p:sp>
      <p:sp>
        <p:nvSpPr>
          <p:cNvPr id="10" name="矩形: 圆角 9">
            <a:extLst>
              <a:ext uri="{FF2B5EF4-FFF2-40B4-BE49-F238E27FC236}">
                <a16:creationId xmlns:a16="http://schemas.microsoft.com/office/drawing/2014/main" id="{2A5BC5D4-FF90-C0D6-D767-4789008D51B5}"/>
              </a:ext>
            </a:extLst>
          </p:cNvPr>
          <p:cNvSpPr/>
          <p:nvPr/>
        </p:nvSpPr>
        <p:spPr>
          <a:xfrm>
            <a:off x="4292600" y="3987800"/>
            <a:ext cx="2387600" cy="990600"/>
          </a:xfrm>
          <a:prstGeom prst="roundRect">
            <a:avLst/>
          </a:prstGeom>
          <a:solidFill>
            <a:schemeClr val="accent1">
              <a:alpha val="7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预访谈</a:t>
            </a:r>
          </a:p>
        </p:txBody>
      </p:sp>
      <p:sp>
        <p:nvSpPr>
          <p:cNvPr id="14" name="箭头: 右弧形 13">
            <a:extLst>
              <a:ext uri="{FF2B5EF4-FFF2-40B4-BE49-F238E27FC236}">
                <a16:creationId xmlns:a16="http://schemas.microsoft.com/office/drawing/2014/main" id="{FD67352B-62ED-6676-D8FB-FEC7C478BFBF}"/>
              </a:ext>
            </a:extLst>
          </p:cNvPr>
          <p:cNvSpPr/>
          <p:nvPr/>
        </p:nvSpPr>
        <p:spPr>
          <a:xfrm>
            <a:off x="6946900" y="3149600"/>
            <a:ext cx="685800" cy="1549400"/>
          </a:xfrm>
          <a:prstGeom prst="curvedLeftArrow">
            <a:avLst/>
          </a:prstGeom>
          <a:solidFill>
            <a:schemeClr val="accent1">
              <a:alpha val="70000"/>
            </a:schemeClr>
          </a:solidFill>
          <a:ln>
            <a:solidFill>
              <a:schemeClr val="accent1">
                <a:shade val="50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文本框 14">
            <a:extLst>
              <a:ext uri="{FF2B5EF4-FFF2-40B4-BE49-F238E27FC236}">
                <a16:creationId xmlns:a16="http://schemas.microsoft.com/office/drawing/2014/main" id="{3FF765BB-6E7B-3284-1B0B-20F87130B556}"/>
              </a:ext>
            </a:extLst>
          </p:cNvPr>
          <p:cNvSpPr txBox="1"/>
          <p:nvPr/>
        </p:nvSpPr>
        <p:spPr>
          <a:xfrm>
            <a:off x="8324850" y="3074089"/>
            <a:ext cx="3365500" cy="1688411"/>
          </a:xfrm>
          <a:prstGeom prst="rect">
            <a:avLst/>
          </a:prstGeom>
          <a:noFill/>
          <a:effectLst>
            <a:outerShdw blurRad="63500" sx="102000" sy="102000" algn="ctr" rotWithShape="0">
              <a:prstClr val="black">
                <a:alpha val="40000"/>
              </a:prstClr>
            </a:outerShdw>
          </a:effectLst>
        </p:spPr>
        <p:txBody>
          <a:bodyPr wrap="square" rtlCol="0">
            <a:spAutoFit/>
          </a:bodyPr>
          <a:lstStyle/>
          <a:p>
            <a:pPr algn="ctr">
              <a:lnSpc>
                <a:spcPct val="150000"/>
              </a:lnSpc>
            </a:pPr>
            <a:r>
              <a:rPr lang="zh-CN" altLang="en-US" sz="2400" dirty="0">
                <a:effectLst>
                  <a:outerShdw blurRad="63500" sx="102000" sy="102000" algn="ctr" rotWithShape="0">
                    <a:prstClr val="black">
                      <a:alpha val="40000"/>
                    </a:prstClr>
                  </a:outerShdw>
                </a:effectLst>
              </a:rPr>
              <a:t>了解大致情况</a:t>
            </a:r>
            <a:endParaRPr lang="en-US" altLang="zh-CN" sz="2400" dirty="0">
              <a:effectLst>
                <a:outerShdw blurRad="63500" sx="102000" sy="102000" algn="ctr" rotWithShape="0">
                  <a:prstClr val="black">
                    <a:alpha val="40000"/>
                  </a:prstClr>
                </a:outerShdw>
              </a:effectLst>
            </a:endParaRPr>
          </a:p>
          <a:p>
            <a:pPr algn="ctr">
              <a:lnSpc>
                <a:spcPct val="150000"/>
              </a:lnSpc>
            </a:pPr>
            <a:r>
              <a:rPr lang="zh-CN" altLang="en-US" sz="2400" dirty="0">
                <a:effectLst>
                  <a:outerShdw blurRad="63500" sx="102000" sy="102000" algn="ctr" rotWithShape="0">
                    <a:prstClr val="black">
                      <a:alpha val="40000"/>
                    </a:prstClr>
                  </a:outerShdw>
                </a:effectLst>
              </a:rPr>
              <a:t>决定问卷设计</a:t>
            </a:r>
            <a:endParaRPr lang="en-US" altLang="zh-CN" sz="2400" dirty="0">
              <a:effectLst>
                <a:outerShdw blurRad="63500" sx="102000" sy="102000" algn="ctr" rotWithShape="0">
                  <a:prstClr val="black">
                    <a:alpha val="40000"/>
                  </a:prstClr>
                </a:outerShdw>
              </a:effectLst>
            </a:endParaRPr>
          </a:p>
          <a:p>
            <a:pPr algn="ctr">
              <a:lnSpc>
                <a:spcPct val="150000"/>
              </a:lnSpc>
            </a:pPr>
            <a:r>
              <a:rPr lang="zh-CN" altLang="en-US" sz="2400" dirty="0">
                <a:effectLst>
                  <a:outerShdw blurRad="63500" sx="102000" sy="102000" algn="ctr" rotWithShape="0">
                    <a:prstClr val="black">
                      <a:alpha val="40000"/>
                    </a:prstClr>
                  </a:outerShdw>
                </a:effectLst>
              </a:rPr>
              <a:t>设计深度访谈</a:t>
            </a:r>
          </a:p>
        </p:txBody>
      </p:sp>
      <p:graphicFrame>
        <p:nvGraphicFramePr>
          <p:cNvPr id="2" name="图示 1">
            <a:extLst>
              <a:ext uri="{FF2B5EF4-FFF2-40B4-BE49-F238E27FC236}">
                <a16:creationId xmlns:a16="http://schemas.microsoft.com/office/drawing/2014/main" id="{FFBB9B12-EA1A-CE12-47A7-59858DD9D839}"/>
              </a:ext>
            </a:extLst>
          </p:cNvPr>
          <p:cNvGraphicFramePr/>
          <p:nvPr>
            <p:extLst>
              <p:ext uri="{D42A27DB-BD31-4B8C-83A1-F6EECF244321}">
                <p14:modId xmlns:p14="http://schemas.microsoft.com/office/powerpoint/2010/main" val="1552365732"/>
              </p:ext>
            </p:extLst>
          </p:nvPr>
        </p:nvGraphicFramePr>
        <p:xfrm>
          <a:off x="-4016" y="2395224"/>
          <a:ext cx="4307354" cy="4224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文本框 10">
            <a:extLst>
              <a:ext uri="{FF2B5EF4-FFF2-40B4-BE49-F238E27FC236}">
                <a16:creationId xmlns:a16="http://schemas.microsoft.com/office/drawing/2014/main" id="{1BC9DC60-6C37-F9E4-EE74-61B1D689EB91}"/>
              </a:ext>
            </a:extLst>
          </p:cNvPr>
          <p:cNvSpPr txBox="1"/>
          <p:nvPr/>
        </p:nvSpPr>
        <p:spPr>
          <a:xfrm>
            <a:off x="222250" y="1636067"/>
            <a:ext cx="3924300" cy="461665"/>
          </a:xfrm>
          <a:prstGeom prst="rect">
            <a:avLst/>
          </a:prstGeom>
          <a:noFill/>
        </p:spPr>
        <p:txBody>
          <a:bodyPr wrap="square" rtlCol="0">
            <a:spAutoFit/>
          </a:bodyPr>
          <a:lstStyle/>
          <a:p>
            <a:pPr algn="ctr"/>
            <a:r>
              <a:rPr lang="zh-CN" altLang="en-US" sz="2400" dirty="0">
                <a:effectLst>
                  <a:outerShdw blurRad="63500" sx="102000" sy="102000" algn="ctr" rotWithShape="0">
                    <a:prstClr val="black">
                      <a:alpha val="40000"/>
                    </a:prstClr>
                  </a:outerShdw>
                </a:effectLst>
              </a:rPr>
              <a:t>已有预访谈样例两份</a:t>
            </a:r>
            <a:endParaRPr lang="en-US" altLang="zh-CN" sz="2400" dirty="0">
              <a:effectLst>
                <a:outerShdw blurRad="63500" sx="102000" sy="102000" algn="ctr" rotWithShape="0">
                  <a:prstClr val="black">
                    <a:alpha val="40000"/>
                  </a:prstClr>
                </a:outerShdw>
              </a:effectLst>
            </a:endParaRPr>
          </a:p>
        </p:txBody>
      </p:sp>
    </p:spTree>
    <p:extLst>
      <p:ext uri="{BB962C8B-B14F-4D97-AF65-F5344CB8AC3E}">
        <p14:creationId xmlns:p14="http://schemas.microsoft.com/office/powerpoint/2010/main" val="3565414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sp>
        <p:nvSpPr>
          <p:cNvPr id="3" name="矩形: 圆角 2">
            <a:extLst>
              <a:ext uri="{FF2B5EF4-FFF2-40B4-BE49-F238E27FC236}">
                <a16:creationId xmlns:a16="http://schemas.microsoft.com/office/drawing/2014/main" id="{25198CC8-64DC-2CB9-5791-C51DE2ECE746}"/>
              </a:ext>
            </a:extLst>
          </p:cNvPr>
          <p:cNvSpPr/>
          <p:nvPr/>
        </p:nvSpPr>
        <p:spPr>
          <a:xfrm>
            <a:off x="990600" y="1371600"/>
            <a:ext cx="2387600" cy="990600"/>
          </a:xfrm>
          <a:prstGeom prst="roundRect">
            <a:avLst/>
          </a:prstGeom>
          <a:solidFill>
            <a:schemeClr val="accent1">
              <a:alpha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预调研</a:t>
            </a:r>
          </a:p>
        </p:txBody>
      </p:sp>
      <p:sp>
        <p:nvSpPr>
          <p:cNvPr id="5" name="矩形: 圆角 4">
            <a:extLst>
              <a:ext uri="{FF2B5EF4-FFF2-40B4-BE49-F238E27FC236}">
                <a16:creationId xmlns:a16="http://schemas.microsoft.com/office/drawing/2014/main" id="{8E7FD9DB-CA88-893D-0F7B-436C60B1372F}"/>
              </a:ext>
            </a:extLst>
          </p:cNvPr>
          <p:cNvSpPr/>
          <p:nvPr/>
        </p:nvSpPr>
        <p:spPr>
          <a:xfrm>
            <a:off x="4902200" y="3429000"/>
            <a:ext cx="2387600" cy="990600"/>
          </a:xfrm>
          <a:prstGeom prst="roundRect">
            <a:avLst/>
          </a:prstGeom>
          <a:solidFill>
            <a:schemeClr val="accent1">
              <a:alpha val="9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问卷调查</a:t>
            </a:r>
          </a:p>
        </p:txBody>
      </p:sp>
      <p:sp>
        <p:nvSpPr>
          <p:cNvPr id="6" name="矩形: 圆角 5">
            <a:extLst>
              <a:ext uri="{FF2B5EF4-FFF2-40B4-BE49-F238E27FC236}">
                <a16:creationId xmlns:a16="http://schemas.microsoft.com/office/drawing/2014/main" id="{4F8048C2-AA8A-F9DF-7726-45C8FA482788}"/>
              </a:ext>
            </a:extLst>
          </p:cNvPr>
          <p:cNvSpPr/>
          <p:nvPr/>
        </p:nvSpPr>
        <p:spPr>
          <a:xfrm>
            <a:off x="8813800" y="1371600"/>
            <a:ext cx="2387600" cy="990600"/>
          </a:xfrm>
          <a:prstGeom prst="roundRect">
            <a:avLst/>
          </a:prstGeom>
          <a:solidFill>
            <a:schemeClr val="accent1">
              <a:alpha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深入访谈</a:t>
            </a:r>
          </a:p>
        </p:txBody>
      </p:sp>
      <p:graphicFrame>
        <p:nvGraphicFramePr>
          <p:cNvPr id="2" name="图示 1">
            <a:extLst>
              <a:ext uri="{FF2B5EF4-FFF2-40B4-BE49-F238E27FC236}">
                <a16:creationId xmlns:a16="http://schemas.microsoft.com/office/drawing/2014/main" id="{5E8ED6D5-3CB1-AA17-A533-EDD2D0EB4929}"/>
              </a:ext>
            </a:extLst>
          </p:cNvPr>
          <p:cNvGraphicFramePr/>
          <p:nvPr>
            <p:extLst>
              <p:ext uri="{D42A27DB-BD31-4B8C-83A1-F6EECF244321}">
                <p14:modId xmlns:p14="http://schemas.microsoft.com/office/powerpoint/2010/main" val="1496145088"/>
              </p:ext>
            </p:extLst>
          </p:nvPr>
        </p:nvGraphicFramePr>
        <p:xfrm>
          <a:off x="-4016" y="2395224"/>
          <a:ext cx="4307354" cy="4224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C5AFA491-1D95-532A-0056-C756CF32F823}"/>
              </a:ext>
            </a:extLst>
          </p:cNvPr>
          <p:cNvSpPr txBox="1"/>
          <p:nvPr/>
        </p:nvSpPr>
        <p:spPr>
          <a:xfrm>
            <a:off x="4133850" y="1531203"/>
            <a:ext cx="3924300" cy="830997"/>
          </a:xfrm>
          <a:prstGeom prst="rect">
            <a:avLst/>
          </a:prstGeom>
          <a:noFill/>
        </p:spPr>
        <p:txBody>
          <a:bodyPr wrap="square" rtlCol="0">
            <a:spAutoFit/>
          </a:bodyPr>
          <a:lstStyle/>
          <a:p>
            <a:pPr algn="ctr"/>
            <a:r>
              <a:rPr lang="zh-CN" altLang="en-US" sz="2400" dirty="0">
                <a:effectLst>
                  <a:outerShdw blurRad="63500" sx="102000" sy="102000" algn="ctr" rotWithShape="0">
                    <a:prstClr val="black">
                      <a:alpha val="40000"/>
                    </a:prstClr>
                  </a:outerShdw>
                </a:effectLst>
              </a:rPr>
              <a:t>预期样本数：</a:t>
            </a:r>
            <a:r>
              <a:rPr lang="en-US" altLang="zh-CN" sz="2400" b="1" dirty="0">
                <a:effectLst>
                  <a:outerShdw blurRad="63500" sx="102000" sy="102000" algn="ctr" rotWithShape="0">
                    <a:prstClr val="black">
                      <a:alpha val="40000"/>
                    </a:prstClr>
                  </a:outerShdw>
                </a:effectLst>
              </a:rPr>
              <a:t>2</a:t>
            </a:r>
            <a:r>
              <a:rPr lang="zh-CN" altLang="en-US" sz="2400" b="1" dirty="0">
                <a:effectLst>
                  <a:outerShdw blurRad="63500" sx="102000" sy="102000" algn="ctr" rotWithShape="0">
                    <a:prstClr val="black">
                      <a:alpha val="40000"/>
                    </a:prstClr>
                  </a:outerShdw>
                </a:effectLst>
              </a:rPr>
              <a:t>万</a:t>
            </a:r>
            <a:endParaRPr lang="en-US" altLang="zh-CN" sz="2400" b="1" dirty="0">
              <a:effectLst>
                <a:outerShdw blurRad="63500" sx="102000" sy="102000" algn="ctr" rotWithShape="0">
                  <a:prstClr val="black">
                    <a:alpha val="40000"/>
                  </a:prstClr>
                </a:outerShdw>
              </a:effectLst>
            </a:endParaRPr>
          </a:p>
          <a:p>
            <a:pPr algn="ctr"/>
            <a:r>
              <a:rPr lang="zh-CN" altLang="en-US" sz="2400" dirty="0">
                <a:effectLst>
                  <a:outerShdw blurRad="63500" sx="102000" sy="102000" algn="ctr" rotWithShape="0">
                    <a:prstClr val="black">
                      <a:alpha val="40000"/>
                    </a:prstClr>
                  </a:outerShdw>
                </a:effectLst>
              </a:rPr>
              <a:t>问卷形式：</a:t>
            </a:r>
            <a:r>
              <a:rPr lang="zh-CN" altLang="en-US" sz="2400" b="1" dirty="0">
                <a:effectLst>
                  <a:outerShdw blurRad="63500" sx="102000" sy="102000" algn="ctr" rotWithShape="0">
                    <a:prstClr val="black">
                      <a:alpha val="40000"/>
                    </a:prstClr>
                  </a:outerShdw>
                </a:effectLst>
              </a:rPr>
              <a:t>有偿</a:t>
            </a:r>
            <a:r>
              <a:rPr lang="zh-CN" altLang="en-US" sz="2400" dirty="0">
                <a:effectLst>
                  <a:outerShdw blurRad="63500" sx="102000" sy="102000" algn="ctr" rotWithShape="0">
                    <a:prstClr val="black">
                      <a:alpha val="40000"/>
                    </a:prstClr>
                  </a:outerShdw>
                </a:effectLst>
              </a:rPr>
              <a:t>问卷</a:t>
            </a:r>
            <a:endParaRPr lang="en-US" altLang="zh-CN" sz="2400" dirty="0">
              <a:effectLst>
                <a:outerShdw blurRad="63500" sx="102000" sy="102000" algn="ctr" rotWithShape="0">
                  <a:prstClr val="black">
                    <a:alpha val="40000"/>
                  </a:prstClr>
                </a:outerShdw>
              </a:effectLst>
            </a:endParaRPr>
          </a:p>
        </p:txBody>
      </p:sp>
      <p:pic>
        <p:nvPicPr>
          <p:cNvPr id="9" name="图片 8">
            <a:extLst>
              <a:ext uri="{FF2B5EF4-FFF2-40B4-BE49-F238E27FC236}">
                <a16:creationId xmlns:a16="http://schemas.microsoft.com/office/drawing/2014/main" id="{36AA4481-0146-2B6C-ABF3-2FEF1580D2C4}"/>
              </a:ext>
            </a:extLst>
          </p:cNvPr>
          <p:cNvPicPr>
            <a:picLocks noChangeAspect="1"/>
          </p:cNvPicPr>
          <p:nvPr/>
        </p:nvPicPr>
        <p:blipFill>
          <a:blip r:embed="rId7"/>
          <a:stretch>
            <a:fillRect/>
          </a:stretch>
        </p:blipFill>
        <p:spPr>
          <a:xfrm>
            <a:off x="5203134" y="4621589"/>
            <a:ext cx="1849232" cy="1829225"/>
          </a:xfrm>
          <a:prstGeom prst="rect">
            <a:avLst/>
          </a:prstGeom>
        </p:spPr>
      </p:pic>
      <p:sp>
        <p:nvSpPr>
          <p:cNvPr id="12" name="文本框 11">
            <a:extLst>
              <a:ext uri="{FF2B5EF4-FFF2-40B4-BE49-F238E27FC236}">
                <a16:creationId xmlns:a16="http://schemas.microsoft.com/office/drawing/2014/main" id="{B2F717CB-A5F9-C927-D720-70082207D955}"/>
              </a:ext>
            </a:extLst>
          </p:cNvPr>
          <p:cNvSpPr txBox="1"/>
          <p:nvPr/>
        </p:nvSpPr>
        <p:spPr>
          <a:xfrm>
            <a:off x="8272463" y="3171825"/>
            <a:ext cx="3564731" cy="1843453"/>
          </a:xfrm>
          <a:prstGeom prst="rect">
            <a:avLst/>
          </a:prstGeom>
          <a:noFill/>
        </p:spPr>
        <p:txBody>
          <a:bodyPr wrap="square" rtlCol="0">
            <a:spAutoFit/>
          </a:bodyPr>
          <a:lstStyle/>
          <a:p>
            <a:pPr>
              <a:lnSpc>
                <a:spcPct val="150000"/>
              </a:lnSpc>
            </a:pPr>
            <a:r>
              <a:rPr lang="zh-CN" altLang="en-US" sz="2400" b="1" dirty="0"/>
              <a:t>问卷目的</a:t>
            </a:r>
            <a:r>
              <a:rPr lang="zh-CN" altLang="en-US" b="1" dirty="0"/>
              <a:t>：</a:t>
            </a:r>
            <a:br>
              <a:rPr lang="en-US" altLang="zh-CN" dirty="0"/>
            </a:br>
            <a:r>
              <a:rPr lang="zh-CN" altLang="en-US" dirty="0"/>
              <a:t>收集毕业生</a:t>
            </a:r>
            <a:r>
              <a:rPr lang="zh-CN" altLang="en-US" b="1" dirty="0"/>
              <a:t>预期去向</a:t>
            </a:r>
            <a:endParaRPr lang="en-US" altLang="zh-CN" b="1" dirty="0"/>
          </a:p>
          <a:p>
            <a:pPr>
              <a:lnSpc>
                <a:spcPct val="150000"/>
              </a:lnSpc>
            </a:pPr>
            <a:r>
              <a:rPr lang="zh-CN" altLang="en-US" dirty="0"/>
              <a:t>收集毕业生</a:t>
            </a:r>
            <a:r>
              <a:rPr lang="zh-CN" altLang="en-US" b="1" dirty="0"/>
              <a:t>实际去向</a:t>
            </a:r>
            <a:endParaRPr lang="en-US" altLang="zh-CN" b="1" dirty="0"/>
          </a:p>
          <a:p>
            <a:pPr>
              <a:lnSpc>
                <a:spcPct val="150000"/>
              </a:lnSpc>
            </a:pPr>
            <a:r>
              <a:rPr lang="zh-CN" altLang="en-US" dirty="0"/>
              <a:t>比较预期去向与实际去向的</a:t>
            </a:r>
            <a:r>
              <a:rPr lang="zh-CN" altLang="en-US" b="1" dirty="0"/>
              <a:t>差异</a:t>
            </a:r>
            <a:endParaRPr lang="en-US" altLang="zh-CN" b="1" dirty="0"/>
          </a:p>
        </p:txBody>
      </p:sp>
    </p:spTree>
    <p:extLst>
      <p:ext uri="{BB962C8B-B14F-4D97-AF65-F5344CB8AC3E}">
        <p14:creationId xmlns:p14="http://schemas.microsoft.com/office/powerpoint/2010/main" val="1274311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sp>
        <p:nvSpPr>
          <p:cNvPr id="3" name="矩形: 圆角 2">
            <a:extLst>
              <a:ext uri="{FF2B5EF4-FFF2-40B4-BE49-F238E27FC236}">
                <a16:creationId xmlns:a16="http://schemas.microsoft.com/office/drawing/2014/main" id="{25198CC8-64DC-2CB9-5791-C51DE2ECE746}"/>
              </a:ext>
            </a:extLst>
          </p:cNvPr>
          <p:cNvSpPr/>
          <p:nvPr/>
        </p:nvSpPr>
        <p:spPr>
          <a:xfrm>
            <a:off x="990600" y="1371600"/>
            <a:ext cx="2387600" cy="990600"/>
          </a:xfrm>
          <a:prstGeom prst="roundRect">
            <a:avLst/>
          </a:prstGeom>
          <a:solidFill>
            <a:schemeClr val="accent1">
              <a:alpha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预调研</a:t>
            </a:r>
          </a:p>
        </p:txBody>
      </p:sp>
      <p:sp>
        <p:nvSpPr>
          <p:cNvPr id="5" name="矩形: 圆角 4">
            <a:extLst>
              <a:ext uri="{FF2B5EF4-FFF2-40B4-BE49-F238E27FC236}">
                <a16:creationId xmlns:a16="http://schemas.microsoft.com/office/drawing/2014/main" id="{8E7FD9DB-CA88-893D-0F7B-436C60B1372F}"/>
              </a:ext>
            </a:extLst>
          </p:cNvPr>
          <p:cNvSpPr/>
          <p:nvPr/>
        </p:nvSpPr>
        <p:spPr>
          <a:xfrm>
            <a:off x="4902200" y="1371600"/>
            <a:ext cx="2387600" cy="990600"/>
          </a:xfrm>
          <a:prstGeom prst="roundRect">
            <a:avLst/>
          </a:prstGeom>
          <a:solidFill>
            <a:schemeClr val="accent1">
              <a:alpha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问卷调查</a:t>
            </a:r>
          </a:p>
        </p:txBody>
      </p:sp>
      <p:sp>
        <p:nvSpPr>
          <p:cNvPr id="6" name="矩形: 圆角 5">
            <a:extLst>
              <a:ext uri="{FF2B5EF4-FFF2-40B4-BE49-F238E27FC236}">
                <a16:creationId xmlns:a16="http://schemas.microsoft.com/office/drawing/2014/main" id="{4F8048C2-AA8A-F9DF-7726-45C8FA482788}"/>
              </a:ext>
            </a:extLst>
          </p:cNvPr>
          <p:cNvSpPr/>
          <p:nvPr/>
        </p:nvSpPr>
        <p:spPr>
          <a:xfrm>
            <a:off x="8813800" y="3429000"/>
            <a:ext cx="2387600" cy="990600"/>
          </a:xfrm>
          <a:prstGeom prst="roundRect">
            <a:avLst/>
          </a:prstGeom>
          <a:solidFill>
            <a:schemeClr val="accent1">
              <a:alpha val="9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effectLst>
                  <a:outerShdw blurRad="63500" sx="102000" sy="102000" algn="ctr" rotWithShape="0">
                    <a:prstClr val="black">
                      <a:alpha val="40000"/>
                    </a:prstClr>
                  </a:outerShdw>
                </a:effectLst>
              </a:rPr>
              <a:t>深入访谈</a:t>
            </a:r>
          </a:p>
        </p:txBody>
      </p:sp>
      <p:sp>
        <p:nvSpPr>
          <p:cNvPr id="8" name="文本框 7">
            <a:extLst>
              <a:ext uri="{FF2B5EF4-FFF2-40B4-BE49-F238E27FC236}">
                <a16:creationId xmlns:a16="http://schemas.microsoft.com/office/drawing/2014/main" id="{9D5A3179-AF1A-A9FD-211E-58722A0FAF58}"/>
              </a:ext>
            </a:extLst>
          </p:cNvPr>
          <p:cNvSpPr txBox="1"/>
          <p:nvPr/>
        </p:nvSpPr>
        <p:spPr>
          <a:xfrm>
            <a:off x="8045450" y="1636067"/>
            <a:ext cx="3924300" cy="461665"/>
          </a:xfrm>
          <a:prstGeom prst="rect">
            <a:avLst/>
          </a:prstGeom>
          <a:noFill/>
        </p:spPr>
        <p:txBody>
          <a:bodyPr wrap="square" rtlCol="0">
            <a:spAutoFit/>
          </a:bodyPr>
          <a:lstStyle/>
          <a:p>
            <a:pPr algn="ctr"/>
            <a:r>
              <a:rPr lang="zh-CN" altLang="en-US" sz="2400" dirty="0">
                <a:effectLst>
                  <a:outerShdw blurRad="63500" sx="102000" sy="102000" algn="ctr" rotWithShape="0">
                    <a:prstClr val="black">
                      <a:alpha val="40000"/>
                    </a:prstClr>
                  </a:outerShdw>
                </a:effectLst>
              </a:rPr>
              <a:t>已有访谈初步设计草稿</a:t>
            </a:r>
          </a:p>
        </p:txBody>
      </p:sp>
      <p:graphicFrame>
        <p:nvGraphicFramePr>
          <p:cNvPr id="9" name="图示 8">
            <a:extLst>
              <a:ext uri="{FF2B5EF4-FFF2-40B4-BE49-F238E27FC236}">
                <a16:creationId xmlns:a16="http://schemas.microsoft.com/office/drawing/2014/main" id="{C240B24D-BA74-6E0B-9862-361BE7C78F8F}"/>
              </a:ext>
            </a:extLst>
          </p:cNvPr>
          <p:cNvGraphicFramePr/>
          <p:nvPr>
            <p:extLst>
              <p:ext uri="{D42A27DB-BD31-4B8C-83A1-F6EECF244321}">
                <p14:modId xmlns:p14="http://schemas.microsoft.com/office/powerpoint/2010/main" val="2766451684"/>
              </p:ext>
            </p:extLst>
          </p:nvPr>
        </p:nvGraphicFramePr>
        <p:xfrm>
          <a:off x="2422224" y="2878137"/>
          <a:ext cx="5340952" cy="35606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文本框 10">
            <a:extLst>
              <a:ext uri="{FF2B5EF4-FFF2-40B4-BE49-F238E27FC236}">
                <a16:creationId xmlns:a16="http://schemas.microsoft.com/office/drawing/2014/main" id="{F1E28354-6B2F-F398-D74A-81A2091A5730}"/>
              </a:ext>
            </a:extLst>
          </p:cNvPr>
          <p:cNvSpPr txBox="1"/>
          <p:nvPr/>
        </p:nvSpPr>
        <p:spPr>
          <a:xfrm>
            <a:off x="5794676" y="3142604"/>
            <a:ext cx="2714324" cy="830997"/>
          </a:xfrm>
          <a:prstGeom prst="rect">
            <a:avLst/>
          </a:prstGeom>
          <a:noFill/>
        </p:spPr>
        <p:txBody>
          <a:bodyPr wrap="square" rtlCol="0">
            <a:spAutoFit/>
          </a:bodyPr>
          <a:lstStyle/>
          <a:p>
            <a:r>
              <a:rPr lang="zh-CN" altLang="en-US" sz="2400" dirty="0">
                <a:effectLst>
                  <a:outerShdw blurRad="63500" sx="102000" sy="102000" algn="ctr" rotWithShape="0">
                    <a:prstClr val="black">
                      <a:alpha val="40000"/>
                    </a:prstClr>
                  </a:outerShdw>
                </a:effectLst>
              </a:rPr>
              <a:t>案例研究</a:t>
            </a:r>
            <a:endParaRPr lang="en-US" altLang="zh-CN" sz="2400" dirty="0">
              <a:effectLst>
                <a:outerShdw blurRad="63500" sx="102000" sy="102000" algn="ctr" rotWithShape="0">
                  <a:prstClr val="black">
                    <a:alpha val="40000"/>
                  </a:prstClr>
                </a:outerShdw>
              </a:effectLst>
            </a:endParaRPr>
          </a:p>
          <a:p>
            <a:r>
              <a:rPr lang="zh-CN" altLang="en-US" sz="2400" dirty="0">
                <a:effectLst>
                  <a:outerShdw blurRad="63500" sx="102000" sy="102000" algn="ctr" rotWithShape="0">
                    <a:prstClr val="black">
                      <a:alpha val="40000"/>
                    </a:prstClr>
                  </a:outerShdw>
                </a:effectLst>
              </a:rPr>
              <a:t>深度挖掘变化原因</a:t>
            </a:r>
          </a:p>
        </p:txBody>
      </p:sp>
      <p:sp>
        <p:nvSpPr>
          <p:cNvPr id="12" name="文本框 11">
            <a:extLst>
              <a:ext uri="{FF2B5EF4-FFF2-40B4-BE49-F238E27FC236}">
                <a16:creationId xmlns:a16="http://schemas.microsoft.com/office/drawing/2014/main" id="{5B4AEE8B-D300-1D0A-21FB-04919E6DFC87}"/>
              </a:ext>
            </a:extLst>
          </p:cNvPr>
          <p:cNvSpPr txBox="1"/>
          <p:nvPr/>
        </p:nvSpPr>
        <p:spPr>
          <a:xfrm>
            <a:off x="565150" y="5358754"/>
            <a:ext cx="2722412" cy="830997"/>
          </a:xfrm>
          <a:prstGeom prst="rect">
            <a:avLst/>
          </a:prstGeom>
          <a:noFill/>
        </p:spPr>
        <p:txBody>
          <a:bodyPr wrap="square" rtlCol="0">
            <a:spAutoFit/>
          </a:bodyPr>
          <a:lstStyle/>
          <a:p>
            <a:pPr algn="r"/>
            <a:r>
              <a:rPr lang="zh-CN" altLang="en-US" sz="2400" dirty="0">
                <a:effectLst>
                  <a:outerShdw blurRad="63500" sx="102000" sy="102000" algn="ctr" rotWithShape="0">
                    <a:prstClr val="black">
                      <a:alpha val="40000"/>
                    </a:prstClr>
                  </a:outerShdw>
                </a:effectLst>
              </a:rPr>
              <a:t>深度访谈</a:t>
            </a:r>
            <a:endParaRPr lang="en-US" altLang="zh-CN" sz="2400" dirty="0">
              <a:effectLst>
                <a:outerShdw blurRad="63500" sx="102000" sy="102000" algn="ctr" rotWithShape="0">
                  <a:prstClr val="black">
                    <a:alpha val="40000"/>
                  </a:prstClr>
                </a:outerShdw>
              </a:effectLst>
            </a:endParaRPr>
          </a:p>
          <a:p>
            <a:pPr algn="r"/>
            <a:r>
              <a:rPr lang="zh-CN" altLang="en-US" sz="2400" dirty="0">
                <a:effectLst>
                  <a:outerShdw blurRad="63500" sx="102000" sy="102000" algn="ctr" rotWithShape="0">
                    <a:prstClr val="black">
                      <a:alpha val="40000"/>
                    </a:prstClr>
                  </a:outerShdw>
                </a:effectLst>
              </a:rPr>
              <a:t>发掘社会问题</a:t>
            </a:r>
          </a:p>
        </p:txBody>
      </p:sp>
      <p:sp>
        <p:nvSpPr>
          <p:cNvPr id="13" name="文本框 12">
            <a:extLst>
              <a:ext uri="{FF2B5EF4-FFF2-40B4-BE49-F238E27FC236}">
                <a16:creationId xmlns:a16="http://schemas.microsoft.com/office/drawing/2014/main" id="{761F6670-5F2D-9FBB-AECB-E02BC726494A}"/>
              </a:ext>
            </a:extLst>
          </p:cNvPr>
          <p:cNvSpPr txBox="1"/>
          <p:nvPr/>
        </p:nvSpPr>
        <p:spPr>
          <a:xfrm>
            <a:off x="6931326" y="5304869"/>
            <a:ext cx="2714324" cy="830997"/>
          </a:xfrm>
          <a:prstGeom prst="rect">
            <a:avLst/>
          </a:prstGeom>
          <a:noFill/>
        </p:spPr>
        <p:txBody>
          <a:bodyPr wrap="square" rtlCol="0">
            <a:spAutoFit/>
          </a:bodyPr>
          <a:lstStyle/>
          <a:p>
            <a:r>
              <a:rPr lang="zh-CN" altLang="en-US" sz="2400" dirty="0">
                <a:effectLst>
                  <a:outerShdw blurRad="63500" sx="102000" sy="102000" algn="ctr" rotWithShape="0">
                    <a:prstClr val="black">
                      <a:alpha val="40000"/>
                    </a:prstClr>
                  </a:outerShdw>
                </a:effectLst>
              </a:rPr>
              <a:t>综合分析</a:t>
            </a:r>
            <a:endParaRPr lang="en-US" altLang="zh-CN" sz="2400" dirty="0">
              <a:effectLst>
                <a:outerShdw blurRad="63500" sx="102000" sy="102000" algn="ctr" rotWithShape="0">
                  <a:prstClr val="black">
                    <a:alpha val="40000"/>
                  </a:prstClr>
                </a:outerShdw>
              </a:effectLst>
            </a:endParaRPr>
          </a:p>
          <a:p>
            <a:r>
              <a:rPr lang="zh-CN" altLang="en-US" sz="2400" dirty="0">
                <a:effectLst>
                  <a:outerShdw blurRad="63500" sx="102000" sy="102000" algn="ctr" rotWithShape="0">
                    <a:prstClr val="black">
                      <a:alpha val="40000"/>
                    </a:prstClr>
                  </a:outerShdw>
                </a:effectLst>
              </a:rPr>
              <a:t>总结提出建议</a:t>
            </a:r>
          </a:p>
        </p:txBody>
      </p:sp>
      <p:sp>
        <p:nvSpPr>
          <p:cNvPr id="14" name="文本框 13">
            <a:extLst>
              <a:ext uri="{FF2B5EF4-FFF2-40B4-BE49-F238E27FC236}">
                <a16:creationId xmlns:a16="http://schemas.microsoft.com/office/drawing/2014/main" id="{844594F4-0F45-9C38-036F-2B1330E71632}"/>
              </a:ext>
            </a:extLst>
          </p:cNvPr>
          <p:cNvSpPr txBox="1"/>
          <p:nvPr/>
        </p:nvSpPr>
        <p:spPr>
          <a:xfrm>
            <a:off x="990600" y="2834827"/>
            <a:ext cx="2387600" cy="1446550"/>
          </a:xfrm>
          <a:prstGeom prst="rect">
            <a:avLst/>
          </a:prstGeom>
          <a:noFill/>
        </p:spPr>
        <p:txBody>
          <a:bodyPr wrap="square" rtlCol="0">
            <a:spAutoFit/>
          </a:bodyPr>
          <a:lstStyle/>
          <a:p>
            <a:r>
              <a:rPr lang="zh-CN" altLang="en-US" sz="2400" b="1" dirty="0"/>
              <a:t>访谈目标</a:t>
            </a:r>
            <a:r>
              <a:rPr lang="zh-CN" altLang="en-US" b="1" dirty="0"/>
              <a:t>：</a:t>
            </a:r>
            <a:br>
              <a:rPr lang="en-US" altLang="zh-CN" dirty="0"/>
            </a:br>
            <a:r>
              <a:rPr lang="en-US" altLang="zh-CN" sz="3200" b="1" dirty="0"/>
              <a:t>3</a:t>
            </a:r>
            <a:r>
              <a:rPr lang="zh-CN" altLang="en-US" dirty="0"/>
              <a:t>类</a:t>
            </a:r>
            <a:r>
              <a:rPr lang="zh-CN" altLang="en-US" b="1" dirty="0"/>
              <a:t>不同去向</a:t>
            </a:r>
            <a:r>
              <a:rPr lang="zh-CN" altLang="en-US" dirty="0"/>
              <a:t>人群</a:t>
            </a:r>
            <a:endParaRPr lang="en-US" altLang="zh-CN" b="1" dirty="0"/>
          </a:p>
          <a:p>
            <a:r>
              <a:rPr lang="en-US" altLang="zh-CN" sz="3200" b="1" dirty="0"/>
              <a:t>9</a:t>
            </a:r>
            <a:r>
              <a:rPr lang="zh-CN" altLang="en-US" dirty="0"/>
              <a:t>种</a:t>
            </a:r>
            <a:r>
              <a:rPr lang="zh-CN" altLang="en-US" b="1" dirty="0"/>
              <a:t>不同变化</a:t>
            </a:r>
            <a:r>
              <a:rPr lang="zh-CN" altLang="en-US" dirty="0"/>
              <a:t>群体</a:t>
            </a:r>
            <a:endParaRPr lang="en-US" altLang="zh-CN" dirty="0"/>
          </a:p>
        </p:txBody>
      </p:sp>
      <p:graphicFrame>
        <p:nvGraphicFramePr>
          <p:cNvPr id="15" name="图示 14">
            <a:extLst>
              <a:ext uri="{FF2B5EF4-FFF2-40B4-BE49-F238E27FC236}">
                <a16:creationId xmlns:a16="http://schemas.microsoft.com/office/drawing/2014/main" id="{6F7F36C1-954F-7912-58BC-B805944974CF}"/>
              </a:ext>
            </a:extLst>
          </p:cNvPr>
          <p:cNvGraphicFramePr/>
          <p:nvPr>
            <p:extLst>
              <p:ext uri="{D42A27DB-BD31-4B8C-83A1-F6EECF244321}">
                <p14:modId xmlns:p14="http://schemas.microsoft.com/office/powerpoint/2010/main" val="2437877834"/>
              </p:ext>
            </p:extLst>
          </p:nvPr>
        </p:nvGraphicFramePr>
        <p:xfrm>
          <a:off x="-4016" y="2395224"/>
          <a:ext cx="4307354" cy="422413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85780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sp>
        <p:nvSpPr>
          <p:cNvPr id="2" name="文本框 1">
            <a:extLst>
              <a:ext uri="{FF2B5EF4-FFF2-40B4-BE49-F238E27FC236}">
                <a16:creationId xmlns:a16="http://schemas.microsoft.com/office/drawing/2014/main" id="{8507EB0D-5C20-05EE-C035-ED104ED9A329}"/>
              </a:ext>
            </a:extLst>
          </p:cNvPr>
          <p:cNvSpPr txBox="1"/>
          <p:nvPr/>
        </p:nvSpPr>
        <p:spPr>
          <a:xfrm>
            <a:off x="361950" y="1208086"/>
            <a:ext cx="2305050" cy="707886"/>
          </a:xfrm>
          <a:prstGeom prst="rect">
            <a:avLst/>
          </a:prstGeom>
          <a:noFill/>
        </p:spPr>
        <p:txBody>
          <a:bodyPr wrap="square" rtlCol="0">
            <a:spAutoFit/>
          </a:bodyPr>
          <a:lstStyle/>
          <a:p>
            <a:r>
              <a:rPr lang="zh-CN" altLang="en-US" sz="4000" b="1" dirty="0"/>
              <a:t>数据处理</a:t>
            </a:r>
          </a:p>
        </p:txBody>
      </p:sp>
      <p:graphicFrame>
        <p:nvGraphicFramePr>
          <p:cNvPr id="10" name="图示 9">
            <a:extLst>
              <a:ext uri="{FF2B5EF4-FFF2-40B4-BE49-F238E27FC236}">
                <a16:creationId xmlns:a16="http://schemas.microsoft.com/office/drawing/2014/main" id="{82B42641-57E4-9833-E6DA-F359C92A37EF}"/>
              </a:ext>
            </a:extLst>
          </p:cNvPr>
          <p:cNvGraphicFramePr/>
          <p:nvPr>
            <p:extLst>
              <p:ext uri="{D42A27DB-BD31-4B8C-83A1-F6EECF244321}">
                <p14:modId xmlns:p14="http://schemas.microsoft.com/office/powerpoint/2010/main" val="1167861004"/>
              </p:ext>
            </p:extLst>
          </p:nvPr>
        </p:nvGraphicFramePr>
        <p:xfrm>
          <a:off x="1270000" y="2133600"/>
          <a:ext cx="6438900" cy="4004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EA5D674-F0B4-4278-0999-0BA3FA4CFE9F}"/>
                  </a:ext>
                </a:extLst>
              </p:cNvPr>
              <p:cNvSpPr txBox="1"/>
              <p:nvPr/>
            </p:nvSpPr>
            <p:spPr>
              <a:xfrm>
                <a:off x="8001000" y="1131018"/>
                <a:ext cx="2603500" cy="2413866"/>
              </a:xfrm>
              <a:prstGeom prst="rect">
                <a:avLst/>
              </a:prstGeom>
              <a:noFill/>
            </p:spPr>
            <p:txBody>
              <a:bodyPr wrap="square" rtlCol="0">
                <a:spAutoFit/>
              </a:bodyPr>
              <a:lstStyle/>
              <a:p>
                <a:pPr>
                  <a:lnSpc>
                    <a:spcPct val="150000"/>
                  </a:lnSpc>
                </a:pPr>
                <a:r>
                  <a:rPr lang="zh-CN" altLang="en-US" b="1" dirty="0"/>
                  <a:t>状态转移率</a:t>
                </a:r>
                <a:endParaRPr lang="en-US" altLang="zh-CN"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altLang="zh-CN" i="1" dirty="0">
                          <a:latin typeface="Cambria Math" panose="02040503050406030204" pitchFamily="18" charset="0"/>
                        </a:rPr>
                        <m:t>Ts</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a</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b</m:t>
                          </m:r>
                        </m:e>
                      </m:d>
                      <m:r>
                        <a:rPr lang="en-US" altLang="zh-CN" b="0" i="0" dirty="0" smtClean="0">
                          <a:latin typeface="Cambria Math" panose="02040503050406030204" pitchFamily="18" charset="0"/>
                        </a:rPr>
                        <m:t>=</m:t>
                      </m:r>
                      <m:f>
                        <m:fPr>
                          <m:ctrlPr>
                            <a:rPr lang="en-US" altLang="zh-CN" b="0" i="1" dirty="0" smtClean="0">
                              <a:latin typeface="Cambria Math" panose="02040503050406030204" pitchFamily="18" charset="0"/>
                            </a:rPr>
                          </m:ctrlPr>
                        </m:fPr>
                        <m:num>
                          <m:r>
                            <m:rPr>
                              <m:sty m:val="p"/>
                            </m:rPr>
                            <a:rPr lang="en-US" altLang="zh-CN" i="1" dirty="0">
                              <a:latin typeface="Cambria Math" panose="02040503050406030204" pitchFamily="18" charset="0"/>
                            </a:rPr>
                            <m:t>a</m:t>
                          </m:r>
                          <m:r>
                            <a:rPr lang="zh-CN" altLang="en-US" i="1" dirty="0">
                              <a:latin typeface="Cambria Math" panose="02040503050406030204" pitchFamily="18" charset="0"/>
                            </a:rPr>
                            <m:t>转入</m:t>
                          </m:r>
                          <m:r>
                            <m:rPr>
                              <m:sty m:val="p"/>
                            </m:rPr>
                            <a:rPr lang="en-US" altLang="zh-CN" i="1" dirty="0" smtClean="0">
                              <a:latin typeface="Cambria Math" panose="02040503050406030204" pitchFamily="18" charset="0"/>
                            </a:rPr>
                            <m:t>b</m:t>
                          </m:r>
                        </m:num>
                        <m:den>
                          <m:r>
                            <m:rPr>
                              <m:sty m:val="p"/>
                            </m:rPr>
                            <a:rPr lang="en-US" altLang="zh-CN" i="1" dirty="0">
                              <a:latin typeface="Cambria Math" panose="02040503050406030204" pitchFamily="18" charset="0"/>
                            </a:rPr>
                            <m:t>a</m:t>
                          </m:r>
                          <m:r>
                            <a:rPr lang="zh-CN" altLang="en-US" i="1" dirty="0" smtClean="0">
                              <a:latin typeface="Cambria Math" panose="02040503050406030204" pitchFamily="18" charset="0"/>
                            </a:rPr>
                            <m:t>总数</m:t>
                          </m:r>
                        </m:den>
                      </m:f>
                    </m:oMath>
                  </m:oMathPara>
                </a14:m>
                <a:endParaRPr lang="en-US" altLang="zh-CN" dirty="0"/>
              </a:p>
              <a:p>
                <a:pPr>
                  <a:lnSpc>
                    <a:spcPct val="150000"/>
                  </a:lnSpc>
                </a:pPr>
                <a:r>
                  <a:rPr lang="zh-CN" altLang="en-US" b="1" dirty="0"/>
                  <a:t>状态转移矩阵</a:t>
                </a:r>
                <a:endParaRPr lang="en-US" altLang="zh-CN" b="1" dirty="0"/>
              </a:p>
              <a:p>
                <a:pPr/>
                <a14:m>
                  <m:oMathPara xmlns:m="http://schemas.openxmlformats.org/officeDocument/2006/math">
                    <m:oMathParaPr>
                      <m:jc m:val="centerGroup"/>
                    </m:oMathParaPr>
                    <m:oMath xmlns:m="http://schemas.openxmlformats.org/officeDocument/2006/math">
                      <m:d>
                        <m:dPr>
                          <m:ctrlPr>
                            <a:rPr lang="en-US" altLang="zh-CN" i="1" smtClean="0">
                              <a:latin typeface="Cambria Math" panose="02040503050406030204" pitchFamily="18" charset="0"/>
                            </a:rPr>
                          </m:ctrlPr>
                        </m:dPr>
                        <m:e>
                          <m:m>
                            <m:mPr>
                              <m:mcs>
                                <m:mc>
                                  <m:mcPr>
                                    <m:count m:val="3"/>
                                    <m:mcJc m:val="center"/>
                                  </m:mcPr>
                                </m:mc>
                              </m:mcs>
                              <m:ctrlPr>
                                <a:rPr lang="en-US" altLang="zh-CN" i="1" smtClean="0">
                                  <a:latin typeface="Cambria Math" panose="02040503050406030204" pitchFamily="18" charset="0"/>
                                </a:rPr>
                              </m:ctrlPr>
                            </m:mPr>
                            <m:mr>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b="0" i="1" smtClean="0">
                                    <a:latin typeface="Cambria Math" panose="02040503050406030204" pitchFamily="18" charset="0"/>
                                  </a:rPr>
                                  <m:t>(1,1)</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(1,2)</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(1,3)</m:t>
                                </m:r>
                              </m:e>
                            </m:mr>
                            <m:mr>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(2,1)</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(2,2)</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(2,3)</m:t>
                                </m:r>
                              </m:e>
                            </m:mr>
                            <m:mr>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(3,1)</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(3,2)</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(3,3)</m:t>
                                </m:r>
                              </m:e>
                            </m:mr>
                          </m:m>
                        </m:e>
                      </m:d>
                    </m:oMath>
                  </m:oMathPara>
                </a14:m>
                <a:endParaRPr lang="zh-CN" altLang="en-US" dirty="0"/>
              </a:p>
            </p:txBody>
          </p:sp>
        </mc:Choice>
        <mc:Fallback xmlns="">
          <p:sp>
            <p:nvSpPr>
              <p:cNvPr id="17" name="文本框 16">
                <a:extLst>
                  <a:ext uri="{FF2B5EF4-FFF2-40B4-BE49-F238E27FC236}">
                    <a16:creationId xmlns:a16="http://schemas.microsoft.com/office/drawing/2014/main" id="{EEA5D674-F0B4-4278-0999-0BA3FA4CFE9F}"/>
                  </a:ext>
                </a:extLst>
              </p:cNvPr>
              <p:cNvSpPr txBox="1">
                <a:spLocks noRot="1" noChangeAspect="1" noMove="1" noResize="1" noEditPoints="1" noAdjustHandles="1" noChangeArrowheads="1" noChangeShapeType="1" noTextEdit="1"/>
              </p:cNvSpPr>
              <p:nvPr/>
            </p:nvSpPr>
            <p:spPr>
              <a:xfrm>
                <a:off x="8001000" y="1131018"/>
                <a:ext cx="2603500" cy="2413866"/>
              </a:xfrm>
              <a:prstGeom prst="rect">
                <a:avLst/>
              </a:prstGeom>
              <a:blipFill>
                <a:blip r:embed="rId7"/>
                <a:stretch>
                  <a:fillRect l="-2108" r="-16393"/>
                </a:stretch>
              </a:blipFill>
            </p:spPr>
            <p:txBody>
              <a:bodyPr/>
              <a:lstStyle/>
              <a:p>
                <a:r>
                  <a:rPr lang="zh-CN" altLang="en-US">
                    <a:noFill/>
                  </a:rPr>
                  <a:t> </a:t>
                </a:r>
              </a:p>
            </p:txBody>
          </p:sp>
        </mc:Fallback>
      </mc:AlternateContent>
      <p:grpSp>
        <p:nvGrpSpPr>
          <p:cNvPr id="32" name="组合 31">
            <a:extLst>
              <a:ext uri="{FF2B5EF4-FFF2-40B4-BE49-F238E27FC236}">
                <a16:creationId xmlns:a16="http://schemas.microsoft.com/office/drawing/2014/main" id="{43919F4C-C164-78E8-1A64-4917DBA6D700}"/>
              </a:ext>
            </a:extLst>
          </p:cNvPr>
          <p:cNvGrpSpPr/>
          <p:nvPr/>
        </p:nvGrpSpPr>
        <p:grpSpPr>
          <a:xfrm>
            <a:off x="8156238" y="3880782"/>
            <a:ext cx="2980261" cy="2763964"/>
            <a:chOff x="8156238" y="3880782"/>
            <a:chExt cx="2980261" cy="2763964"/>
          </a:xfrm>
        </p:grpSpPr>
        <p:sp>
          <p:nvSpPr>
            <p:cNvPr id="18" name="椭圆 17">
              <a:extLst>
                <a:ext uri="{FF2B5EF4-FFF2-40B4-BE49-F238E27FC236}">
                  <a16:creationId xmlns:a16="http://schemas.microsoft.com/office/drawing/2014/main" id="{3AF92830-679A-D9CB-2E5F-21CD20A57C8F}"/>
                </a:ext>
              </a:extLst>
            </p:cNvPr>
            <p:cNvSpPr/>
            <p:nvPr/>
          </p:nvSpPr>
          <p:spPr>
            <a:xfrm>
              <a:off x="9309100" y="4270374"/>
              <a:ext cx="577850" cy="577850"/>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7FCA191C-3159-B05D-3D4C-BD9F124123EB}"/>
                </a:ext>
              </a:extLst>
            </p:cNvPr>
            <p:cNvSpPr/>
            <p:nvPr/>
          </p:nvSpPr>
          <p:spPr>
            <a:xfrm>
              <a:off x="8437562" y="5548841"/>
              <a:ext cx="577850" cy="577850"/>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49C973A2-5AC0-171F-FE66-69089E744E5B}"/>
                </a:ext>
              </a:extLst>
            </p:cNvPr>
            <p:cNvSpPr/>
            <p:nvPr/>
          </p:nvSpPr>
          <p:spPr>
            <a:xfrm>
              <a:off x="10239375" y="5560483"/>
              <a:ext cx="577850" cy="577850"/>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弧形 21">
              <a:extLst>
                <a:ext uri="{FF2B5EF4-FFF2-40B4-BE49-F238E27FC236}">
                  <a16:creationId xmlns:a16="http://schemas.microsoft.com/office/drawing/2014/main" id="{EBBF4626-DF66-3B6F-46F9-59514D52A1CF}"/>
                </a:ext>
              </a:extLst>
            </p:cNvPr>
            <p:cNvSpPr/>
            <p:nvPr/>
          </p:nvSpPr>
          <p:spPr>
            <a:xfrm rot="3284174">
              <a:off x="9822076" y="4601631"/>
              <a:ext cx="1587070" cy="49318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箭头: 上弧形 22">
              <a:extLst>
                <a:ext uri="{FF2B5EF4-FFF2-40B4-BE49-F238E27FC236}">
                  <a16:creationId xmlns:a16="http://schemas.microsoft.com/office/drawing/2014/main" id="{DB394252-0219-51AB-2534-AB0A458B6D75}"/>
                </a:ext>
              </a:extLst>
            </p:cNvPr>
            <p:cNvSpPr/>
            <p:nvPr/>
          </p:nvSpPr>
          <p:spPr>
            <a:xfrm rot="10800000">
              <a:off x="8804490" y="6151562"/>
              <a:ext cx="1587070" cy="49318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箭头: 上弧形 23">
              <a:extLst>
                <a:ext uri="{FF2B5EF4-FFF2-40B4-BE49-F238E27FC236}">
                  <a16:creationId xmlns:a16="http://schemas.microsoft.com/office/drawing/2014/main" id="{AB5FF7F7-BE66-4F65-13CA-5A071BB94EB6}"/>
                </a:ext>
              </a:extLst>
            </p:cNvPr>
            <p:cNvSpPr/>
            <p:nvPr/>
          </p:nvSpPr>
          <p:spPr>
            <a:xfrm rot="18447850">
              <a:off x="7767980" y="4591189"/>
              <a:ext cx="1587070" cy="49318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箭头: 上弧形 25">
              <a:extLst>
                <a:ext uri="{FF2B5EF4-FFF2-40B4-BE49-F238E27FC236}">
                  <a16:creationId xmlns:a16="http://schemas.microsoft.com/office/drawing/2014/main" id="{90515AA8-10FC-FC62-3107-DD56D8C7BD92}"/>
                </a:ext>
              </a:extLst>
            </p:cNvPr>
            <p:cNvSpPr/>
            <p:nvPr/>
          </p:nvSpPr>
          <p:spPr>
            <a:xfrm>
              <a:off x="9345720" y="3880782"/>
              <a:ext cx="504610" cy="279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箭头: 上弧形 26">
              <a:extLst>
                <a:ext uri="{FF2B5EF4-FFF2-40B4-BE49-F238E27FC236}">
                  <a16:creationId xmlns:a16="http://schemas.microsoft.com/office/drawing/2014/main" id="{869D53D3-1BB5-F637-734D-20D5754C316E}"/>
                </a:ext>
              </a:extLst>
            </p:cNvPr>
            <p:cNvSpPr/>
            <p:nvPr/>
          </p:nvSpPr>
          <p:spPr>
            <a:xfrm rot="8214800">
              <a:off x="10631889" y="6011861"/>
              <a:ext cx="504610" cy="279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箭头: 上弧形 27">
              <a:extLst>
                <a:ext uri="{FF2B5EF4-FFF2-40B4-BE49-F238E27FC236}">
                  <a16:creationId xmlns:a16="http://schemas.microsoft.com/office/drawing/2014/main" id="{E9310A57-6DF0-36AE-8BAE-3AEC4F7F4B3D}"/>
                </a:ext>
              </a:extLst>
            </p:cNvPr>
            <p:cNvSpPr/>
            <p:nvPr/>
          </p:nvSpPr>
          <p:spPr>
            <a:xfrm rot="14350085">
              <a:off x="8043633" y="5970207"/>
              <a:ext cx="504610" cy="279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箭头: 右 28">
              <a:extLst>
                <a:ext uri="{FF2B5EF4-FFF2-40B4-BE49-F238E27FC236}">
                  <a16:creationId xmlns:a16="http://schemas.microsoft.com/office/drawing/2014/main" id="{9FEC0A98-0D23-B7E5-ACEC-C85A53A78249}"/>
                </a:ext>
              </a:extLst>
            </p:cNvPr>
            <p:cNvSpPr/>
            <p:nvPr/>
          </p:nvSpPr>
          <p:spPr>
            <a:xfrm rot="7348062">
              <a:off x="8691900" y="5105842"/>
              <a:ext cx="871538" cy="187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4DB0C947-55D3-3B49-5461-66A3D51AF6AD}"/>
                </a:ext>
              </a:extLst>
            </p:cNvPr>
            <p:cNvSpPr/>
            <p:nvPr/>
          </p:nvSpPr>
          <p:spPr>
            <a:xfrm rot="14156489">
              <a:off x="9638128" y="5100852"/>
              <a:ext cx="871538" cy="187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右 30">
              <a:extLst>
                <a:ext uri="{FF2B5EF4-FFF2-40B4-BE49-F238E27FC236}">
                  <a16:creationId xmlns:a16="http://schemas.microsoft.com/office/drawing/2014/main" id="{0AAA0B40-53DA-803D-6ECC-8EDF43B2DC77}"/>
                </a:ext>
              </a:extLst>
            </p:cNvPr>
            <p:cNvSpPr/>
            <p:nvPr/>
          </p:nvSpPr>
          <p:spPr>
            <a:xfrm>
              <a:off x="9191624" y="5798345"/>
              <a:ext cx="871538" cy="187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209284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研究方案</a:t>
            </a:r>
          </a:p>
        </p:txBody>
      </p:sp>
      <p:sp>
        <p:nvSpPr>
          <p:cNvPr id="2" name="文本框 1">
            <a:extLst>
              <a:ext uri="{FF2B5EF4-FFF2-40B4-BE49-F238E27FC236}">
                <a16:creationId xmlns:a16="http://schemas.microsoft.com/office/drawing/2014/main" id="{8507EB0D-5C20-05EE-C035-ED104ED9A329}"/>
              </a:ext>
            </a:extLst>
          </p:cNvPr>
          <p:cNvSpPr txBox="1"/>
          <p:nvPr/>
        </p:nvSpPr>
        <p:spPr>
          <a:xfrm>
            <a:off x="361950" y="1208086"/>
            <a:ext cx="2959100" cy="707886"/>
          </a:xfrm>
          <a:prstGeom prst="rect">
            <a:avLst/>
          </a:prstGeom>
          <a:noFill/>
        </p:spPr>
        <p:txBody>
          <a:bodyPr wrap="square" rtlCol="0">
            <a:spAutoFit/>
          </a:bodyPr>
          <a:lstStyle/>
          <a:p>
            <a:r>
              <a:rPr lang="zh-CN" altLang="en-US" sz="4000" b="1" dirty="0"/>
              <a:t>马尔科夫链</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EA5D674-F0B4-4278-0999-0BA3FA4CFE9F}"/>
                  </a:ext>
                </a:extLst>
              </p:cNvPr>
              <p:cNvSpPr txBox="1"/>
              <p:nvPr/>
            </p:nvSpPr>
            <p:spPr>
              <a:xfrm>
                <a:off x="8001000" y="1131018"/>
                <a:ext cx="2603500" cy="2413866"/>
              </a:xfrm>
              <a:prstGeom prst="rect">
                <a:avLst/>
              </a:prstGeom>
              <a:noFill/>
            </p:spPr>
            <p:txBody>
              <a:bodyPr wrap="square" rtlCol="0">
                <a:spAutoFit/>
              </a:bodyPr>
              <a:lstStyle/>
              <a:p>
                <a:pPr>
                  <a:lnSpc>
                    <a:spcPct val="150000"/>
                  </a:lnSpc>
                </a:pPr>
                <a:r>
                  <a:rPr lang="zh-CN" altLang="en-US" b="1" dirty="0"/>
                  <a:t>状态转移率</a:t>
                </a:r>
                <a:endParaRPr lang="en-US" altLang="zh-CN"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altLang="zh-CN" i="1" dirty="0">
                          <a:latin typeface="Cambria Math" panose="02040503050406030204" pitchFamily="18" charset="0"/>
                        </a:rPr>
                        <m:t>Ts</m:t>
                      </m:r>
                      <m:d>
                        <m:dPr>
                          <m:ctrlPr>
                            <a:rPr lang="en-US" altLang="zh-CN" b="0" i="1" dirty="0" smtClean="0">
                              <a:latin typeface="Cambria Math" panose="02040503050406030204" pitchFamily="18" charset="0"/>
                            </a:rPr>
                          </m:ctrlPr>
                        </m:dPr>
                        <m:e>
                          <m:r>
                            <m:rPr>
                              <m:sty m:val="p"/>
                            </m:rPr>
                            <a:rPr lang="en-US" altLang="zh-CN" b="0" i="0" dirty="0" smtClean="0">
                              <a:latin typeface="Cambria Math" panose="02040503050406030204" pitchFamily="18" charset="0"/>
                            </a:rPr>
                            <m:t>a</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b</m:t>
                          </m:r>
                        </m:e>
                      </m:d>
                      <m:r>
                        <a:rPr lang="en-US" altLang="zh-CN" b="0" i="0" dirty="0" smtClean="0">
                          <a:latin typeface="Cambria Math" panose="02040503050406030204" pitchFamily="18" charset="0"/>
                        </a:rPr>
                        <m:t>=</m:t>
                      </m:r>
                      <m:f>
                        <m:fPr>
                          <m:ctrlPr>
                            <a:rPr lang="en-US" altLang="zh-CN" b="0" i="1" dirty="0" smtClean="0">
                              <a:latin typeface="Cambria Math" panose="02040503050406030204" pitchFamily="18" charset="0"/>
                            </a:rPr>
                          </m:ctrlPr>
                        </m:fPr>
                        <m:num>
                          <m:r>
                            <m:rPr>
                              <m:sty m:val="p"/>
                            </m:rPr>
                            <a:rPr lang="en-US" altLang="zh-CN" i="1" dirty="0">
                              <a:latin typeface="Cambria Math" panose="02040503050406030204" pitchFamily="18" charset="0"/>
                            </a:rPr>
                            <m:t>a</m:t>
                          </m:r>
                          <m:r>
                            <a:rPr lang="zh-CN" altLang="en-US" i="1" dirty="0">
                              <a:latin typeface="Cambria Math" panose="02040503050406030204" pitchFamily="18" charset="0"/>
                            </a:rPr>
                            <m:t>转入</m:t>
                          </m:r>
                          <m:r>
                            <m:rPr>
                              <m:sty m:val="p"/>
                            </m:rPr>
                            <a:rPr lang="en-US" altLang="zh-CN" i="1" dirty="0" smtClean="0">
                              <a:latin typeface="Cambria Math" panose="02040503050406030204" pitchFamily="18" charset="0"/>
                            </a:rPr>
                            <m:t>b</m:t>
                          </m:r>
                        </m:num>
                        <m:den>
                          <m:r>
                            <m:rPr>
                              <m:sty m:val="p"/>
                            </m:rPr>
                            <a:rPr lang="en-US" altLang="zh-CN" i="1" dirty="0">
                              <a:latin typeface="Cambria Math" panose="02040503050406030204" pitchFamily="18" charset="0"/>
                            </a:rPr>
                            <m:t>a</m:t>
                          </m:r>
                          <m:r>
                            <a:rPr lang="zh-CN" altLang="en-US" i="1" dirty="0" smtClean="0">
                              <a:latin typeface="Cambria Math" panose="02040503050406030204" pitchFamily="18" charset="0"/>
                            </a:rPr>
                            <m:t>总数</m:t>
                          </m:r>
                        </m:den>
                      </m:f>
                    </m:oMath>
                  </m:oMathPara>
                </a14:m>
                <a:endParaRPr lang="en-US" altLang="zh-CN" dirty="0"/>
              </a:p>
              <a:p>
                <a:pPr>
                  <a:lnSpc>
                    <a:spcPct val="150000"/>
                  </a:lnSpc>
                </a:pPr>
                <a:r>
                  <a:rPr lang="zh-CN" altLang="en-US" b="1" dirty="0"/>
                  <a:t>状态转移矩阵</a:t>
                </a:r>
                <a:endParaRPr lang="en-US" altLang="zh-CN" b="1" dirty="0"/>
              </a:p>
              <a:p>
                <a:pPr/>
                <a14:m>
                  <m:oMathPara xmlns:m="http://schemas.openxmlformats.org/officeDocument/2006/math">
                    <m:oMathParaPr>
                      <m:jc m:val="centerGroup"/>
                    </m:oMathParaPr>
                    <m:oMath xmlns:m="http://schemas.openxmlformats.org/officeDocument/2006/math">
                      <m:d>
                        <m:dPr>
                          <m:ctrlPr>
                            <a:rPr lang="en-US" altLang="zh-CN" i="1" smtClean="0">
                              <a:latin typeface="Cambria Math" panose="02040503050406030204" pitchFamily="18" charset="0"/>
                            </a:rPr>
                          </m:ctrlPr>
                        </m:dPr>
                        <m:e>
                          <m:m>
                            <m:mPr>
                              <m:mcs>
                                <m:mc>
                                  <m:mcPr>
                                    <m:count m:val="3"/>
                                    <m:mcJc m:val="center"/>
                                  </m:mcPr>
                                </m:mc>
                              </m:mcs>
                              <m:ctrlPr>
                                <a:rPr lang="en-US" altLang="zh-CN" i="1" smtClean="0">
                                  <a:latin typeface="Cambria Math" panose="02040503050406030204" pitchFamily="18" charset="0"/>
                                </a:rPr>
                              </m:ctrlPr>
                            </m:mPr>
                            <m:mr>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b="0" i="1" smtClean="0">
                                    <a:latin typeface="Cambria Math" panose="02040503050406030204" pitchFamily="18" charset="0"/>
                                  </a:rPr>
                                  <m:t>(1,1)</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(1,2)</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(1,3)</m:t>
                                </m:r>
                              </m:e>
                            </m:mr>
                            <m:mr>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(2,1)</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(2,2)</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(2,3)</m:t>
                                </m:r>
                              </m:e>
                            </m:mr>
                            <m:mr>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(3,1)</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(3,2)</m:t>
                                </m:r>
                              </m:e>
                              <m:e>
                                <m:r>
                                  <m:rPr>
                                    <m:sty m:val="p"/>
                                    <m:brk m:alnAt="7"/>
                                  </m:rPr>
                                  <a:rPr lang="en-US" altLang="zh-CN" i="1">
                                    <a:latin typeface="Cambria Math" panose="02040503050406030204" pitchFamily="18" charset="0"/>
                                  </a:rPr>
                                  <m:t>T</m:t>
                                </m:r>
                                <m:r>
                                  <m:rPr>
                                    <m:sty m:val="p"/>
                                  </m:rPr>
                                  <a:rPr lang="en-US" altLang="zh-CN" i="1">
                                    <a:latin typeface="Cambria Math" panose="02040503050406030204" pitchFamily="18" charset="0"/>
                                  </a:rPr>
                                  <m:t>s</m:t>
                                </m:r>
                                <m:r>
                                  <a:rPr lang="en-US" altLang="zh-CN" i="1">
                                    <a:latin typeface="Cambria Math" panose="02040503050406030204" pitchFamily="18" charset="0"/>
                                  </a:rPr>
                                  <m:t>(3,3)</m:t>
                                </m:r>
                              </m:e>
                            </m:mr>
                          </m:m>
                        </m:e>
                      </m:d>
                    </m:oMath>
                  </m:oMathPara>
                </a14:m>
                <a:endParaRPr lang="zh-CN" altLang="en-US" dirty="0"/>
              </a:p>
            </p:txBody>
          </p:sp>
        </mc:Choice>
        <mc:Fallback xmlns="">
          <p:sp>
            <p:nvSpPr>
              <p:cNvPr id="17" name="文本框 16">
                <a:extLst>
                  <a:ext uri="{FF2B5EF4-FFF2-40B4-BE49-F238E27FC236}">
                    <a16:creationId xmlns:a16="http://schemas.microsoft.com/office/drawing/2014/main" id="{EEA5D674-F0B4-4278-0999-0BA3FA4CFE9F}"/>
                  </a:ext>
                </a:extLst>
              </p:cNvPr>
              <p:cNvSpPr txBox="1">
                <a:spLocks noRot="1" noChangeAspect="1" noMove="1" noResize="1" noEditPoints="1" noAdjustHandles="1" noChangeArrowheads="1" noChangeShapeType="1" noTextEdit="1"/>
              </p:cNvSpPr>
              <p:nvPr/>
            </p:nvSpPr>
            <p:spPr>
              <a:xfrm>
                <a:off x="8001000" y="1131018"/>
                <a:ext cx="2603500" cy="2413866"/>
              </a:xfrm>
              <a:prstGeom prst="rect">
                <a:avLst/>
              </a:prstGeom>
              <a:blipFill>
                <a:blip r:embed="rId2"/>
                <a:stretch>
                  <a:fillRect l="-2108" r="-16393"/>
                </a:stretch>
              </a:blipFill>
            </p:spPr>
            <p:txBody>
              <a:bodyPr/>
              <a:lstStyle/>
              <a:p>
                <a:r>
                  <a:rPr lang="zh-CN" altLang="en-US">
                    <a:noFill/>
                  </a:rPr>
                  <a:t> </a:t>
                </a:r>
              </a:p>
            </p:txBody>
          </p:sp>
        </mc:Fallback>
      </mc:AlternateContent>
      <p:grpSp>
        <p:nvGrpSpPr>
          <p:cNvPr id="32" name="组合 31">
            <a:extLst>
              <a:ext uri="{FF2B5EF4-FFF2-40B4-BE49-F238E27FC236}">
                <a16:creationId xmlns:a16="http://schemas.microsoft.com/office/drawing/2014/main" id="{43919F4C-C164-78E8-1A64-4917DBA6D700}"/>
              </a:ext>
            </a:extLst>
          </p:cNvPr>
          <p:cNvGrpSpPr/>
          <p:nvPr/>
        </p:nvGrpSpPr>
        <p:grpSpPr>
          <a:xfrm>
            <a:off x="8156238" y="3880782"/>
            <a:ext cx="2980261" cy="2763964"/>
            <a:chOff x="8156238" y="3880782"/>
            <a:chExt cx="2980261" cy="2763964"/>
          </a:xfrm>
        </p:grpSpPr>
        <p:sp>
          <p:nvSpPr>
            <p:cNvPr id="18" name="椭圆 17">
              <a:extLst>
                <a:ext uri="{FF2B5EF4-FFF2-40B4-BE49-F238E27FC236}">
                  <a16:creationId xmlns:a16="http://schemas.microsoft.com/office/drawing/2014/main" id="{3AF92830-679A-D9CB-2E5F-21CD20A57C8F}"/>
                </a:ext>
              </a:extLst>
            </p:cNvPr>
            <p:cNvSpPr/>
            <p:nvPr/>
          </p:nvSpPr>
          <p:spPr>
            <a:xfrm>
              <a:off x="9309100" y="4270374"/>
              <a:ext cx="577850" cy="577850"/>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7FCA191C-3159-B05D-3D4C-BD9F124123EB}"/>
                </a:ext>
              </a:extLst>
            </p:cNvPr>
            <p:cNvSpPr/>
            <p:nvPr/>
          </p:nvSpPr>
          <p:spPr>
            <a:xfrm>
              <a:off x="8437562" y="5548841"/>
              <a:ext cx="577850" cy="577850"/>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49C973A2-5AC0-171F-FE66-69089E744E5B}"/>
                </a:ext>
              </a:extLst>
            </p:cNvPr>
            <p:cNvSpPr/>
            <p:nvPr/>
          </p:nvSpPr>
          <p:spPr>
            <a:xfrm>
              <a:off x="10239375" y="5560483"/>
              <a:ext cx="577850" cy="577850"/>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弧形 21">
              <a:extLst>
                <a:ext uri="{FF2B5EF4-FFF2-40B4-BE49-F238E27FC236}">
                  <a16:creationId xmlns:a16="http://schemas.microsoft.com/office/drawing/2014/main" id="{EBBF4626-DF66-3B6F-46F9-59514D52A1CF}"/>
                </a:ext>
              </a:extLst>
            </p:cNvPr>
            <p:cNvSpPr/>
            <p:nvPr/>
          </p:nvSpPr>
          <p:spPr>
            <a:xfrm rot="3284174">
              <a:off x="9822076" y="4601631"/>
              <a:ext cx="1587070" cy="49318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箭头: 上弧形 22">
              <a:extLst>
                <a:ext uri="{FF2B5EF4-FFF2-40B4-BE49-F238E27FC236}">
                  <a16:creationId xmlns:a16="http://schemas.microsoft.com/office/drawing/2014/main" id="{DB394252-0219-51AB-2534-AB0A458B6D75}"/>
                </a:ext>
              </a:extLst>
            </p:cNvPr>
            <p:cNvSpPr/>
            <p:nvPr/>
          </p:nvSpPr>
          <p:spPr>
            <a:xfrm rot="10800000">
              <a:off x="8804490" y="6151562"/>
              <a:ext cx="1587070" cy="49318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箭头: 上弧形 23">
              <a:extLst>
                <a:ext uri="{FF2B5EF4-FFF2-40B4-BE49-F238E27FC236}">
                  <a16:creationId xmlns:a16="http://schemas.microsoft.com/office/drawing/2014/main" id="{AB5FF7F7-BE66-4F65-13CA-5A071BB94EB6}"/>
                </a:ext>
              </a:extLst>
            </p:cNvPr>
            <p:cNvSpPr/>
            <p:nvPr/>
          </p:nvSpPr>
          <p:spPr>
            <a:xfrm rot="18447850">
              <a:off x="7767980" y="4591189"/>
              <a:ext cx="1587070" cy="49318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箭头: 上弧形 25">
              <a:extLst>
                <a:ext uri="{FF2B5EF4-FFF2-40B4-BE49-F238E27FC236}">
                  <a16:creationId xmlns:a16="http://schemas.microsoft.com/office/drawing/2014/main" id="{90515AA8-10FC-FC62-3107-DD56D8C7BD92}"/>
                </a:ext>
              </a:extLst>
            </p:cNvPr>
            <p:cNvSpPr/>
            <p:nvPr/>
          </p:nvSpPr>
          <p:spPr>
            <a:xfrm>
              <a:off x="9345720" y="3880782"/>
              <a:ext cx="504610" cy="279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箭头: 上弧形 26">
              <a:extLst>
                <a:ext uri="{FF2B5EF4-FFF2-40B4-BE49-F238E27FC236}">
                  <a16:creationId xmlns:a16="http://schemas.microsoft.com/office/drawing/2014/main" id="{869D53D3-1BB5-F637-734D-20D5754C316E}"/>
                </a:ext>
              </a:extLst>
            </p:cNvPr>
            <p:cNvSpPr/>
            <p:nvPr/>
          </p:nvSpPr>
          <p:spPr>
            <a:xfrm rot="8214800">
              <a:off x="10631889" y="6011861"/>
              <a:ext cx="504610" cy="279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箭头: 上弧形 27">
              <a:extLst>
                <a:ext uri="{FF2B5EF4-FFF2-40B4-BE49-F238E27FC236}">
                  <a16:creationId xmlns:a16="http://schemas.microsoft.com/office/drawing/2014/main" id="{E9310A57-6DF0-36AE-8BAE-3AEC4F7F4B3D}"/>
                </a:ext>
              </a:extLst>
            </p:cNvPr>
            <p:cNvSpPr/>
            <p:nvPr/>
          </p:nvSpPr>
          <p:spPr>
            <a:xfrm rot="14350085">
              <a:off x="8043633" y="5970207"/>
              <a:ext cx="504610" cy="279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箭头: 右 28">
              <a:extLst>
                <a:ext uri="{FF2B5EF4-FFF2-40B4-BE49-F238E27FC236}">
                  <a16:creationId xmlns:a16="http://schemas.microsoft.com/office/drawing/2014/main" id="{9FEC0A98-0D23-B7E5-ACEC-C85A53A78249}"/>
                </a:ext>
              </a:extLst>
            </p:cNvPr>
            <p:cNvSpPr/>
            <p:nvPr/>
          </p:nvSpPr>
          <p:spPr>
            <a:xfrm rot="7348062">
              <a:off x="8691900" y="5105842"/>
              <a:ext cx="871538" cy="187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4DB0C947-55D3-3B49-5461-66A3D51AF6AD}"/>
                </a:ext>
              </a:extLst>
            </p:cNvPr>
            <p:cNvSpPr/>
            <p:nvPr/>
          </p:nvSpPr>
          <p:spPr>
            <a:xfrm rot="14156489">
              <a:off x="9638128" y="5100852"/>
              <a:ext cx="871538" cy="187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右 30">
              <a:extLst>
                <a:ext uri="{FF2B5EF4-FFF2-40B4-BE49-F238E27FC236}">
                  <a16:creationId xmlns:a16="http://schemas.microsoft.com/office/drawing/2014/main" id="{0AAA0B40-53DA-803D-6ECC-8EDF43B2DC77}"/>
                </a:ext>
              </a:extLst>
            </p:cNvPr>
            <p:cNvSpPr/>
            <p:nvPr/>
          </p:nvSpPr>
          <p:spPr>
            <a:xfrm>
              <a:off x="9191624" y="5798345"/>
              <a:ext cx="871538" cy="187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a:extLst>
              <a:ext uri="{FF2B5EF4-FFF2-40B4-BE49-F238E27FC236}">
                <a16:creationId xmlns:a16="http://schemas.microsoft.com/office/drawing/2014/main" id="{EDBE22C0-7C49-A686-4E3E-8DEE074DBF6D}"/>
              </a:ext>
            </a:extLst>
          </p:cNvPr>
          <p:cNvSpPr txBox="1"/>
          <p:nvPr/>
        </p:nvSpPr>
        <p:spPr>
          <a:xfrm>
            <a:off x="508000" y="2425700"/>
            <a:ext cx="6495654" cy="3365024"/>
          </a:xfrm>
          <a:prstGeom prst="rect">
            <a:avLst/>
          </a:prstGeom>
          <a:noFill/>
        </p:spPr>
        <p:txBody>
          <a:bodyPr wrap="square" rtlCol="0">
            <a:spAutoFit/>
          </a:bodyPr>
          <a:lstStyle/>
          <a:p>
            <a:pPr>
              <a:lnSpc>
                <a:spcPct val="150000"/>
              </a:lnSpc>
            </a:pPr>
            <a:r>
              <a:rPr lang="zh-CN" altLang="en-US" dirty="0"/>
              <a:t>基本假设：</a:t>
            </a:r>
            <a:r>
              <a:rPr lang="zh-CN" altLang="en-US" b="1" dirty="0"/>
              <a:t>下一状态仅仅依赖于上一状态</a:t>
            </a:r>
            <a:endParaRPr lang="en-US" altLang="zh-CN" b="1" dirty="0"/>
          </a:p>
          <a:p>
            <a:pPr>
              <a:lnSpc>
                <a:spcPct val="150000"/>
              </a:lnSpc>
            </a:pPr>
            <a:r>
              <a:rPr lang="zh-CN" altLang="en-US" dirty="0"/>
              <a:t>即：</a:t>
            </a:r>
            <a:endParaRPr lang="en-US" altLang="zh-CN" dirty="0"/>
          </a:p>
          <a:p>
            <a:pPr marL="342900" indent="-342900">
              <a:lnSpc>
                <a:spcPct val="150000"/>
              </a:lnSpc>
              <a:buAutoNum type="arabicPeriod"/>
            </a:pPr>
            <a:r>
              <a:rPr lang="zh-CN" altLang="en-US" dirty="0"/>
              <a:t>假设下一届毕业生决策</a:t>
            </a:r>
            <a:r>
              <a:rPr lang="zh-CN" altLang="en-US" b="1" dirty="0"/>
              <a:t>主要</a:t>
            </a:r>
            <a:r>
              <a:rPr lang="zh-CN" altLang="en-US" dirty="0"/>
              <a:t>参考上一届情况</a:t>
            </a:r>
            <a:endParaRPr lang="en-US" altLang="zh-CN" dirty="0"/>
          </a:p>
          <a:p>
            <a:pPr marL="342900" indent="-342900">
              <a:lnSpc>
                <a:spcPct val="150000"/>
              </a:lnSpc>
              <a:buAutoNum type="arabicPeriod"/>
            </a:pPr>
            <a:r>
              <a:rPr lang="zh-CN" altLang="en-US"/>
              <a:t>假设两年</a:t>
            </a:r>
            <a:r>
              <a:rPr lang="zh-CN" altLang="en-US" dirty="0"/>
              <a:t>间社会环境</a:t>
            </a:r>
            <a:r>
              <a:rPr lang="zh-CN" altLang="en-US" b="1" dirty="0"/>
              <a:t>不发生</a:t>
            </a:r>
            <a:r>
              <a:rPr lang="zh-CN" altLang="en-US" dirty="0"/>
              <a:t>巨大改变</a:t>
            </a:r>
            <a:endParaRPr lang="en-US" altLang="zh-CN" dirty="0"/>
          </a:p>
          <a:p>
            <a:pPr marL="342900" indent="-342900">
              <a:lnSpc>
                <a:spcPct val="150000"/>
              </a:lnSpc>
              <a:buAutoNum type="arabicPeriod"/>
            </a:pPr>
            <a:endParaRPr lang="en-US" altLang="zh-CN" dirty="0"/>
          </a:p>
          <a:p>
            <a:pPr>
              <a:lnSpc>
                <a:spcPct val="150000"/>
              </a:lnSpc>
            </a:pPr>
            <a:r>
              <a:rPr lang="zh-CN" altLang="en-US" dirty="0"/>
              <a:t>计算状态转移矩阵的转移矩阵，可以预测毕业生未来去向构成</a:t>
            </a:r>
            <a:endParaRPr lang="en-US" altLang="zh-CN" dirty="0"/>
          </a:p>
          <a:p>
            <a:pPr>
              <a:lnSpc>
                <a:spcPct val="150000"/>
              </a:lnSpc>
            </a:pPr>
            <a:r>
              <a:rPr lang="zh-CN" altLang="en-US" dirty="0"/>
              <a:t>以后的研究可以考虑引入大环境变化并量化为对某一转移正面</a:t>
            </a:r>
            <a:r>
              <a:rPr lang="en-US" altLang="zh-CN" dirty="0"/>
              <a:t>/</a:t>
            </a:r>
            <a:r>
              <a:rPr lang="zh-CN" altLang="en-US" dirty="0"/>
              <a:t>负面影响，还可以使用马尔可夫随机场尝试预测</a:t>
            </a:r>
          </a:p>
        </p:txBody>
      </p:sp>
    </p:spTree>
    <p:extLst>
      <p:ext uri="{BB962C8B-B14F-4D97-AF65-F5344CB8AC3E}">
        <p14:creationId xmlns:p14="http://schemas.microsoft.com/office/powerpoint/2010/main" val="1074826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p:cNvSpPr txBox="1">
            <a:spLocks/>
          </p:cNvSpPr>
          <p:nvPr/>
        </p:nvSpPr>
        <p:spPr>
          <a:xfrm>
            <a:off x="457200" y="1908279"/>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反思与总结</a:t>
            </a:r>
          </a:p>
        </p:txBody>
      </p:sp>
    </p:spTree>
    <p:extLst>
      <p:ext uri="{BB962C8B-B14F-4D97-AF65-F5344CB8AC3E}">
        <p14:creationId xmlns:p14="http://schemas.microsoft.com/office/powerpoint/2010/main" val="2222000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反思与总结</a:t>
            </a:r>
          </a:p>
        </p:txBody>
      </p:sp>
      <p:sp>
        <p:nvSpPr>
          <p:cNvPr id="5" name="文本框 4">
            <a:extLst>
              <a:ext uri="{FF2B5EF4-FFF2-40B4-BE49-F238E27FC236}">
                <a16:creationId xmlns:a16="http://schemas.microsoft.com/office/drawing/2014/main" id="{4CF71A26-0612-5858-06C7-31CF2980A976}"/>
              </a:ext>
            </a:extLst>
          </p:cNvPr>
          <p:cNvSpPr txBox="1"/>
          <p:nvPr/>
        </p:nvSpPr>
        <p:spPr>
          <a:xfrm>
            <a:off x="361950" y="1208086"/>
            <a:ext cx="5041900" cy="707886"/>
          </a:xfrm>
          <a:prstGeom prst="rect">
            <a:avLst/>
          </a:prstGeom>
          <a:noFill/>
        </p:spPr>
        <p:txBody>
          <a:bodyPr wrap="square" rtlCol="0">
            <a:spAutoFit/>
          </a:bodyPr>
          <a:lstStyle/>
          <a:p>
            <a:r>
              <a:rPr lang="zh-CN" altLang="en-US" sz="4000" b="1" dirty="0"/>
              <a:t>缺陷分析与解决方案</a:t>
            </a:r>
          </a:p>
        </p:txBody>
      </p:sp>
      <p:sp>
        <p:nvSpPr>
          <p:cNvPr id="6" name="文本框 5">
            <a:extLst>
              <a:ext uri="{FF2B5EF4-FFF2-40B4-BE49-F238E27FC236}">
                <a16:creationId xmlns:a16="http://schemas.microsoft.com/office/drawing/2014/main" id="{DC8CF0B6-DA53-841B-7CD4-BFEE420FD819}"/>
              </a:ext>
            </a:extLst>
          </p:cNvPr>
          <p:cNvSpPr txBox="1"/>
          <p:nvPr/>
        </p:nvSpPr>
        <p:spPr>
          <a:xfrm>
            <a:off x="508000" y="1961351"/>
            <a:ext cx="10800556" cy="4196020"/>
          </a:xfrm>
          <a:prstGeom prst="rect">
            <a:avLst/>
          </a:prstGeom>
          <a:noFill/>
        </p:spPr>
        <p:txBody>
          <a:bodyPr wrap="square" rtlCol="0">
            <a:spAutoFit/>
          </a:bodyPr>
          <a:lstStyle/>
          <a:p>
            <a:pPr>
              <a:lnSpc>
                <a:spcPct val="150000"/>
              </a:lnSpc>
            </a:pPr>
            <a:r>
              <a:rPr lang="en-US" altLang="zh-CN" dirty="0"/>
              <a:t>Q1</a:t>
            </a:r>
            <a:r>
              <a:rPr lang="zh-CN" altLang="en-US" dirty="0"/>
              <a:t>：不同专业间也存在交大就业情况差异，如计算机科学与技术和仪器科学与技术专业就业情况显著不同，如何解决？</a:t>
            </a:r>
            <a:endParaRPr lang="en-US" altLang="zh-CN" dirty="0"/>
          </a:p>
          <a:p>
            <a:pPr>
              <a:lnSpc>
                <a:spcPct val="150000"/>
              </a:lnSpc>
            </a:pPr>
            <a:r>
              <a:rPr lang="en-US" altLang="zh-CN" dirty="0"/>
              <a:t>A1</a:t>
            </a:r>
            <a:r>
              <a:rPr lang="zh-CN" altLang="en-US" dirty="0"/>
              <a:t>：保证各专业比例构成基本一致，必要时可以单独分析部分专业情况。</a:t>
            </a:r>
            <a:endParaRPr lang="en-US" altLang="zh-CN" dirty="0"/>
          </a:p>
          <a:p>
            <a:pPr>
              <a:lnSpc>
                <a:spcPct val="150000"/>
              </a:lnSpc>
            </a:pPr>
            <a:r>
              <a:rPr lang="en-US" altLang="zh-CN" dirty="0"/>
              <a:t>Q2</a:t>
            </a:r>
            <a:r>
              <a:rPr lang="zh-CN" altLang="en-US" dirty="0"/>
              <a:t>：不同专业年龄差异是否会造成影响？</a:t>
            </a:r>
            <a:endParaRPr lang="en-US" altLang="zh-CN" dirty="0"/>
          </a:p>
          <a:p>
            <a:pPr>
              <a:lnSpc>
                <a:spcPct val="150000"/>
              </a:lnSpc>
            </a:pPr>
            <a:r>
              <a:rPr lang="en-US" altLang="zh-CN" dirty="0"/>
              <a:t>A2</a:t>
            </a:r>
            <a:r>
              <a:rPr lang="zh-CN" altLang="en-US" dirty="0"/>
              <a:t>：可能造成影响，可以考虑每年调查一个年级，以消除此差异。</a:t>
            </a:r>
            <a:endParaRPr lang="en-US" altLang="zh-CN" dirty="0"/>
          </a:p>
          <a:p>
            <a:pPr>
              <a:lnSpc>
                <a:spcPct val="150000"/>
              </a:lnSpc>
            </a:pPr>
            <a:r>
              <a:rPr lang="en-US" altLang="zh-CN" dirty="0"/>
              <a:t>Q3</a:t>
            </a:r>
            <a:r>
              <a:rPr lang="zh-CN" altLang="en-US" dirty="0"/>
              <a:t>：创业人员、出国人员可能难以取得联系，问卷样本是否可能出现偏差？</a:t>
            </a:r>
            <a:endParaRPr lang="en-US" altLang="zh-CN" dirty="0"/>
          </a:p>
          <a:p>
            <a:pPr>
              <a:lnSpc>
                <a:spcPct val="150000"/>
              </a:lnSpc>
            </a:pPr>
            <a:r>
              <a:rPr lang="en-US" altLang="zh-CN" dirty="0"/>
              <a:t>A3</a:t>
            </a:r>
            <a:r>
              <a:rPr lang="zh-CN" altLang="en-US" dirty="0"/>
              <a:t>：与校方记录比较，如有此情况可动用人员单独联系和通过案例研究弥补。</a:t>
            </a:r>
            <a:endParaRPr lang="en-US" altLang="zh-CN" dirty="0"/>
          </a:p>
          <a:p>
            <a:pPr>
              <a:lnSpc>
                <a:spcPct val="150000"/>
              </a:lnSpc>
            </a:pPr>
            <a:r>
              <a:rPr lang="en-US" altLang="zh-CN" dirty="0"/>
              <a:t>Q4</a:t>
            </a:r>
            <a:r>
              <a:rPr lang="zh-CN" altLang="en-US" dirty="0"/>
              <a:t>：研究的是变化，直接比较去向记录即可得到，为何需要问卷？</a:t>
            </a:r>
            <a:endParaRPr lang="en-US" altLang="zh-CN" dirty="0"/>
          </a:p>
          <a:p>
            <a:pPr>
              <a:lnSpc>
                <a:spcPct val="150000"/>
              </a:lnSpc>
            </a:pPr>
            <a:r>
              <a:rPr lang="en-US" altLang="zh-CN" dirty="0"/>
              <a:t>A4</a:t>
            </a:r>
            <a:r>
              <a:rPr lang="zh-CN" altLang="en-US" dirty="0"/>
              <a:t>：去向意向变化体现为实际变化具有滞后性，比如考研人数激增不会导致录取人数随之增加。研究去向意向的变化对于解决实际社会问题更具有价值和指导意义。</a:t>
            </a:r>
          </a:p>
        </p:txBody>
      </p:sp>
    </p:spTree>
    <p:extLst>
      <p:ext uri="{BB962C8B-B14F-4D97-AF65-F5344CB8AC3E}">
        <p14:creationId xmlns:p14="http://schemas.microsoft.com/office/powerpoint/2010/main" val="894725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小组分工</a:t>
            </a:r>
          </a:p>
        </p:txBody>
      </p:sp>
      <p:graphicFrame>
        <p:nvGraphicFramePr>
          <p:cNvPr id="3" name="图示 2">
            <a:extLst>
              <a:ext uri="{FF2B5EF4-FFF2-40B4-BE49-F238E27FC236}">
                <a16:creationId xmlns:a16="http://schemas.microsoft.com/office/drawing/2014/main" id="{136B3A6C-7FC1-8D19-F2FE-9002559D5D7F}"/>
              </a:ext>
            </a:extLst>
          </p:cNvPr>
          <p:cNvGraphicFramePr/>
          <p:nvPr>
            <p:extLst>
              <p:ext uri="{D42A27DB-BD31-4B8C-83A1-F6EECF244321}">
                <p14:modId xmlns:p14="http://schemas.microsoft.com/office/powerpoint/2010/main" val="809612652"/>
              </p:ext>
            </p:extLst>
          </p:nvPr>
        </p:nvGraphicFramePr>
        <p:xfrm>
          <a:off x="2032000" y="3343275"/>
          <a:ext cx="8128000" cy="27950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EA8CA737-E962-67D2-15B2-AF906E9733B3}"/>
              </a:ext>
            </a:extLst>
          </p:cNvPr>
          <p:cNvSpPr txBox="1"/>
          <p:nvPr/>
        </p:nvSpPr>
        <p:spPr>
          <a:xfrm>
            <a:off x="2399109" y="1775501"/>
            <a:ext cx="7393782" cy="830997"/>
          </a:xfrm>
          <a:prstGeom prst="rect">
            <a:avLst/>
          </a:prstGeom>
          <a:noFill/>
        </p:spPr>
        <p:txBody>
          <a:bodyPr wrap="square" rtlCol="0">
            <a:spAutoFit/>
          </a:bodyPr>
          <a:lstStyle/>
          <a:p>
            <a:pPr algn="ctr"/>
            <a:r>
              <a:rPr lang="zh-CN" altLang="en-US" sz="2400" dirty="0">
                <a:effectLst>
                  <a:outerShdw blurRad="50800" dist="38100" dir="2700000" algn="tl" rotWithShape="0">
                    <a:prstClr val="black">
                      <a:alpha val="40000"/>
                    </a:prstClr>
                  </a:outerShdw>
                </a:effectLst>
              </a:rPr>
              <a:t>王凯灵（组长）：逻辑路线设计、背景调研、</a:t>
            </a:r>
            <a:endParaRPr lang="en-US" altLang="zh-CN" sz="2400" dirty="0">
              <a:effectLst>
                <a:outerShdw blurRad="50800" dist="38100" dir="2700000" algn="tl" rotWithShape="0">
                  <a:prstClr val="black">
                    <a:alpha val="40000"/>
                  </a:prstClr>
                </a:outerShdw>
              </a:effectLst>
            </a:endParaRPr>
          </a:p>
          <a:p>
            <a:pPr algn="ctr"/>
            <a:r>
              <a:rPr lang="zh-CN" altLang="en-US" sz="2400" dirty="0">
                <a:effectLst>
                  <a:outerShdw blurRad="50800" dist="38100" dir="2700000" algn="tl" rotWithShape="0">
                    <a:prstClr val="black">
                      <a:alpha val="40000"/>
                    </a:prstClr>
                  </a:outerShdw>
                </a:effectLst>
              </a:rPr>
              <a:t>全流程框架设计、访谈问题设计、</a:t>
            </a:r>
            <a:r>
              <a:rPr lang="en-US" altLang="zh-CN" sz="2400" dirty="0">
                <a:effectLst>
                  <a:outerShdw blurRad="50800" dist="38100" dir="2700000" algn="tl" rotWithShape="0">
                    <a:prstClr val="black">
                      <a:alpha val="40000"/>
                    </a:prstClr>
                  </a:outerShdw>
                </a:effectLst>
              </a:rPr>
              <a:t>PPT</a:t>
            </a:r>
            <a:endParaRPr lang="zh-CN" altLang="en-US" sz="2400" dirty="0">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1841969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EDDAA7D5-0C7B-92BB-A172-D54A100AF2A0}"/>
              </a:ext>
            </a:extLst>
          </p:cNvPr>
          <p:cNvSpPr txBox="1">
            <a:spLocks noGrp="1"/>
          </p:cNvSpPr>
          <p:nvPr>
            <p:ph type="body" sz="quarter" idx="10"/>
          </p:nvPr>
        </p:nvSpPr>
        <p:spPr>
          <a:xfrm>
            <a:off x="9525" y="0"/>
            <a:ext cx="12172950" cy="855663"/>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a:t>小组课程收获</a:t>
            </a:r>
            <a:endParaRPr lang="zh-CN" altLang="en-US" sz="3600" dirty="0"/>
          </a:p>
        </p:txBody>
      </p:sp>
      <p:sp>
        <p:nvSpPr>
          <p:cNvPr id="3" name="文本框 2">
            <a:extLst>
              <a:ext uri="{FF2B5EF4-FFF2-40B4-BE49-F238E27FC236}">
                <a16:creationId xmlns:a16="http://schemas.microsoft.com/office/drawing/2014/main" id="{360BE514-CA8F-A883-4F35-9B055695ACE5}"/>
              </a:ext>
            </a:extLst>
          </p:cNvPr>
          <p:cNvSpPr txBox="1"/>
          <p:nvPr/>
        </p:nvSpPr>
        <p:spPr>
          <a:xfrm>
            <a:off x="4498848" y="1447877"/>
            <a:ext cx="3194304" cy="4639365"/>
          </a:xfrm>
          <a:prstGeom prst="rect">
            <a:avLst/>
          </a:prstGeom>
          <a:noFill/>
          <a:effectLst>
            <a:outerShdw blurRad="50800" dist="38100" dir="5400000" algn="t" rotWithShape="0">
              <a:prstClr val="black">
                <a:alpha val="40000"/>
              </a:prstClr>
            </a:outerShdw>
          </a:effectLst>
        </p:spPr>
        <p:txBody>
          <a:bodyPr wrap="square">
            <a:spAutoFit/>
          </a:bodyPr>
          <a:lstStyle/>
          <a:p>
            <a:pPr algn="just"/>
            <a:r>
              <a:rPr lang="zh-CN" altLang="zh-CN" sz="1800" kern="100" dirty="0">
                <a:effectLst/>
                <a:latin typeface="+mn-ea"/>
                <a:cs typeface="Times New Roman" panose="02020603050405020304" pitchFamily="18" charset="0"/>
              </a:rPr>
              <a:t>学习这门课程最主要的收获还是学习到了社会科学研究的一些相关方法。作为理科学生平时接触的都是理工科，很少关注社会科学。通过这门课程的学习首先是了解了一下文献查阅方面的技巧，这类技巧是无论做什么科学研究都通用的，非常有效。其次就是了解了一些社会科学方面的研究方法，也许之后能够为理工科的研究提供一些新的思路，也能够拓展我们的经验。最后是参与的小组项目动手实践设计问卷，大概体验了社会科学研究项目从提出到设计的过程。</a:t>
            </a:r>
          </a:p>
        </p:txBody>
      </p:sp>
      <p:sp>
        <p:nvSpPr>
          <p:cNvPr id="6" name="文本框 5">
            <a:extLst>
              <a:ext uri="{FF2B5EF4-FFF2-40B4-BE49-F238E27FC236}">
                <a16:creationId xmlns:a16="http://schemas.microsoft.com/office/drawing/2014/main" id="{62CCF8BC-F076-E3A4-B398-911CC404984C}"/>
              </a:ext>
            </a:extLst>
          </p:cNvPr>
          <p:cNvSpPr txBox="1"/>
          <p:nvPr/>
        </p:nvSpPr>
        <p:spPr>
          <a:xfrm>
            <a:off x="8156448" y="1447877"/>
            <a:ext cx="3060192" cy="4524315"/>
          </a:xfrm>
          <a:prstGeom prst="rect">
            <a:avLst/>
          </a:prstGeom>
          <a:noFill/>
          <a:effectLst>
            <a:outerShdw blurRad="50800" dist="38100" dir="5400000" algn="t" rotWithShape="0">
              <a:prstClr val="black">
                <a:alpha val="40000"/>
              </a:prstClr>
            </a:outerShdw>
          </a:effectLst>
        </p:spPr>
        <p:txBody>
          <a:bodyPr wrap="square">
            <a:spAutoFit/>
          </a:bodyPr>
          <a:lstStyle/>
          <a:p>
            <a:pPr algn="just"/>
            <a:r>
              <a:rPr lang="zh-CN" altLang="zh-CN" sz="1800" kern="100" dirty="0">
                <a:effectLst/>
                <a:latin typeface="+mn-ea"/>
                <a:cs typeface="Times New Roman" panose="02020603050405020304" pitchFamily="18" charset="0"/>
              </a:rPr>
              <a:t>学习社会学研究方法对于我来说真的有很大的帮助，长远的不说，就在学校科研立项、特色调研、暑期调研等活动的开展过程中，社会学研究方法起着非常重要的作用。半个学期下来，我对于如何选题、如何制定研究方案、设计调查问卷、如何进行测量与数据分析、以及如何进行访谈等社会学研究的各个环节有了更深入的了解。最后我参与的小组项目动手实践设计问卷，大概体验了社会科学研究项目从提出到设计的过程。</a:t>
            </a:r>
          </a:p>
        </p:txBody>
      </p:sp>
      <p:sp>
        <p:nvSpPr>
          <p:cNvPr id="8" name="文本框 7">
            <a:extLst>
              <a:ext uri="{FF2B5EF4-FFF2-40B4-BE49-F238E27FC236}">
                <a16:creationId xmlns:a16="http://schemas.microsoft.com/office/drawing/2014/main" id="{471AE9A8-99A0-9810-FB0C-7A32EAB1C18F}"/>
              </a:ext>
            </a:extLst>
          </p:cNvPr>
          <p:cNvSpPr txBox="1"/>
          <p:nvPr/>
        </p:nvSpPr>
        <p:spPr>
          <a:xfrm>
            <a:off x="694944" y="1447877"/>
            <a:ext cx="3340608" cy="4801314"/>
          </a:xfrm>
          <a:prstGeom prst="rect">
            <a:avLst/>
          </a:prstGeom>
          <a:noFill/>
          <a:effectLst>
            <a:outerShdw blurRad="50800" dist="38100" dir="5400000" algn="t" rotWithShape="0">
              <a:prstClr val="black">
                <a:alpha val="40000"/>
              </a:prstClr>
            </a:outerShdw>
          </a:effectLst>
        </p:spPr>
        <p:txBody>
          <a:bodyPr wrap="square">
            <a:spAutoFit/>
          </a:bodyPr>
          <a:lstStyle/>
          <a:p>
            <a:pPr algn="just"/>
            <a:r>
              <a:rPr lang="zh-CN" altLang="zh-CN" sz="1800" kern="100" dirty="0">
                <a:effectLst/>
                <a:latin typeface="+mn-ea"/>
                <a:cs typeface="Times New Roman" panose="02020603050405020304" pitchFamily="18" charset="0"/>
              </a:rPr>
              <a:t>社会科学研究方法这门课对我来说意义很大。一方面，我了解了文献对学术研究的价值，学会了如何去通过各大平台搜索文献，如何去辨识文献，找到我所需要的资料，这对我们以后的工作无疑是有重要作用的。另一方面，我也了解了关于调研的一些知识，诸如变量，问卷和访谈的联系与区别等等，知道了调研需要注意的一些细节以及调研有哪些方法。最后，我们通过期末作业的形式付诸于实践，更深刻地理解了调研的意义，同时也能更好地运用所学的方法，成功做到了理论用于实践。</a:t>
            </a:r>
          </a:p>
        </p:txBody>
      </p:sp>
    </p:spTree>
    <p:extLst>
      <p:ext uri="{BB962C8B-B14F-4D97-AF65-F5344CB8AC3E}">
        <p14:creationId xmlns:p14="http://schemas.microsoft.com/office/powerpoint/2010/main" val="3170420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1">
            <a:extLst>
              <a:ext uri="{FF2B5EF4-FFF2-40B4-BE49-F238E27FC236}">
                <a16:creationId xmlns:a16="http://schemas.microsoft.com/office/drawing/2014/main" id="{B4F5F427-23EE-4F86-0D1E-101D309F7EF4}"/>
              </a:ext>
            </a:extLst>
          </p:cNvPr>
          <p:cNvSpPr txBox="1">
            <a:spLocks/>
          </p:cNvSpPr>
          <p:nvPr/>
        </p:nvSpPr>
        <p:spPr>
          <a:xfrm>
            <a:off x="0" y="1572999"/>
            <a:ext cx="12192000" cy="1332761"/>
          </a:xfrm>
          <a:prstGeom prst="rect">
            <a:avLst/>
          </a:prstGeom>
          <a:effectLst>
            <a:outerShdw blurRad="50800" dist="38100" dir="13500000" algn="br" rotWithShape="0">
              <a:prstClr val="black">
                <a:alpha val="40000"/>
              </a:prstClr>
            </a:outerShdw>
            <a:reflection blurRad="6350" stA="50000" endA="300" endPos="55000" dir="5400000" sy="-100000" algn="bl" rotWithShape="0"/>
          </a:effectLst>
        </p:spPr>
        <p:txBody>
          <a:bodyPr vert="horz" lIns="144000" tIns="144000" rIns="144000" bIns="144000" rtlCol="0" anchor="ctr" anchorCtr="0">
            <a:no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9600" spc="300" dirty="0">
                <a:effectLst>
                  <a:outerShdw blurRad="38100" dist="127000" dir="2700000" algn="tl">
                    <a:srgbClr val="000000">
                      <a:alpha val="43137"/>
                    </a:srgbClr>
                  </a:outerShdw>
                </a:effectLst>
              </a:rPr>
              <a:t>谢谢倾听</a:t>
            </a:r>
          </a:p>
        </p:txBody>
      </p:sp>
    </p:spTree>
    <p:extLst>
      <p:ext uri="{BB962C8B-B14F-4D97-AF65-F5344CB8AC3E}">
        <p14:creationId xmlns:p14="http://schemas.microsoft.com/office/powerpoint/2010/main" val="581239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1">
            <a:extLst>
              <a:ext uri="{FF2B5EF4-FFF2-40B4-BE49-F238E27FC236}">
                <a16:creationId xmlns:a16="http://schemas.microsoft.com/office/drawing/2014/main" id="{B4F5F427-23EE-4F86-0D1E-101D309F7EF4}"/>
              </a:ext>
            </a:extLst>
          </p:cNvPr>
          <p:cNvSpPr txBox="1">
            <a:spLocks/>
          </p:cNvSpPr>
          <p:nvPr/>
        </p:nvSpPr>
        <p:spPr>
          <a:xfrm>
            <a:off x="0" y="1572999"/>
            <a:ext cx="12192000" cy="1332761"/>
          </a:xfrm>
          <a:prstGeom prst="rect">
            <a:avLst/>
          </a:prstGeom>
          <a:effectLst>
            <a:outerShdw blurRad="50800" dist="38100" dir="13500000" algn="br" rotWithShape="0">
              <a:prstClr val="black">
                <a:alpha val="40000"/>
              </a:prstClr>
            </a:outerShdw>
            <a:reflection blurRad="6350" stA="50000" endA="300" endPos="55000" dir="5400000" sy="-100000" algn="bl" rotWithShape="0"/>
          </a:effectLst>
        </p:spPr>
        <p:txBody>
          <a:bodyPr vert="horz" lIns="144000" tIns="144000" rIns="144000" bIns="144000" rtlCol="0" anchor="ctr" anchorCtr="0">
            <a:noAutofit/>
          </a:bodyPr>
          <a:lstStyle>
            <a:lvl1pPr marL="0" indent="0" algn="ctr" defTabSz="914400" rtl="0" eaLnBrk="1" latinLnBrk="0" hangingPunct="1">
              <a:lnSpc>
                <a:spcPct val="100000"/>
              </a:lnSpc>
              <a:spcBef>
                <a:spcPts val="1000"/>
              </a:spcBef>
              <a:buFont typeface="Arial" panose="020B060402020202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9600" spc="300" dirty="0">
                <a:effectLst>
                  <a:outerShdw blurRad="38100" dist="127000" dir="2700000" algn="tl">
                    <a:srgbClr val="000000">
                      <a:alpha val="43137"/>
                    </a:srgbClr>
                  </a:outerShdw>
                </a:effectLst>
              </a:rPr>
              <a:t>Q&amp;A</a:t>
            </a:r>
            <a:endParaRPr lang="zh-CN" altLang="en-US" sz="9600" spc="300" dirty="0">
              <a:effectLst>
                <a:outerShdw blurRad="38100" dist="127000" dir="2700000" algn="tl">
                  <a:srgbClr val="000000">
                    <a:alpha val="43137"/>
                  </a:srgbClr>
                </a:outerShdw>
              </a:effectLst>
            </a:endParaRPr>
          </a:p>
        </p:txBody>
      </p:sp>
    </p:spTree>
    <p:extLst>
      <p:ext uri="{BB962C8B-B14F-4D97-AF65-F5344CB8AC3E}">
        <p14:creationId xmlns:p14="http://schemas.microsoft.com/office/powerpoint/2010/main" val="830893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SJTU-学术">
      <a:dk1>
        <a:srgbClr val="000000"/>
      </a:dk1>
      <a:lt1>
        <a:srgbClr val="FFFFFF"/>
      </a:lt1>
      <a:dk2>
        <a:srgbClr val="003264"/>
      </a:dk2>
      <a:lt2>
        <a:srgbClr val="D9D9D9"/>
      </a:lt2>
      <a:accent1>
        <a:srgbClr val="004098"/>
      </a:accent1>
      <a:accent2>
        <a:srgbClr val="2B75CF"/>
      </a:accent2>
      <a:accent3>
        <a:srgbClr val="BD9F68"/>
      </a:accent3>
      <a:accent4>
        <a:srgbClr val="C55A11"/>
      </a:accent4>
      <a:accent5>
        <a:srgbClr val="FFC000"/>
      </a:accent5>
      <a:accent6>
        <a:srgbClr val="A6A6A6"/>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1541</TotalTime>
  <Words>1329</Words>
  <Application>Microsoft Office PowerPoint</Application>
  <PresentationFormat>宽屏</PresentationFormat>
  <Paragraphs>256</Paragraphs>
  <Slides>33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33</vt:i4>
      </vt:variant>
    </vt:vector>
  </HeadingPairs>
  <TitlesOfParts>
    <vt:vector size="38" baseType="lpstr">
      <vt:lpstr>微软雅黑</vt:lpstr>
      <vt:lpstr>Arial</vt:lpstr>
      <vt:lpstr>Arial Black</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Kailing</dc:creator>
  <cp:lastModifiedBy>Kailing</cp:lastModifiedBy>
  <cp:revision>1</cp:revision>
  <dcterms:created xsi:type="dcterms:W3CDTF">2021-11-22T04:20:28Z</dcterms:created>
  <dcterms:modified xsi:type="dcterms:W3CDTF">2022-11-25T05:41:28Z</dcterms:modified>
  <cp:contentStatus/>
</cp:coreProperties>
</file>