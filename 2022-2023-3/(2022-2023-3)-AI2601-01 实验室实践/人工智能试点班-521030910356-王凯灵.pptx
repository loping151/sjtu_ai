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4" r:id="rId9"/>
    <p:sldId id="266" r:id="rId10"/>
    <p:sldId id="263" r:id="rId11"/>
    <p:sldId id="265" r:id="rId12"/>
    <p:sldId id="269" r:id="rId13"/>
    <p:sldId id="26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D8990D-F73E-428C-8D6A-3604518FAE6B}" v="1" dt="2023-09-08T04:08:03.3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5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162" y="72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iling Wang" userId="291a47e472658d09" providerId="LiveId" clId="{41EF0178-F57F-4B48-B899-AB740F00089F}"/>
    <pc:docChg chg="undo custSel addSld delSld modSld sldOrd modMainMaster">
      <pc:chgData name="Kailing Wang" userId="291a47e472658d09" providerId="LiveId" clId="{41EF0178-F57F-4B48-B899-AB740F00089F}" dt="2023-09-04T14:13:53.793" v="1781"/>
      <pc:docMkLst>
        <pc:docMk/>
      </pc:docMkLst>
      <pc:sldChg chg="delSp modSp mod modTransition">
        <pc:chgData name="Kailing Wang" userId="291a47e472658d09" providerId="LiveId" clId="{41EF0178-F57F-4B48-B899-AB740F00089F}" dt="2023-09-04T13:44:18.368" v="1575" actId="20577"/>
        <pc:sldMkLst>
          <pc:docMk/>
          <pc:sldMk cId="3623670889" sldId="256"/>
        </pc:sldMkLst>
        <pc:spChg chg="mod">
          <ac:chgData name="Kailing Wang" userId="291a47e472658d09" providerId="LiveId" clId="{41EF0178-F57F-4B48-B899-AB740F00089F}" dt="2023-09-03T11:29:01.835" v="3" actId="1076"/>
          <ac:spMkLst>
            <pc:docMk/>
            <pc:sldMk cId="3623670889" sldId="256"/>
            <ac:spMk id="2" creationId="{EC75347A-A1DF-6101-4092-1CFB6C92063B}"/>
          </ac:spMkLst>
        </pc:spChg>
        <pc:spChg chg="mod">
          <ac:chgData name="Kailing Wang" userId="291a47e472658d09" providerId="LiveId" clId="{41EF0178-F57F-4B48-B899-AB740F00089F}" dt="2023-09-04T13:44:18.368" v="1575" actId="20577"/>
          <ac:spMkLst>
            <pc:docMk/>
            <pc:sldMk cId="3623670889" sldId="256"/>
            <ac:spMk id="3" creationId="{DFA6D0CF-453F-E295-35F2-436108CD161E}"/>
          </ac:spMkLst>
        </pc:spChg>
        <pc:spChg chg="del mod">
          <ac:chgData name="Kailing Wang" userId="291a47e472658d09" providerId="LiveId" clId="{41EF0178-F57F-4B48-B899-AB740F00089F}" dt="2023-09-03T11:49:20.639" v="26" actId="478"/>
          <ac:spMkLst>
            <pc:docMk/>
            <pc:sldMk cId="3623670889" sldId="256"/>
            <ac:spMk id="6" creationId="{546831F9-9863-913E-13B1-6034FCE32272}"/>
          </ac:spMkLst>
        </pc:spChg>
      </pc:sldChg>
      <pc:sldChg chg="addSp delSp modSp add mod modTransition">
        <pc:chgData name="Kailing Wang" userId="291a47e472658d09" providerId="LiveId" clId="{41EF0178-F57F-4B48-B899-AB740F00089F}" dt="2023-09-04T13:48:42.901" v="1586" actId="20577"/>
        <pc:sldMkLst>
          <pc:docMk/>
          <pc:sldMk cId="4015971402" sldId="257"/>
        </pc:sldMkLst>
        <pc:spChg chg="del">
          <ac:chgData name="Kailing Wang" userId="291a47e472658d09" providerId="LiveId" clId="{41EF0178-F57F-4B48-B899-AB740F00089F}" dt="2023-09-03T11:29:14.640" v="6" actId="478"/>
          <ac:spMkLst>
            <pc:docMk/>
            <pc:sldMk cId="4015971402" sldId="257"/>
            <ac:spMk id="2" creationId="{EC75347A-A1DF-6101-4092-1CFB6C92063B}"/>
          </ac:spMkLst>
        </pc:spChg>
        <pc:spChg chg="del">
          <ac:chgData name="Kailing Wang" userId="291a47e472658d09" providerId="LiveId" clId="{41EF0178-F57F-4B48-B899-AB740F00089F}" dt="2023-09-03T11:29:17.888" v="8" actId="478"/>
          <ac:spMkLst>
            <pc:docMk/>
            <pc:sldMk cId="4015971402" sldId="257"/>
            <ac:spMk id="3" creationId="{DFA6D0CF-453F-E295-35F2-436108CD161E}"/>
          </ac:spMkLst>
        </pc:spChg>
        <pc:spChg chg="add del mod">
          <ac:chgData name="Kailing Wang" userId="291a47e472658d09" providerId="LiveId" clId="{41EF0178-F57F-4B48-B899-AB740F00089F}" dt="2023-09-03T11:29:16.758" v="7" actId="478"/>
          <ac:spMkLst>
            <pc:docMk/>
            <pc:sldMk cId="4015971402" sldId="257"/>
            <ac:spMk id="5" creationId="{8A36CE3E-78A5-5CED-1AB2-A76B92CCD1A1}"/>
          </ac:spMkLst>
        </pc:spChg>
        <pc:spChg chg="add del mod">
          <ac:chgData name="Kailing Wang" userId="291a47e472658d09" providerId="LiveId" clId="{41EF0178-F57F-4B48-B899-AB740F00089F}" dt="2023-09-03T11:29:19.154" v="9" actId="478"/>
          <ac:spMkLst>
            <pc:docMk/>
            <pc:sldMk cId="4015971402" sldId="257"/>
            <ac:spMk id="7" creationId="{D0405D63-A263-91DB-ED91-6C19CA3C0779}"/>
          </ac:spMkLst>
        </pc:spChg>
        <pc:spChg chg="add mod">
          <ac:chgData name="Kailing Wang" userId="291a47e472658d09" providerId="LiveId" clId="{41EF0178-F57F-4B48-B899-AB740F00089F}" dt="2023-09-03T11:49:53.590" v="32" actId="1076"/>
          <ac:spMkLst>
            <pc:docMk/>
            <pc:sldMk cId="4015971402" sldId="257"/>
            <ac:spMk id="10" creationId="{483636B8-F5C1-1E08-5CB6-710073DBF2F2}"/>
          </ac:spMkLst>
        </pc:spChg>
        <pc:spChg chg="mod">
          <ac:chgData name="Kailing Wang" userId="291a47e472658d09" providerId="LiveId" clId="{41EF0178-F57F-4B48-B899-AB740F00089F}" dt="2023-09-03T11:49:18.083" v="25" actId="255"/>
          <ac:spMkLst>
            <pc:docMk/>
            <pc:sldMk cId="4015971402" sldId="257"/>
            <ac:spMk id="11" creationId="{9A27B1DC-D913-B28D-6328-DF9F1B4A2647}"/>
          </ac:spMkLst>
        </pc:spChg>
        <pc:spChg chg="add mod">
          <ac:chgData name="Kailing Wang" userId="291a47e472658d09" providerId="LiveId" clId="{41EF0178-F57F-4B48-B899-AB740F00089F}" dt="2023-09-03T13:20:56.229" v="279" actId="2711"/>
          <ac:spMkLst>
            <pc:docMk/>
            <pc:sldMk cId="4015971402" sldId="257"/>
            <ac:spMk id="12" creationId="{81F6E132-5C30-53C4-90E4-138F79AE3A2A}"/>
          </ac:spMkLst>
        </pc:spChg>
        <pc:spChg chg="add mod">
          <ac:chgData name="Kailing Wang" userId="291a47e472658d09" providerId="LiveId" clId="{41EF0178-F57F-4B48-B899-AB740F00089F}" dt="2023-09-04T13:48:42.901" v="1586" actId="20577"/>
          <ac:spMkLst>
            <pc:docMk/>
            <pc:sldMk cId="4015971402" sldId="257"/>
            <ac:spMk id="13" creationId="{41F93902-7C7E-4345-C1D0-45916DC7874D}"/>
          </ac:spMkLst>
        </pc:spChg>
        <pc:picChg chg="add mod">
          <ac:chgData name="Kailing Wang" userId="291a47e472658d09" providerId="LiveId" clId="{41EF0178-F57F-4B48-B899-AB740F00089F}" dt="2023-09-03T12:11:03.216" v="102" actId="1076"/>
          <ac:picMkLst>
            <pc:docMk/>
            <pc:sldMk cId="4015971402" sldId="257"/>
            <ac:picMk id="9" creationId="{8CA0841D-928F-0E87-E88A-51D313840287}"/>
          </ac:picMkLst>
        </pc:picChg>
      </pc:sldChg>
      <pc:sldChg chg="addSp delSp modSp add mod modTransition">
        <pc:chgData name="Kailing Wang" userId="291a47e472658d09" providerId="LiveId" clId="{41EF0178-F57F-4B48-B899-AB740F00089F}" dt="2023-09-04T13:21:37.042" v="1573" actId="113"/>
        <pc:sldMkLst>
          <pc:docMk/>
          <pc:sldMk cId="1284556228" sldId="258"/>
        </pc:sldMkLst>
        <pc:spChg chg="add mod">
          <ac:chgData name="Kailing Wang" userId="291a47e472658d09" providerId="LiveId" clId="{41EF0178-F57F-4B48-B899-AB740F00089F}" dt="2023-09-04T13:21:37.042" v="1573" actId="113"/>
          <ac:spMkLst>
            <pc:docMk/>
            <pc:sldMk cId="1284556228" sldId="258"/>
            <ac:spMk id="2" creationId="{CEF8688A-C9D8-1F3F-1516-7DACE0F288E9}"/>
          </ac:spMkLst>
        </pc:spChg>
        <pc:spChg chg="del">
          <ac:chgData name="Kailing Wang" userId="291a47e472658d09" providerId="LiveId" clId="{41EF0178-F57F-4B48-B899-AB740F00089F}" dt="2023-09-03T11:49:31.593" v="29" actId="478"/>
          <ac:spMkLst>
            <pc:docMk/>
            <pc:sldMk cId="1284556228" sldId="258"/>
            <ac:spMk id="10" creationId="{483636B8-F5C1-1E08-5CB6-710073DBF2F2}"/>
          </ac:spMkLst>
        </pc:spChg>
        <pc:picChg chg="add mod ord">
          <ac:chgData name="Kailing Wang" userId="291a47e472658d09" providerId="LiveId" clId="{41EF0178-F57F-4B48-B899-AB740F00089F}" dt="2023-09-03T12:19:18.283" v="200" actId="167"/>
          <ac:picMkLst>
            <pc:docMk/>
            <pc:sldMk cId="1284556228" sldId="258"/>
            <ac:picMk id="4" creationId="{EF0B183F-E134-5003-2E26-6246B553166C}"/>
          </ac:picMkLst>
        </pc:picChg>
        <pc:picChg chg="del">
          <ac:chgData name="Kailing Wang" userId="291a47e472658d09" providerId="LiveId" clId="{41EF0178-F57F-4B48-B899-AB740F00089F}" dt="2023-09-03T11:49:30.380" v="28" actId="478"/>
          <ac:picMkLst>
            <pc:docMk/>
            <pc:sldMk cId="1284556228" sldId="258"/>
            <ac:picMk id="9" creationId="{8CA0841D-928F-0E87-E88A-51D313840287}"/>
          </ac:picMkLst>
        </pc:picChg>
      </pc:sldChg>
      <pc:sldChg chg="addSp delSp modSp add mod modTransition">
        <pc:chgData name="Kailing Wang" userId="291a47e472658d09" providerId="LiveId" clId="{41EF0178-F57F-4B48-B899-AB740F00089F}" dt="2023-09-03T13:22:18.181" v="315" actId="1076"/>
        <pc:sldMkLst>
          <pc:docMk/>
          <pc:sldMk cId="436924042" sldId="259"/>
        </pc:sldMkLst>
        <pc:spChg chg="mod">
          <ac:chgData name="Kailing Wang" userId="291a47e472658d09" providerId="LiveId" clId="{41EF0178-F57F-4B48-B899-AB740F00089F}" dt="2023-09-03T12:18:01.889" v="192" actId="14100"/>
          <ac:spMkLst>
            <pc:docMk/>
            <pc:sldMk cId="436924042" sldId="259"/>
            <ac:spMk id="2" creationId="{CEF8688A-C9D8-1F3F-1516-7DACE0F288E9}"/>
          </ac:spMkLst>
        </pc:spChg>
        <pc:spChg chg="add mod">
          <ac:chgData name="Kailing Wang" userId="291a47e472658d09" providerId="LiveId" clId="{41EF0178-F57F-4B48-B899-AB740F00089F}" dt="2023-09-03T12:28:40.259" v="240" actId="14100"/>
          <ac:spMkLst>
            <pc:docMk/>
            <pc:sldMk cId="436924042" sldId="259"/>
            <ac:spMk id="7" creationId="{22645552-B13D-5675-5E4A-34E149DC77F5}"/>
          </ac:spMkLst>
        </pc:spChg>
        <pc:spChg chg="add del mod">
          <ac:chgData name="Kailing Wang" userId="291a47e472658d09" providerId="LiveId" clId="{41EF0178-F57F-4B48-B899-AB740F00089F}" dt="2023-09-03T12:31:48.812" v="267" actId="767"/>
          <ac:spMkLst>
            <pc:docMk/>
            <pc:sldMk cId="436924042" sldId="259"/>
            <ac:spMk id="8" creationId="{A4067824-E49A-9B75-0B1C-5FAC3B166AF9}"/>
          </ac:spMkLst>
        </pc:spChg>
        <pc:spChg chg="add mod">
          <ac:chgData name="Kailing Wang" userId="291a47e472658d09" providerId="LiveId" clId="{41EF0178-F57F-4B48-B899-AB740F00089F}" dt="2023-09-03T13:22:10.718" v="314" actId="1076"/>
          <ac:spMkLst>
            <pc:docMk/>
            <pc:sldMk cId="436924042" sldId="259"/>
            <ac:spMk id="12" creationId="{7442D48F-C782-6BA4-2786-3D3EF2A91651}"/>
          </ac:spMkLst>
        </pc:spChg>
        <pc:picChg chg="mod ord">
          <ac:chgData name="Kailing Wang" userId="291a47e472658d09" providerId="LiveId" clId="{41EF0178-F57F-4B48-B899-AB740F00089F}" dt="2023-09-03T13:21:15.571" v="283" actId="1076"/>
          <ac:picMkLst>
            <pc:docMk/>
            <pc:sldMk cId="436924042" sldId="259"/>
            <ac:picMk id="4" creationId="{EF0B183F-E134-5003-2E26-6246B553166C}"/>
          </ac:picMkLst>
        </pc:picChg>
        <pc:picChg chg="add mod">
          <ac:chgData name="Kailing Wang" userId="291a47e472658d09" providerId="LiveId" clId="{41EF0178-F57F-4B48-B899-AB740F00089F}" dt="2023-09-03T13:22:18.181" v="315" actId="1076"/>
          <ac:picMkLst>
            <pc:docMk/>
            <pc:sldMk cId="436924042" sldId="259"/>
            <ac:picMk id="5" creationId="{B558042D-8214-F692-DFF1-487AB1723681}"/>
          </ac:picMkLst>
        </pc:picChg>
        <pc:picChg chg="add mod">
          <ac:chgData name="Kailing Wang" userId="291a47e472658d09" providerId="LiveId" clId="{41EF0178-F57F-4B48-B899-AB740F00089F}" dt="2023-09-03T12:37:54.482" v="273" actId="1076"/>
          <ac:picMkLst>
            <pc:docMk/>
            <pc:sldMk cId="436924042" sldId="259"/>
            <ac:picMk id="10" creationId="{2E567153-696B-BBF8-218D-CEA394ACDC6C}"/>
          </ac:picMkLst>
        </pc:picChg>
      </pc:sldChg>
      <pc:sldChg chg="addSp delSp modSp add mod modTransition">
        <pc:chgData name="Kailing Wang" userId="291a47e472658d09" providerId="LiveId" clId="{41EF0178-F57F-4B48-B899-AB740F00089F}" dt="2023-09-04T12:38:58.462" v="700" actId="1076"/>
        <pc:sldMkLst>
          <pc:docMk/>
          <pc:sldMk cId="3256465640" sldId="260"/>
        </pc:sldMkLst>
        <pc:spChg chg="mod">
          <ac:chgData name="Kailing Wang" userId="291a47e472658d09" providerId="LiveId" clId="{41EF0178-F57F-4B48-B899-AB740F00089F}" dt="2023-09-03T13:27:26.141" v="340" actId="20577"/>
          <ac:spMkLst>
            <pc:docMk/>
            <pc:sldMk cId="3256465640" sldId="260"/>
            <ac:spMk id="2" creationId="{CEF8688A-C9D8-1F3F-1516-7DACE0F288E9}"/>
          </ac:spMkLst>
        </pc:spChg>
        <pc:spChg chg="add del mod">
          <ac:chgData name="Kailing Wang" userId="291a47e472658d09" providerId="LiveId" clId="{41EF0178-F57F-4B48-B899-AB740F00089F}" dt="2023-09-03T13:29:45.596" v="358"/>
          <ac:spMkLst>
            <pc:docMk/>
            <pc:sldMk cId="3256465640" sldId="260"/>
            <ac:spMk id="7" creationId="{5BBE581A-5D68-A3F5-DA8C-F8E1BAED3B03}"/>
          </ac:spMkLst>
        </pc:spChg>
        <pc:spChg chg="add mod">
          <ac:chgData name="Kailing Wang" userId="291a47e472658d09" providerId="LiveId" clId="{41EF0178-F57F-4B48-B899-AB740F00089F}" dt="2023-09-04T12:38:58.462" v="700" actId="1076"/>
          <ac:spMkLst>
            <pc:docMk/>
            <pc:sldMk cId="3256465640" sldId="260"/>
            <ac:spMk id="10" creationId="{85EB0B4A-1035-016D-6361-BA5F5AF7C610}"/>
          </ac:spMkLst>
        </pc:spChg>
        <pc:picChg chg="del">
          <ac:chgData name="Kailing Wang" userId="291a47e472658d09" providerId="LiveId" clId="{41EF0178-F57F-4B48-B899-AB740F00089F}" dt="2023-09-03T13:26:55.340" v="317" actId="478"/>
          <ac:picMkLst>
            <pc:docMk/>
            <pc:sldMk cId="3256465640" sldId="260"/>
            <ac:picMk id="4" creationId="{EF0B183F-E134-5003-2E26-6246B553166C}"/>
          </ac:picMkLst>
        </pc:picChg>
        <pc:picChg chg="del">
          <ac:chgData name="Kailing Wang" userId="291a47e472658d09" providerId="LiveId" clId="{41EF0178-F57F-4B48-B899-AB740F00089F}" dt="2023-09-03T13:26:54.963" v="316" actId="478"/>
          <ac:picMkLst>
            <pc:docMk/>
            <pc:sldMk cId="3256465640" sldId="260"/>
            <ac:picMk id="5" creationId="{B558042D-8214-F692-DFF1-487AB1723681}"/>
          </ac:picMkLst>
        </pc:picChg>
        <pc:picChg chg="add mod">
          <ac:chgData name="Kailing Wang" userId="291a47e472658d09" providerId="LiveId" clId="{41EF0178-F57F-4B48-B899-AB740F00089F}" dt="2023-09-03T13:29:44.763" v="355" actId="1076"/>
          <ac:picMkLst>
            <pc:docMk/>
            <pc:sldMk cId="3256465640" sldId="260"/>
            <ac:picMk id="6" creationId="{49DB7291-3C70-D53C-B7BF-FC0F4F8E6DBE}"/>
          </ac:picMkLst>
        </pc:picChg>
        <pc:picChg chg="add mod">
          <ac:chgData name="Kailing Wang" userId="291a47e472658d09" providerId="LiveId" clId="{41EF0178-F57F-4B48-B899-AB740F00089F}" dt="2023-09-03T13:29:45.356" v="356" actId="1076"/>
          <ac:picMkLst>
            <pc:docMk/>
            <pc:sldMk cId="3256465640" sldId="260"/>
            <ac:picMk id="9" creationId="{6114CDAC-44CC-9212-4A7F-133447F59952}"/>
          </ac:picMkLst>
        </pc:picChg>
        <pc:picChg chg="add mod">
          <ac:chgData name="Kailing Wang" userId="291a47e472658d09" providerId="LiveId" clId="{41EF0178-F57F-4B48-B899-AB740F00089F}" dt="2023-09-03T13:34:44.214" v="501" actId="1076"/>
          <ac:picMkLst>
            <pc:docMk/>
            <pc:sldMk cId="3256465640" sldId="260"/>
            <ac:picMk id="13" creationId="{9200CB11-74FE-29E7-64EA-F4BCAE209C90}"/>
          </ac:picMkLst>
        </pc:picChg>
      </pc:sldChg>
      <pc:sldChg chg="addSp delSp modSp add mod">
        <pc:chgData name="Kailing Wang" userId="291a47e472658d09" providerId="LiveId" clId="{41EF0178-F57F-4B48-B899-AB740F00089F}" dt="2023-09-03T12:25:02.229" v="233" actId="1076"/>
        <pc:sldMkLst>
          <pc:docMk/>
          <pc:sldMk cId="47683340" sldId="261"/>
        </pc:sldMkLst>
        <pc:spChg chg="mod">
          <ac:chgData name="Kailing Wang" userId="291a47e472658d09" providerId="LiveId" clId="{41EF0178-F57F-4B48-B899-AB740F00089F}" dt="2023-09-03T12:21:01.744" v="223" actId="14100"/>
          <ac:spMkLst>
            <pc:docMk/>
            <pc:sldMk cId="47683340" sldId="261"/>
            <ac:spMk id="10" creationId="{483636B8-F5C1-1E08-5CB6-710073DBF2F2}"/>
          </ac:spMkLst>
        </pc:spChg>
        <pc:spChg chg="del">
          <ac:chgData name="Kailing Wang" userId="291a47e472658d09" providerId="LiveId" clId="{41EF0178-F57F-4B48-B899-AB740F00089F}" dt="2023-09-03T12:21:21.358" v="226" actId="478"/>
          <ac:spMkLst>
            <pc:docMk/>
            <pc:sldMk cId="47683340" sldId="261"/>
            <ac:spMk id="12" creationId="{81F6E132-5C30-53C4-90E4-138F79AE3A2A}"/>
          </ac:spMkLst>
        </pc:spChg>
        <pc:spChg chg="del">
          <ac:chgData name="Kailing Wang" userId="291a47e472658d09" providerId="LiveId" clId="{41EF0178-F57F-4B48-B899-AB740F00089F}" dt="2023-09-03T12:21:18.496" v="224" actId="478"/>
          <ac:spMkLst>
            <pc:docMk/>
            <pc:sldMk cId="47683340" sldId="261"/>
            <ac:spMk id="13" creationId="{41F93902-7C7E-4345-C1D0-45916DC7874D}"/>
          </ac:spMkLst>
        </pc:spChg>
        <pc:picChg chg="add mod">
          <ac:chgData name="Kailing Wang" userId="291a47e472658d09" providerId="LiveId" clId="{41EF0178-F57F-4B48-B899-AB740F00089F}" dt="2023-09-03T12:21:31.369" v="231" actId="1076"/>
          <ac:picMkLst>
            <pc:docMk/>
            <pc:sldMk cId="47683340" sldId="261"/>
            <ac:picMk id="3" creationId="{3D370FAF-68DF-DF2E-FD6A-6FCF5223CA70}"/>
          </ac:picMkLst>
        </pc:picChg>
        <pc:picChg chg="add mod">
          <ac:chgData name="Kailing Wang" userId="291a47e472658d09" providerId="LiveId" clId="{41EF0178-F57F-4B48-B899-AB740F00089F}" dt="2023-09-03T12:25:02.229" v="233" actId="1076"/>
          <ac:picMkLst>
            <pc:docMk/>
            <pc:sldMk cId="47683340" sldId="261"/>
            <ac:picMk id="5" creationId="{9F978782-0436-C9B6-87A2-A9C3751409A8}"/>
          </ac:picMkLst>
        </pc:picChg>
        <pc:picChg chg="del">
          <ac:chgData name="Kailing Wang" userId="291a47e472658d09" providerId="LiveId" clId="{41EF0178-F57F-4B48-B899-AB740F00089F}" dt="2023-09-03T12:21:18.716" v="225" actId="478"/>
          <ac:picMkLst>
            <pc:docMk/>
            <pc:sldMk cId="47683340" sldId="261"/>
            <ac:picMk id="9" creationId="{8CA0841D-928F-0E87-E88A-51D313840287}"/>
          </ac:picMkLst>
        </pc:picChg>
      </pc:sldChg>
      <pc:sldChg chg="addSp delSp modSp add mod">
        <pc:chgData name="Kailing Wang" userId="291a47e472658d09" providerId="LiveId" clId="{41EF0178-F57F-4B48-B899-AB740F00089F}" dt="2023-09-04T12:38:28.884" v="698" actId="2711"/>
        <pc:sldMkLst>
          <pc:docMk/>
          <pc:sldMk cId="3962650664" sldId="262"/>
        </pc:sldMkLst>
        <pc:spChg chg="mod">
          <ac:chgData name="Kailing Wang" userId="291a47e472658d09" providerId="LiveId" clId="{41EF0178-F57F-4B48-B899-AB740F00089F}" dt="2023-09-04T12:35:11.997" v="680" actId="1076"/>
          <ac:spMkLst>
            <pc:docMk/>
            <pc:sldMk cId="3962650664" sldId="262"/>
            <ac:spMk id="2" creationId="{CEF8688A-C9D8-1F3F-1516-7DACE0F288E9}"/>
          </ac:spMkLst>
        </pc:spChg>
        <pc:spChg chg="add mod">
          <ac:chgData name="Kailing Wang" userId="291a47e472658d09" providerId="LiveId" clId="{41EF0178-F57F-4B48-B899-AB740F00089F}" dt="2023-09-04T12:38:28.884" v="698" actId="2711"/>
          <ac:spMkLst>
            <pc:docMk/>
            <pc:sldMk cId="3962650664" sldId="262"/>
            <ac:spMk id="3" creationId="{FC5F31BB-6CE4-872A-5184-740DF0E69269}"/>
          </ac:spMkLst>
        </pc:spChg>
        <pc:spChg chg="add del mod">
          <ac:chgData name="Kailing Wang" userId="291a47e472658d09" providerId="LiveId" clId="{41EF0178-F57F-4B48-B899-AB740F00089F}" dt="2023-09-03T13:58:08.948" v="601"/>
          <ac:spMkLst>
            <pc:docMk/>
            <pc:sldMk cId="3962650664" sldId="262"/>
            <ac:spMk id="4" creationId="{A37CC2DD-66E6-91E8-7F32-E569B4291322}"/>
          </ac:spMkLst>
        </pc:spChg>
        <pc:spChg chg="del mod">
          <ac:chgData name="Kailing Wang" userId="291a47e472658d09" providerId="LiveId" clId="{41EF0178-F57F-4B48-B899-AB740F00089F}" dt="2023-09-03T13:35:34.957" v="518" actId="478"/>
          <ac:spMkLst>
            <pc:docMk/>
            <pc:sldMk cId="3962650664" sldId="262"/>
            <ac:spMk id="10" creationId="{85EB0B4A-1035-016D-6361-BA5F5AF7C610}"/>
          </ac:spMkLst>
        </pc:spChg>
        <pc:picChg chg="del">
          <ac:chgData name="Kailing Wang" userId="291a47e472658d09" providerId="LiveId" clId="{41EF0178-F57F-4B48-B899-AB740F00089F}" dt="2023-09-03T13:35:25.637" v="504" actId="478"/>
          <ac:picMkLst>
            <pc:docMk/>
            <pc:sldMk cId="3962650664" sldId="262"/>
            <ac:picMk id="6" creationId="{49DB7291-3C70-D53C-B7BF-FC0F4F8E6DBE}"/>
          </ac:picMkLst>
        </pc:picChg>
        <pc:picChg chg="add mod">
          <ac:chgData name="Kailing Wang" userId="291a47e472658d09" providerId="LiveId" clId="{41EF0178-F57F-4B48-B899-AB740F00089F}" dt="2023-09-04T12:33:25.152" v="676" actId="1076"/>
          <ac:picMkLst>
            <pc:docMk/>
            <pc:sldMk cId="3962650664" sldId="262"/>
            <ac:picMk id="7" creationId="{99FCE6ED-E912-7A95-669D-85C97185773E}"/>
          </ac:picMkLst>
        </pc:picChg>
        <pc:picChg chg="del">
          <ac:chgData name="Kailing Wang" userId="291a47e472658d09" providerId="LiveId" clId="{41EF0178-F57F-4B48-B899-AB740F00089F}" dt="2023-09-03T13:35:26.170" v="505" actId="478"/>
          <ac:picMkLst>
            <pc:docMk/>
            <pc:sldMk cId="3962650664" sldId="262"/>
            <ac:picMk id="9" creationId="{6114CDAC-44CC-9212-4A7F-133447F59952}"/>
          </ac:picMkLst>
        </pc:picChg>
        <pc:picChg chg="add mod">
          <ac:chgData name="Kailing Wang" userId="291a47e472658d09" providerId="LiveId" clId="{41EF0178-F57F-4B48-B899-AB740F00089F}" dt="2023-09-04T12:35:22.916" v="687" actId="1076"/>
          <ac:picMkLst>
            <pc:docMk/>
            <pc:sldMk cId="3962650664" sldId="262"/>
            <ac:picMk id="12" creationId="{D03510DB-AE4E-5B1C-0CDA-93BDADD1E4A4}"/>
          </ac:picMkLst>
        </pc:picChg>
        <pc:picChg chg="del">
          <ac:chgData name="Kailing Wang" userId="291a47e472658d09" providerId="LiveId" clId="{41EF0178-F57F-4B48-B899-AB740F00089F}" dt="2023-09-03T13:35:25.237" v="503" actId="478"/>
          <ac:picMkLst>
            <pc:docMk/>
            <pc:sldMk cId="3962650664" sldId="262"/>
            <ac:picMk id="13" creationId="{9200CB11-74FE-29E7-64EA-F4BCAE209C90}"/>
          </ac:picMkLst>
        </pc:picChg>
        <pc:picChg chg="add mod">
          <ac:chgData name="Kailing Wang" userId="291a47e472658d09" providerId="LiveId" clId="{41EF0178-F57F-4B48-B899-AB740F00089F}" dt="2023-09-04T12:35:19.758" v="685" actId="1076"/>
          <ac:picMkLst>
            <pc:docMk/>
            <pc:sldMk cId="3962650664" sldId="262"/>
            <ac:picMk id="15" creationId="{75284E81-7F12-1A4F-DC3C-28918F902459}"/>
          </ac:picMkLst>
        </pc:picChg>
        <pc:picChg chg="add mod">
          <ac:chgData name="Kailing Wang" userId="291a47e472658d09" providerId="LiveId" clId="{41EF0178-F57F-4B48-B899-AB740F00089F}" dt="2023-09-04T12:31:52.468" v="674" actId="1076"/>
          <ac:picMkLst>
            <pc:docMk/>
            <pc:sldMk cId="3962650664" sldId="262"/>
            <ac:picMk id="1026" creationId="{991E51F4-40D4-DB6A-27FB-8F6C2A45A2A7}"/>
          </ac:picMkLst>
        </pc:picChg>
      </pc:sldChg>
      <pc:sldChg chg="addSp delSp modSp add del mod delAnim modAnim">
        <pc:chgData name="Kailing Wang" userId="291a47e472658d09" providerId="LiveId" clId="{41EF0178-F57F-4B48-B899-AB740F00089F}" dt="2023-09-04T14:13:53.793" v="1781"/>
        <pc:sldMkLst>
          <pc:docMk/>
          <pc:sldMk cId="81020123" sldId="263"/>
        </pc:sldMkLst>
        <pc:spChg chg="del">
          <ac:chgData name="Kailing Wang" userId="291a47e472658d09" providerId="LiveId" clId="{41EF0178-F57F-4B48-B899-AB740F00089F}" dt="2023-09-03T13:52:17.112" v="525" actId="478"/>
          <ac:spMkLst>
            <pc:docMk/>
            <pc:sldMk cId="81020123" sldId="263"/>
            <ac:spMk id="2" creationId="{CEF8688A-C9D8-1F3F-1516-7DACE0F288E9}"/>
          </ac:spMkLst>
        </pc:spChg>
        <pc:picChg chg="add del mod">
          <ac:chgData name="Kailing Wang" userId="291a47e472658d09" providerId="LiveId" clId="{41EF0178-F57F-4B48-B899-AB740F00089F}" dt="2023-09-04T13:59:44.488" v="1595" actId="478"/>
          <ac:picMkLst>
            <pc:docMk/>
            <pc:sldMk cId="81020123" sldId="263"/>
            <ac:picMk id="2" creationId="{2773AC07-0A56-5C17-4F50-197161594FAE}"/>
          </ac:picMkLst>
        </pc:picChg>
        <pc:picChg chg="add mod">
          <ac:chgData name="Kailing Wang" userId="291a47e472658d09" providerId="LiveId" clId="{41EF0178-F57F-4B48-B899-AB740F00089F}" dt="2023-09-04T14:10:00.755" v="1732"/>
          <ac:picMkLst>
            <pc:docMk/>
            <pc:sldMk cId="81020123" sldId="263"/>
            <ac:picMk id="2" creationId="{47E2F485-2FC4-6CF4-3B1E-C7DA93E26EE7}"/>
          </ac:picMkLst>
        </pc:picChg>
        <pc:picChg chg="add mod">
          <ac:chgData name="Kailing Wang" userId="291a47e472658d09" providerId="LiveId" clId="{41EF0178-F57F-4B48-B899-AB740F00089F}" dt="2023-09-04T14:10:00.029" v="1730"/>
          <ac:picMkLst>
            <pc:docMk/>
            <pc:sldMk cId="81020123" sldId="263"/>
            <ac:picMk id="3" creationId="{61891247-4D7B-F7D6-CE95-7E76AA67885E}"/>
          </ac:picMkLst>
        </pc:picChg>
        <pc:picChg chg="add del mod">
          <ac:chgData name="Kailing Wang" userId="291a47e472658d09" providerId="LiveId" clId="{41EF0178-F57F-4B48-B899-AB740F00089F}" dt="2023-09-04T13:59:32.141" v="1592" actId="21"/>
          <ac:picMkLst>
            <pc:docMk/>
            <pc:sldMk cId="81020123" sldId="263"/>
            <ac:picMk id="3" creationId="{DCED2C59-9B39-5B95-DBCE-A4A8D9A8C9E5}"/>
          </ac:picMkLst>
        </pc:picChg>
        <pc:picChg chg="add mod">
          <ac:chgData name="Kailing Wang" userId="291a47e472658d09" providerId="LiveId" clId="{41EF0178-F57F-4B48-B899-AB740F00089F}" dt="2023-09-04T14:09:59.586" v="1728"/>
          <ac:picMkLst>
            <pc:docMk/>
            <pc:sldMk cId="81020123" sldId="263"/>
            <ac:picMk id="4" creationId="{314AE896-35A6-1AA1-9982-F4EE1FCD968F}"/>
          </ac:picMkLst>
        </pc:picChg>
        <pc:picChg chg="add del mod">
          <ac:chgData name="Kailing Wang" userId="291a47e472658d09" providerId="LiveId" clId="{41EF0178-F57F-4B48-B899-AB740F00089F}" dt="2023-09-04T13:59:32.141" v="1592" actId="21"/>
          <ac:picMkLst>
            <pc:docMk/>
            <pc:sldMk cId="81020123" sldId="263"/>
            <ac:picMk id="4" creationId="{6C3DBD12-1FBF-47FF-7159-7B480ED1018E}"/>
          </ac:picMkLst>
        </pc:picChg>
        <pc:picChg chg="add mod">
          <ac:chgData name="Kailing Wang" userId="291a47e472658d09" providerId="LiveId" clId="{41EF0178-F57F-4B48-B899-AB740F00089F}" dt="2023-09-04T14:13:36.806" v="1777" actId="1076"/>
          <ac:picMkLst>
            <pc:docMk/>
            <pc:sldMk cId="81020123" sldId="263"/>
            <ac:picMk id="5" creationId="{1C8CBD4D-2F48-0E91-2920-94B90518C1B4}"/>
          </ac:picMkLst>
        </pc:picChg>
        <pc:picChg chg="add del mod">
          <ac:chgData name="Kailing Wang" userId="291a47e472658d09" providerId="LiveId" clId="{41EF0178-F57F-4B48-B899-AB740F00089F}" dt="2023-09-04T13:59:32.141" v="1592" actId="21"/>
          <ac:picMkLst>
            <pc:docMk/>
            <pc:sldMk cId="81020123" sldId="263"/>
            <ac:picMk id="5" creationId="{EC058FD3-4B77-CFEC-6B3F-E962064707D7}"/>
          </ac:picMkLst>
        </pc:picChg>
        <pc:picChg chg="add del mod">
          <ac:chgData name="Kailing Wang" userId="291a47e472658d09" providerId="LiveId" clId="{41EF0178-F57F-4B48-B899-AB740F00089F}" dt="2023-09-04T14:12:58.744" v="1764" actId="478"/>
          <ac:picMkLst>
            <pc:docMk/>
            <pc:sldMk cId="81020123" sldId="263"/>
            <ac:picMk id="6" creationId="{1C0AE2CB-FC2A-7058-66EC-6804C8733EAD}"/>
          </ac:picMkLst>
        </pc:picChg>
        <pc:picChg chg="add del mod">
          <ac:chgData name="Kailing Wang" userId="291a47e472658d09" providerId="LiveId" clId="{41EF0178-F57F-4B48-B899-AB740F00089F}" dt="2023-09-04T13:59:32.141" v="1592" actId="21"/>
          <ac:picMkLst>
            <pc:docMk/>
            <pc:sldMk cId="81020123" sldId="263"/>
            <ac:picMk id="6" creationId="{26F682D7-287D-8998-814E-9EB2831A2667}"/>
          </ac:picMkLst>
        </pc:picChg>
        <pc:picChg chg="add del mod">
          <ac:chgData name="Kailing Wang" userId="291a47e472658d09" providerId="LiveId" clId="{41EF0178-F57F-4B48-B899-AB740F00089F}" dt="2023-09-04T13:59:32.141" v="1592" actId="21"/>
          <ac:picMkLst>
            <pc:docMk/>
            <pc:sldMk cId="81020123" sldId="263"/>
            <ac:picMk id="7" creationId="{2D07D60F-A1FC-555D-DC78-67B963CBFDA2}"/>
          </ac:picMkLst>
        </pc:picChg>
        <pc:picChg chg="add del mod">
          <ac:chgData name="Kailing Wang" userId="291a47e472658d09" providerId="LiveId" clId="{41EF0178-F57F-4B48-B899-AB740F00089F}" dt="2023-09-04T14:12:53.117" v="1763" actId="478"/>
          <ac:picMkLst>
            <pc:docMk/>
            <pc:sldMk cId="81020123" sldId="263"/>
            <ac:picMk id="7" creationId="{9DB76090-BF54-3380-069D-DD6D73F89264}"/>
          </ac:picMkLst>
        </pc:picChg>
        <pc:picChg chg="add del mod">
          <ac:chgData name="Kailing Wang" userId="291a47e472658d09" providerId="LiveId" clId="{41EF0178-F57F-4B48-B899-AB740F00089F}" dt="2023-09-04T13:59:44.488" v="1595" actId="478"/>
          <ac:picMkLst>
            <pc:docMk/>
            <pc:sldMk cId="81020123" sldId="263"/>
            <ac:picMk id="8" creationId="{1E802E3A-5EDE-0601-3950-20B7E926372C}"/>
          </ac:picMkLst>
        </pc:picChg>
        <pc:picChg chg="add del mod">
          <ac:chgData name="Kailing Wang" userId="291a47e472658d09" providerId="LiveId" clId="{41EF0178-F57F-4B48-B899-AB740F00089F}" dt="2023-09-03T13:54:10.800" v="548" actId="478"/>
          <ac:picMkLst>
            <pc:docMk/>
            <pc:sldMk cId="81020123" sldId="263"/>
            <ac:picMk id="8" creationId="{77A97305-9375-AB03-7E95-FDE895126F94}"/>
          </ac:picMkLst>
        </pc:picChg>
        <pc:picChg chg="add del mod">
          <ac:chgData name="Kailing Wang" userId="291a47e472658d09" providerId="LiveId" clId="{41EF0178-F57F-4B48-B899-AB740F00089F}" dt="2023-09-04T14:12:59.181" v="1765" actId="478"/>
          <ac:picMkLst>
            <pc:docMk/>
            <pc:sldMk cId="81020123" sldId="263"/>
            <ac:picMk id="8" creationId="{AC0E925D-2A29-C1AC-D1DC-BB70D05EEED3}"/>
          </ac:picMkLst>
        </pc:picChg>
        <pc:picChg chg="add del mod">
          <ac:chgData name="Kailing Wang" userId="291a47e472658d09" providerId="LiveId" clId="{41EF0178-F57F-4B48-B899-AB740F00089F}" dt="2023-09-04T13:59:32.141" v="1592" actId="21"/>
          <ac:picMkLst>
            <pc:docMk/>
            <pc:sldMk cId="81020123" sldId="263"/>
            <ac:picMk id="9" creationId="{18942B5F-864A-A5A6-63A4-E6C2D5C0E38C}"/>
          </ac:picMkLst>
        </pc:picChg>
        <pc:picChg chg="add del mod">
          <ac:chgData name="Kailing Wang" userId="291a47e472658d09" providerId="LiveId" clId="{41EF0178-F57F-4B48-B899-AB740F00089F}" dt="2023-09-04T14:12:59.454" v="1766" actId="478"/>
          <ac:picMkLst>
            <pc:docMk/>
            <pc:sldMk cId="81020123" sldId="263"/>
            <ac:picMk id="9" creationId="{A03FFC17-ACD9-50C7-4D0A-B44E9DD28A6F}"/>
          </ac:picMkLst>
        </pc:picChg>
        <pc:picChg chg="add mod">
          <ac:chgData name="Kailing Wang" userId="291a47e472658d09" providerId="LiveId" clId="{41EF0178-F57F-4B48-B899-AB740F00089F}" dt="2023-09-04T14:13:09.993" v="1769" actId="1076"/>
          <ac:picMkLst>
            <pc:docMk/>
            <pc:sldMk cId="81020123" sldId="263"/>
            <ac:picMk id="10" creationId="{05E34C99-862A-D927-1943-2E3D428F0913}"/>
          </ac:picMkLst>
        </pc:picChg>
        <pc:picChg chg="add del mod">
          <ac:chgData name="Kailing Wang" userId="291a47e472658d09" providerId="LiveId" clId="{41EF0178-F57F-4B48-B899-AB740F00089F}" dt="2023-09-04T13:59:44.488" v="1595" actId="478"/>
          <ac:picMkLst>
            <pc:docMk/>
            <pc:sldMk cId="81020123" sldId="263"/>
            <ac:picMk id="10" creationId="{C2E061F2-951E-3A28-A2E1-A863FAC284F1}"/>
          </ac:picMkLst>
        </pc:picChg>
        <pc:picChg chg="add del mod">
          <ac:chgData name="Kailing Wang" userId="291a47e472658d09" providerId="LiveId" clId="{41EF0178-F57F-4B48-B899-AB740F00089F}" dt="2023-09-04T13:59:44.488" v="1595" actId="478"/>
          <ac:picMkLst>
            <pc:docMk/>
            <pc:sldMk cId="81020123" sldId="263"/>
            <ac:picMk id="12" creationId="{148C8215-D976-2313-69F2-2184BB172A96}"/>
          </ac:picMkLst>
        </pc:picChg>
        <pc:picChg chg="add mod">
          <ac:chgData name="Kailing Wang" userId="291a47e472658d09" providerId="LiveId" clId="{41EF0178-F57F-4B48-B899-AB740F00089F}" dt="2023-09-04T14:13:14.381" v="1772" actId="1076"/>
          <ac:picMkLst>
            <pc:docMk/>
            <pc:sldMk cId="81020123" sldId="263"/>
            <ac:picMk id="12" creationId="{494FA605-BDB2-95AB-8BB1-BE22F12A1A08}"/>
          </ac:picMkLst>
        </pc:picChg>
        <pc:picChg chg="add mod">
          <ac:chgData name="Kailing Wang" userId="291a47e472658d09" providerId="LiveId" clId="{41EF0178-F57F-4B48-B899-AB740F00089F}" dt="2023-09-04T14:13:23.555" v="1774" actId="1076"/>
          <ac:picMkLst>
            <pc:docMk/>
            <pc:sldMk cId="81020123" sldId="263"/>
            <ac:picMk id="13" creationId="{5330AA14-A35F-C731-1FEE-05A36DA609A6}"/>
          </ac:picMkLst>
        </pc:picChg>
        <pc:picChg chg="add del mod">
          <ac:chgData name="Kailing Wang" userId="291a47e472658d09" providerId="LiveId" clId="{41EF0178-F57F-4B48-B899-AB740F00089F}" dt="2023-09-04T13:59:44.488" v="1595" actId="478"/>
          <ac:picMkLst>
            <pc:docMk/>
            <pc:sldMk cId="81020123" sldId="263"/>
            <ac:picMk id="13" creationId="{92C5E125-29EF-431E-3557-EABC21F45FF0}"/>
          </ac:picMkLst>
        </pc:picChg>
        <pc:picChg chg="add del mod">
          <ac:chgData name="Kailing Wang" userId="291a47e472658d09" providerId="LiveId" clId="{41EF0178-F57F-4B48-B899-AB740F00089F}" dt="2023-09-04T13:59:44.488" v="1595" actId="478"/>
          <ac:picMkLst>
            <pc:docMk/>
            <pc:sldMk cId="81020123" sldId="263"/>
            <ac:picMk id="14" creationId="{768C6A20-41F8-0594-9F8F-D262D0AB4759}"/>
          </ac:picMkLst>
        </pc:picChg>
        <pc:picChg chg="add mod">
          <ac:chgData name="Kailing Wang" userId="291a47e472658d09" providerId="LiveId" clId="{41EF0178-F57F-4B48-B899-AB740F00089F}" dt="2023-09-04T14:13:28.113" v="1776" actId="1076"/>
          <ac:picMkLst>
            <pc:docMk/>
            <pc:sldMk cId="81020123" sldId="263"/>
            <ac:picMk id="14" creationId="{88F5DE08-93D1-66D7-1E42-1403E04EDF7F}"/>
          </ac:picMkLst>
        </pc:picChg>
        <pc:picChg chg="add del mod">
          <ac:chgData name="Kailing Wang" userId="291a47e472658d09" providerId="LiveId" clId="{41EF0178-F57F-4B48-B899-AB740F00089F}" dt="2023-09-04T14:05:13.859" v="1722" actId="478"/>
          <ac:picMkLst>
            <pc:docMk/>
            <pc:sldMk cId="81020123" sldId="263"/>
            <ac:picMk id="15" creationId="{1F2F416B-E7E4-B02D-E601-F9625D846E58}"/>
          </ac:picMkLst>
        </pc:picChg>
        <pc:picChg chg="add del mod">
          <ac:chgData name="Kailing Wang" userId="291a47e472658d09" providerId="LiveId" clId="{41EF0178-F57F-4B48-B899-AB740F00089F}" dt="2023-09-04T14:05:13.859" v="1722" actId="478"/>
          <ac:picMkLst>
            <pc:docMk/>
            <pc:sldMk cId="81020123" sldId="263"/>
            <ac:picMk id="16" creationId="{DBE9276D-1E38-77CC-3ECA-B9C44682E7E3}"/>
          </ac:picMkLst>
        </pc:picChg>
        <pc:picChg chg="add del mod">
          <ac:chgData name="Kailing Wang" userId="291a47e472658d09" providerId="LiveId" clId="{41EF0178-F57F-4B48-B899-AB740F00089F}" dt="2023-09-04T14:05:13.859" v="1722" actId="478"/>
          <ac:picMkLst>
            <pc:docMk/>
            <pc:sldMk cId="81020123" sldId="263"/>
            <ac:picMk id="17" creationId="{146F0398-44B4-E18F-D069-0AD67BB68B68}"/>
          </ac:picMkLst>
        </pc:picChg>
        <pc:picChg chg="add del mod">
          <ac:chgData name="Kailing Wang" userId="291a47e472658d09" providerId="LiveId" clId="{41EF0178-F57F-4B48-B899-AB740F00089F}" dt="2023-09-04T14:05:13.859" v="1722" actId="478"/>
          <ac:picMkLst>
            <pc:docMk/>
            <pc:sldMk cId="81020123" sldId="263"/>
            <ac:picMk id="18" creationId="{83C573C4-EFA6-7A84-1ADA-DE62AC84D2C7}"/>
          </ac:picMkLst>
        </pc:picChg>
        <pc:picChg chg="add del mod">
          <ac:chgData name="Kailing Wang" userId="291a47e472658d09" providerId="LiveId" clId="{41EF0178-F57F-4B48-B899-AB740F00089F}" dt="2023-09-04T14:05:13.859" v="1722" actId="478"/>
          <ac:picMkLst>
            <pc:docMk/>
            <pc:sldMk cId="81020123" sldId="263"/>
            <ac:picMk id="19" creationId="{E7DF51A5-55B9-A843-A569-BD30DD189248}"/>
          </ac:picMkLst>
        </pc:picChg>
        <pc:picChg chg="add del mod">
          <ac:chgData name="Kailing Wang" userId="291a47e472658d09" providerId="LiveId" clId="{41EF0178-F57F-4B48-B899-AB740F00089F}" dt="2023-09-04T14:05:13.859" v="1722" actId="478"/>
          <ac:picMkLst>
            <pc:docMk/>
            <pc:sldMk cId="81020123" sldId="263"/>
            <ac:picMk id="20" creationId="{1F9553BF-8B34-E3F5-2B69-5F759EA91ABA}"/>
          </ac:picMkLst>
        </pc:picChg>
        <pc:picChg chg="add del mod">
          <ac:chgData name="Kailing Wang" userId="291a47e472658d09" providerId="LiveId" clId="{41EF0178-F57F-4B48-B899-AB740F00089F}" dt="2023-09-04T14:05:13.859" v="1722" actId="478"/>
          <ac:picMkLst>
            <pc:docMk/>
            <pc:sldMk cId="81020123" sldId="263"/>
            <ac:picMk id="21" creationId="{CE3C40AA-6936-CCBF-1813-A895BBA2B0DB}"/>
          </ac:picMkLst>
        </pc:picChg>
      </pc:sldChg>
      <pc:sldChg chg="addSp delSp add mod">
        <pc:chgData name="Kailing Wang" userId="291a47e472658d09" providerId="LiveId" clId="{41EF0178-F57F-4B48-B899-AB740F00089F}" dt="2023-09-04T12:37:31.389" v="690" actId="22"/>
        <pc:sldMkLst>
          <pc:docMk/>
          <pc:sldMk cId="4197269577" sldId="264"/>
        </pc:sldMkLst>
        <pc:picChg chg="add del">
          <ac:chgData name="Kailing Wang" userId="291a47e472658d09" providerId="LiveId" clId="{41EF0178-F57F-4B48-B899-AB740F00089F}" dt="2023-09-04T12:37:17.370" v="689" actId="22"/>
          <ac:picMkLst>
            <pc:docMk/>
            <pc:sldMk cId="4197269577" sldId="264"/>
            <ac:picMk id="4" creationId="{1E674A9D-7F40-24C8-278D-6C5FCCB89A58}"/>
          </ac:picMkLst>
        </pc:picChg>
        <pc:picChg chg="add">
          <ac:chgData name="Kailing Wang" userId="291a47e472658d09" providerId="LiveId" clId="{41EF0178-F57F-4B48-B899-AB740F00089F}" dt="2023-09-04T12:37:31.389" v="690" actId="22"/>
          <ac:picMkLst>
            <pc:docMk/>
            <pc:sldMk cId="4197269577" sldId="264"/>
            <ac:picMk id="6" creationId="{6E6C2A58-7DB8-A48B-EED2-3C6A38FC0684}"/>
          </ac:picMkLst>
        </pc:picChg>
      </pc:sldChg>
      <pc:sldChg chg="addSp delSp modSp add del mod ord">
        <pc:chgData name="Kailing Wang" userId="291a47e472658d09" providerId="LiveId" clId="{41EF0178-F57F-4B48-B899-AB740F00089F}" dt="2023-09-04T14:12:44.739" v="1760" actId="47"/>
        <pc:sldMkLst>
          <pc:docMk/>
          <pc:sldMk cId="1048370354" sldId="265"/>
        </pc:sldMkLst>
        <pc:spChg chg="mod">
          <ac:chgData name="Kailing Wang" userId="291a47e472658d09" providerId="LiveId" clId="{41EF0178-F57F-4B48-B899-AB740F00089F}" dt="2023-09-04T13:11:51.500" v="1368"/>
          <ac:spMkLst>
            <pc:docMk/>
            <pc:sldMk cId="1048370354" sldId="265"/>
            <ac:spMk id="2" creationId="{CEF8688A-C9D8-1F3F-1516-7DACE0F288E9}"/>
          </ac:spMkLst>
        </pc:spChg>
        <pc:spChg chg="add del">
          <ac:chgData name="Kailing Wang" userId="291a47e472658d09" providerId="LiveId" clId="{41EF0178-F57F-4B48-B899-AB740F00089F}" dt="2023-09-04T12:39:04.452" v="702" actId="22"/>
          <ac:spMkLst>
            <pc:docMk/>
            <pc:sldMk cId="1048370354" sldId="265"/>
            <ac:spMk id="4" creationId="{E945BD8B-EC39-D3DA-D903-FD80EA5BCD72}"/>
          </ac:spMkLst>
        </pc:spChg>
        <pc:spChg chg="add mod">
          <ac:chgData name="Kailing Wang" userId="291a47e472658d09" providerId="LiveId" clId="{41EF0178-F57F-4B48-B899-AB740F00089F}" dt="2023-09-04T14:02:00.743" v="1717" actId="20577"/>
          <ac:spMkLst>
            <pc:docMk/>
            <pc:sldMk cId="1048370354" sldId="265"/>
            <ac:spMk id="5" creationId="{B9FD7083-FE2D-612A-ED54-7A0586E9DBD2}"/>
          </ac:spMkLst>
        </pc:spChg>
        <pc:spChg chg="add del">
          <ac:chgData name="Kailing Wang" userId="291a47e472658d09" providerId="LiveId" clId="{41EF0178-F57F-4B48-B899-AB740F00089F}" dt="2023-09-04T12:50:39.548" v="1208" actId="22"/>
          <ac:spMkLst>
            <pc:docMk/>
            <pc:sldMk cId="1048370354" sldId="265"/>
            <ac:spMk id="9" creationId="{4100CD3F-8D01-4F81-77F0-41987B67E2AE}"/>
          </ac:spMkLst>
        </pc:spChg>
        <pc:picChg chg="add del mod">
          <ac:chgData name="Kailing Wang" userId="291a47e472658d09" providerId="LiveId" clId="{41EF0178-F57F-4B48-B899-AB740F00089F}" dt="2023-09-04T13:10:28.647" v="1365" actId="478"/>
          <ac:picMkLst>
            <pc:docMk/>
            <pc:sldMk cId="1048370354" sldId="265"/>
            <ac:picMk id="7" creationId="{C912239E-CB60-6157-1F6B-68EA9BBF4B0A}"/>
          </ac:picMkLst>
        </pc:picChg>
        <pc:picChg chg="add del mod">
          <ac:chgData name="Kailing Wang" userId="291a47e472658d09" providerId="LiveId" clId="{41EF0178-F57F-4B48-B899-AB740F00089F}" dt="2023-09-04T13:10:27.405" v="1362" actId="478"/>
          <ac:picMkLst>
            <pc:docMk/>
            <pc:sldMk cId="1048370354" sldId="265"/>
            <ac:picMk id="12" creationId="{96E81A08-99D2-6B4A-0662-9E2D86D9A301}"/>
          </ac:picMkLst>
        </pc:picChg>
        <pc:picChg chg="add del mod">
          <ac:chgData name="Kailing Wang" userId="291a47e472658d09" providerId="LiveId" clId="{41EF0178-F57F-4B48-B899-AB740F00089F}" dt="2023-09-04T13:10:27.835" v="1363" actId="478"/>
          <ac:picMkLst>
            <pc:docMk/>
            <pc:sldMk cId="1048370354" sldId="265"/>
            <ac:picMk id="14" creationId="{E6796BC6-C548-9148-9041-A96A27AAFA2B}"/>
          </ac:picMkLst>
        </pc:picChg>
        <pc:picChg chg="add del mod">
          <ac:chgData name="Kailing Wang" userId="291a47e472658d09" providerId="LiveId" clId="{41EF0178-F57F-4B48-B899-AB740F00089F}" dt="2023-09-04T13:10:28.162" v="1364" actId="478"/>
          <ac:picMkLst>
            <pc:docMk/>
            <pc:sldMk cId="1048370354" sldId="265"/>
            <ac:picMk id="16" creationId="{8636AC62-97B0-9A52-F680-FDDD33570BE3}"/>
          </ac:picMkLst>
        </pc:picChg>
      </pc:sldChg>
      <pc:sldChg chg="addSp delSp modSp add mod delAnim modAnim">
        <pc:chgData name="Kailing Wang" userId="291a47e472658d09" providerId="LiveId" clId="{41EF0178-F57F-4B48-B899-AB740F00089F}" dt="2023-09-04T13:59:57.919" v="1601" actId="21"/>
        <pc:sldMkLst>
          <pc:docMk/>
          <pc:sldMk cId="3167264127" sldId="266"/>
        </pc:sldMkLst>
        <pc:picChg chg="add del mod">
          <ac:chgData name="Kailing Wang" userId="291a47e472658d09" providerId="LiveId" clId="{41EF0178-F57F-4B48-B899-AB740F00089F}" dt="2023-09-04T13:59:47.644" v="1598" actId="21"/>
          <ac:picMkLst>
            <pc:docMk/>
            <pc:sldMk cId="3167264127" sldId="266"/>
            <ac:picMk id="3" creationId="{CBC847A7-FE88-8789-A803-45E72F45F6EE}"/>
          </ac:picMkLst>
        </pc:picChg>
        <pc:picChg chg="add mod">
          <ac:chgData name="Kailing Wang" userId="291a47e472658d09" providerId="LiveId" clId="{41EF0178-F57F-4B48-B899-AB740F00089F}" dt="2023-09-04T12:38:02.745" v="697" actId="1076"/>
          <ac:picMkLst>
            <pc:docMk/>
            <pc:sldMk cId="3167264127" sldId="266"/>
            <ac:picMk id="4" creationId="{35C2C5AF-54B8-9AEC-EFD9-CF457CD65981}"/>
          </ac:picMkLst>
        </pc:picChg>
        <pc:picChg chg="add del mod">
          <ac:chgData name="Kailing Wang" userId="291a47e472658d09" providerId="LiveId" clId="{41EF0178-F57F-4B48-B899-AB740F00089F}" dt="2023-09-04T13:59:46.957" v="1597"/>
          <ac:picMkLst>
            <pc:docMk/>
            <pc:sldMk cId="3167264127" sldId="266"/>
            <ac:picMk id="5" creationId="{D88AAAF8-1DF0-AB40-C795-B6AC23838ADC}"/>
          </ac:picMkLst>
        </pc:picChg>
        <pc:picChg chg="del">
          <ac:chgData name="Kailing Wang" userId="291a47e472658d09" providerId="LiveId" clId="{41EF0178-F57F-4B48-B899-AB740F00089F}" dt="2023-09-04T12:37:36.921" v="692" actId="478"/>
          <ac:picMkLst>
            <pc:docMk/>
            <pc:sldMk cId="3167264127" sldId="266"/>
            <ac:picMk id="6" creationId="{6E6C2A58-7DB8-A48B-EED2-3C6A38FC0684}"/>
          </ac:picMkLst>
        </pc:picChg>
        <pc:picChg chg="add del mod">
          <ac:chgData name="Kailing Wang" userId="291a47e472658d09" providerId="LiveId" clId="{41EF0178-F57F-4B48-B899-AB740F00089F}" dt="2023-09-04T13:59:57.919" v="1601" actId="21"/>
          <ac:picMkLst>
            <pc:docMk/>
            <pc:sldMk cId="3167264127" sldId="266"/>
            <ac:picMk id="6" creationId="{9D18F7CC-9376-2E96-114D-7A7D18336AA4}"/>
          </ac:picMkLst>
        </pc:picChg>
        <pc:picChg chg="add mod">
          <ac:chgData name="Kailing Wang" userId="291a47e472658d09" providerId="LiveId" clId="{41EF0178-F57F-4B48-B899-AB740F00089F}" dt="2023-09-04T12:37:59.146" v="696" actId="1076"/>
          <ac:picMkLst>
            <pc:docMk/>
            <pc:sldMk cId="3167264127" sldId="266"/>
            <ac:picMk id="7" creationId="{78979D9C-3C33-890B-4B8A-E4DBB5634071}"/>
          </ac:picMkLst>
        </pc:picChg>
      </pc:sldChg>
      <pc:sldChg chg="delSp modSp add del mod">
        <pc:chgData name="Kailing Wang" userId="291a47e472658d09" providerId="LiveId" clId="{41EF0178-F57F-4B48-B899-AB740F00089F}" dt="2023-09-04T13:08:39.909" v="1286" actId="47"/>
        <pc:sldMkLst>
          <pc:docMk/>
          <pc:sldMk cId="2277946591" sldId="267"/>
        </pc:sldMkLst>
        <pc:spChg chg="mod">
          <ac:chgData name="Kailing Wang" userId="291a47e472658d09" providerId="LiveId" clId="{41EF0178-F57F-4B48-B899-AB740F00089F}" dt="2023-09-04T13:05:43.324" v="1282" actId="20577"/>
          <ac:spMkLst>
            <pc:docMk/>
            <pc:sldMk cId="2277946591" sldId="267"/>
            <ac:spMk id="5" creationId="{B9FD7083-FE2D-612A-ED54-7A0586E9DBD2}"/>
          </ac:spMkLst>
        </pc:spChg>
        <pc:picChg chg="del">
          <ac:chgData name="Kailing Wang" userId="291a47e472658d09" providerId="LiveId" clId="{41EF0178-F57F-4B48-B899-AB740F00089F}" dt="2023-09-04T13:03:22.534" v="1240" actId="478"/>
          <ac:picMkLst>
            <pc:docMk/>
            <pc:sldMk cId="2277946591" sldId="267"/>
            <ac:picMk id="7" creationId="{C912239E-CB60-6157-1F6B-68EA9BBF4B0A}"/>
          </ac:picMkLst>
        </pc:picChg>
        <pc:picChg chg="del">
          <ac:chgData name="Kailing Wang" userId="291a47e472658d09" providerId="LiveId" clId="{41EF0178-F57F-4B48-B899-AB740F00089F}" dt="2023-09-04T13:03:21.885" v="1239" actId="478"/>
          <ac:picMkLst>
            <pc:docMk/>
            <pc:sldMk cId="2277946591" sldId="267"/>
            <ac:picMk id="12" creationId="{96E81A08-99D2-6B4A-0662-9E2D86D9A301}"/>
          </ac:picMkLst>
        </pc:picChg>
        <pc:picChg chg="del">
          <ac:chgData name="Kailing Wang" userId="291a47e472658d09" providerId="LiveId" clId="{41EF0178-F57F-4B48-B899-AB740F00089F}" dt="2023-09-04T13:03:21.885" v="1239" actId="478"/>
          <ac:picMkLst>
            <pc:docMk/>
            <pc:sldMk cId="2277946591" sldId="267"/>
            <ac:picMk id="14" creationId="{E6796BC6-C548-9148-9041-A96A27AAFA2B}"/>
          </ac:picMkLst>
        </pc:picChg>
        <pc:picChg chg="del">
          <ac:chgData name="Kailing Wang" userId="291a47e472658d09" providerId="LiveId" clId="{41EF0178-F57F-4B48-B899-AB740F00089F}" dt="2023-09-04T13:03:21.885" v="1239" actId="478"/>
          <ac:picMkLst>
            <pc:docMk/>
            <pc:sldMk cId="2277946591" sldId="267"/>
            <ac:picMk id="16" creationId="{8636AC62-97B0-9A52-F680-FDDD33570BE3}"/>
          </ac:picMkLst>
        </pc:picChg>
      </pc:sldChg>
      <pc:sldChg chg="delSp modSp add mod">
        <pc:chgData name="Kailing Wang" userId="291a47e472658d09" providerId="LiveId" clId="{41EF0178-F57F-4B48-B899-AB740F00089F}" dt="2023-09-04T14:02:56.950" v="1719" actId="20577"/>
        <pc:sldMkLst>
          <pc:docMk/>
          <pc:sldMk cId="2395367394" sldId="268"/>
        </pc:sldMkLst>
        <pc:spChg chg="mod">
          <ac:chgData name="Kailing Wang" userId="291a47e472658d09" providerId="LiveId" clId="{41EF0178-F57F-4B48-B899-AB740F00089F}" dt="2023-09-04T14:02:56.950" v="1719" actId="20577"/>
          <ac:spMkLst>
            <pc:docMk/>
            <pc:sldMk cId="2395367394" sldId="268"/>
            <ac:spMk id="2" creationId="{CEF8688A-C9D8-1F3F-1516-7DACE0F288E9}"/>
          </ac:spMkLst>
        </pc:spChg>
        <pc:spChg chg="del">
          <ac:chgData name="Kailing Wang" userId="291a47e472658d09" providerId="LiveId" clId="{41EF0178-F57F-4B48-B899-AB740F00089F}" dt="2023-09-04T13:08:15.174" v="1284" actId="478"/>
          <ac:spMkLst>
            <pc:docMk/>
            <pc:sldMk cId="2395367394" sldId="268"/>
            <ac:spMk id="5" creationId="{B9FD7083-FE2D-612A-ED54-7A0586E9DBD2}"/>
          </ac:spMkLst>
        </pc:spChg>
      </pc:sldChg>
      <pc:sldChg chg="modSp add mod">
        <pc:chgData name="Kailing Wang" userId="291a47e472658d09" providerId="LiveId" clId="{41EF0178-F57F-4B48-B899-AB740F00089F}" dt="2023-09-04T14:02:33.283" v="1718" actId="1076"/>
        <pc:sldMkLst>
          <pc:docMk/>
          <pc:sldMk cId="2136385974" sldId="269"/>
        </pc:sldMkLst>
        <pc:picChg chg="mod">
          <ac:chgData name="Kailing Wang" userId="291a47e472658d09" providerId="LiveId" clId="{41EF0178-F57F-4B48-B899-AB740F00089F}" dt="2023-09-04T14:02:33.283" v="1718" actId="1076"/>
          <ac:picMkLst>
            <pc:docMk/>
            <pc:sldMk cId="2136385974" sldId="269"/>
            <ac:picMk id="7" creationId="{C912239E-CB60-6157-1F6B-68EA9BBF4B0A}"/>
          </ac:picMkLst>
        </pc:picChg>
      </pc:sldChg>
      <pc:sldChg chg="modSp add del mod">
        <pc:chgData name="Kailing Wang" userId="291a47e472658d09" providerId="LiveId" clId="{41EF0178-F57F-4B48-B899-AB740F00089F}" dt="2023-09-04T14:00:08.053" v="1606" actId="47"/>
        <pc:sldMkLst>
          <pc:docMk/>
          <pc:sldMk cId="383270671" sldId="270"/>
        </pc:sldMkLst>
        <pc:picChg chg="mod">
          <ac:chgData name="Kailing Wang" userId="291a47e472658d09" providerId="LiveId" clId="{41EF0178-F57F-4B48-B899-AB740F00089F}" dt="2023-09-04T14:00:04.632" v="1604" actId="1076"/>
          <ac:picMkLst>
            <pc:docMk/>
            <pc:sldMk cId="383270671" sldId="270"/>
            <ac:picMk id="2" creationId="{2773AC07-0A56-5C17-4F50-197161594FAE}"/>
          </ac:picMkLst>
        </pc:picChg>
        <pc:picChg chg="mod">
          <ac:chgData name="Kailing Wang" userId="291a47e472658d09" providerId="LiveId" clId="{41EF0178-F57F-4B48-B899-AB740F00089F}" dt="2023-09-04T14:00:04.632" v="1604" actId="1076"/>
          <ac:picMkLst>
            <pc:docMk/>
            <pc:sldMk cId="383270671" sldId="270"/>
            <ac:picMk id="8" creationId="{1E802E3A-5EDE-0601-3950-20B7E926372C}"/>
          </ac:picMkLst>
        </pc:picChg>
        <pc:picChg chg="mod">
          <ac:chgData name="Kailing Wang" userId="291a47e472658d09" providerId="LiveId" clId="{41EF0178-F57F-4B48-B899-AB740F00089F}" dt="2023-09-04T14:00:04.632" v="1604" actId="1076"/>
          <ac:picMkLst>
            <pc:docMk/>
            <pc:sldMk cId="383270671" sldId="270"/>
            <ac:picMk id="10" creationId="{C2E061F2-951E-3A28-A2E1-A863FAC284F1}"/>
          </ac:picMkLst>
        </pc:picChg>
        <pc:picChg chg="mod">
          <ac:chgData name="Kailing Wang" userId="291a47e472658d09" providerId="LiveId" clId="{41EF0178-F57F-4B48-B899-AB740F00089F}" dt="2023-09-04T14:00:04.632" v="1604" actId="1076"/>
          <ac:picMkLst>
            <pc:docMk/>
            <pc:sldMk cId="383270671" sldId="270"/>
            <ac:picMk id="12" creationId="{148C8215-D976-2313-69F2-2184BB172A96}"/>
          </ac:picMkLst>
        </pc:picChg>
        <pc:picChg chg="mod">
          <ac:chgData name="Kailing Wang" userId="291a47e472658d09" providerId="LiveId" clId="{41EF0178-F57F-4B48-B899-AB740F00089F}" dt="2023-09-04T14:00:04.632" v="1604" actId="1076"/>
          <ac:picMkLst>
            <pc:docMk/>
            <pc:sldMk cId="383270671" sldId="270"/>
            <ac:picMk id="13" creationId="{92C5E125-29EF-431E-3557-EABC21F45FF0}"/>
          </ac:picMkLst>
        </pc:picChg>
        <pc:picChg chg="mod">
          <ac:chgData name="Kailing Wang" userId="291a47e472658d09" providerId="LiveId" clId="{41EF0178-F57F-4B48-B899-AB740F00089F}" dt="2023-09-04T14:00:04.632" v="1604" actId="1076"/>
          <ac:picMkLst>
            <pc:docMk/>
            <pc:sldMk cId="383270671" sldId="270"/>
            <ac:picMk id="14" creationId="{768C6A20-41F8-0594-9F8F-D262D0AB4759}"/>
          </ac:picMkLst>
        </pc:picChg>
      </pc:sldChg>
      <pc:sldChg chg="add del">
        <pc:chgData name="Kailing Wang" userId="291a47e472658d09" providerId="LiveId" clId="{41EF0178-F57F-4B48-B899-AB740F00089F}" dt="2023-09-04T14:03:51.103" v="1721" actId="47"/>
        <pc:sldMkLst>
          <pc:docMk/>
          <pc:sldMk cId="2608896499" sldId="270"/>
        </pc:sldMkLst>
      </pc:sldChg>
      <pc:sldMasterChg chg="modTransition modSldLayout">
        <pc:chgData name="Kailing Wang" userId="291a47e472658d09" providerId="LiveId" clId="{41EF0178-F57F-4B48-B899-AB740F00089F}" dt="2023-09-03T12:19:49.259" v="207"/>
        <pc:sldMasterMkLst>
          <pc:docMk/>
          <pc:sldMasterMk cId="591955189" sldId="2147483648"/>
        </pc:sldMasterMkLst>
        <pc:sldLayoutChg chg="modTransition">
          <pc:chgData name="Kailing Wang" userId="291a47e472658d09" providerId="LiveId" clId="{41EF0178-F57F-4B48-B899-AB740F00089F}" dt="2023-09-03T12:19:49.259" v="207"/>
          <pc:sldLayoutMkLst>
            <pc:docMk/>
            <pc:sldMasterMk cId="591955189" sldId="2147483648"/>
            <pc:sldLayoutMk cId="3070892304" sldId="2147483649"/>
          </pc:sldLayoutMkLst>
        </pc:sldLayoutChg>
        <pc:sldLayoutChg chg="modTransition">
          <pc:chgData name="Kailing Wang" userId="291a47e472658d09" providerId="LiveId" clId="{41EF0178-F57F-4B48-B899-AB740F00089F}" dt="2023-09-03T12:19:49.259" v="207"/>
          <pc:sldLayoutMkLst>
            <pc:docMk/>
            <pc:sldMasterMk cId="591955189" sldId="2147483648"/>
            <pc:sldLayoutMk cId="234046491" sldId="2147483650"/>
          </pc:sldLayoutMkLst>
        </pc:sldLayoutChg>
        <pc:sldLayoutChg chg="modTransition">
          <pc:chgData name="Kailing Wang" userId="291a47e472658d09" providerId="LiveId" clId="{41EF0178-F57F-4B48-B899-AB740F00089F}" dt="2023-09-03T12:19:49.259" v="207"/>
          <pc:sldLayoutMkLst>
            <pc:docMk/>
            <pc:sldMasterMk cId="591955189" sldId="2147483648"/>
            <pc:sldLayoutMk cId="3588996064" sldId="2147483651"/>
          </pc:sldLayoutMkLst>
        </pc:sldLayoutChg>
        <pc:sldLayoutChg chg="modTransition">
          <pc:chgData name="Kailing Wang" userId="291a47e472658d09" providerId="LiveId" clId="{41EF0178-F57F-4B48-B899-AB740F00089F}" dt="2023-09-03T12:19:49.259" v="207"/>
          <pc:sldLayoutMkLst>
            <pc:docMk/>
            <pc:sldMasterMk cId="591955189" sldId="2147483648"/>
            <pc:sldLayoutMk cId="2677779140" sldId="2147483652"/>
          </pc:sldLayoutMkLst>
        </pc:sldLayoutChg>
        <pc:sldLayoutChg chg="modTransition">
          <pc:chgData name="Kailing Wang" userId="291a47e472658d09" providerId="LiveId" clId="{41EF0178-F57F-4B48-B899-AB740F00089F}" dt="2023-09-03T12:19:49.259" v="207"/>
          <pc:sldLayoutMkLst>
            <pc:docMk/>
            <pc:sldMasterMk cId="591955189" sldId="2147483648"/>
            <pc:sldLayoutMk cId="869233903" sldId="2147483653"/>
          </pc:sldLayoutMkLst>
        </pc:sldLayoutChg>
        <pc:sldLayoutChg chg="modTransition">
          <pc:chgData name="Kailing Wang" userId="291a47e472658d09" providerId="LiveId" clId="{41EF0178-F57F-4B48-B899-AB740F00089F}" dt="2023-09-03T12:19:49.259" v="207"/>
          <pc:sldLayoutMkLst>
            <pc:docMk/>
            <pc:sldMasterMk cId="591955189" sldId="2147483648"/>
            <pc:sldLayoutMk cId="1346198186" sldId="2147483654"/>
          </pc:sldLayoutMkLst>
        </pc:sldLayoutChg>
        <pc:sldLayoutChg chg="modTransition">
          <pc:chgData name="Kailing Wang" userId="291a47e472658d09" providerId="LiveId" clId="{41EF0178-F57F-4B48-B899-AB740F00089F}" dt="2023-09-03T12:19:49.259" v="207"/>
          <pc:sldLayoutMkLst>
            <pc:docMk/>
            <pc:sldMasterMk cId="591955189" sldId="2147483648"/>
            <pc:sldLayoutMk cId="807794426" sldId="2147483655"/>
          </pc:sldLayoutMkLst>
        </pc:sldLayoutChg>
        <pc:sldLayoutChg chg="modTransition">
          <pc:chgData name="Kailing Wang" userId="291a47e472658d09" providerId="LiveId" clId="{41EF0178-F57F-4B48-B899-AB740F00089F}" dt="2023-09-03T12:19:49.259" v="207"/>
          <pc:sldLayoutMkLst>
            <pc:docMk/>
            <pc:sldMasterMk cId="591955189" sldId="2147483648"/>
            <pc:sldLayoutMk cId="4289679472" sldId="2147483656"/>
          </pc:sldLayoutMkLst>
        </pc:sldLayoutChg>
        <pc:sldLayoutChg chg="modTransition">
          <pc:chgData name="Kailing Wang" userId="291a47e472658d09" providerId="LiveId" clId="{41EF0178-F57F-4B48-B899-AB740F00089F}" dt="2023-09-03T12:19:49.259" v="207"/>
          <pc:sldLayoutMkLst>
            <pc:docMk/>
            <pc:sldMasterMk cId="591955189" sldId="2147483648"/>
            <pc:sldLayoutMk cId="2953905855" sldId="2147483657"/>
          </pc:sldLayoutMkLst>
        </pc:sldLayoutChg>
        <pc:sldLayoutChg chg="modTransition">
          <pc:chgData name="Kailing Wang" userId="291a47e472658d09" providerId="LiveId" clId="{41EF0178-F57F-4B48-B899-AB740F00089F}" dt="2023-09-03T12:19:49.259" v="207"/>
          <pc:sldLayoutMkLst>
            <pc:docMk/>
            <pc:sldMasterMk cId="591955189" sldId="2147483648"/>
            <pc:sldLayoutMk cId="3161559501" sldId="2147483658"/>
          </pc:sldLayoutMkLst>
        </pc:sldLayoutChg>
        <pc:sldLayoutChg chg="modTransition">
          <pc:chgData name="Kailing Wang" userId="291a47e472658d09" providerId="LiveId" clId="{41EF0178-F57F-4B48-B899-AB740F00089F}" dt="2023-09-03T12:19:49.259" v="207"/>
          <pc:sldLayoutMkLst>
            <pc:docMk/>
            <pc:sldMasterMk cId="591955189" sldId="2147483648"/>
            <pc:sldLayoutMk cId="218157893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563EC1-5BFE-40A0-B437-DF249968F644}" type="datetimeFigureOut">
              <a:rPr lang="zh-CN" altLang="en-US" smtClean="0"/>
              <a:t>2023/9/8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A2DD5A-E0BD-4A10-B56C-446E2C31F7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2068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E36CCE-1554-74FA-E7BE-20E1CEA438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BF04A55-E784-72AD-7784-0B99B63CAF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786528-79D8-9118-5EFE-8A5CA753A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4ABA6-C9AD-4368-9671-DF0042CE0CCD}" type="datetime1">
              <a:rPr lang="zh-CN" altLang="en-US" smtClean="0"/>
              <a:t>2023/9/8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A6879C-6F53-9E37-1868-FABE036E8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B17B44-59AC-2EFB-2BD0-1EF9C7A59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B53F-B966-46AF-B3F3-E0B2E9DDCD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8923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C31E0D-B6B5-A563-F583-5EE631D6A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35B39B-5624-4854-0D85-1FE991B9F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9C8818-E6CC-06F5-8F45-5E9DF6425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4C137-92A2-4D0C-8B93-38644AE4E838}" type="datetime1">
              <a:rPr lang="zh-CN" altLang="en-US" smtClean="0"/>
              <a:t>2023/9/8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7656ED-752A-916C-857C-CA3E96DB9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8D4489-A9DC-5C0D-B51F-87C7A6876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B53F-B966-46AF-B3F3-E0B2E9DDCD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0464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CE4FD6-2348-C262-A751-52A2024FF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F7EDA95-DCA9-F5BF-08AC-3CC92480A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C3925E-62B2-AEBD-5F9F-F4EF5D430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74584-16BA-4257-99A6-B59A74EEEAF0}" type="datetime1">
              <a:rPr lang="zh-CN" altLang="en-US" smtClean="0"/>
              <a:t>2023/9/8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972151-A4E5-4B18-29F9-8FCF73F03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A9186F-7FA6-BB92-53F7-BC964A012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B53F-B966-46AF-B3F3-E0B2E9DDCD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89960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EA4192-1762-C890-6A7A-52BC1AAC4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4611CD-7ABC-3E9A-337A-90B18705E4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F5682E7-CAE3-BB31-C7CB-C285EEF78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16C777D-0711-8C8F-39D8-45FBEF3D7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539FE-7C58-46FC-A0C1-BD5A2E472028}" type="datetime1">
              <a:rPr lang="zh-CN" altLang="en-US" smtClean="0"/>
              <a:t>2023/9/8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751CE4-8FCC-0504-3BC3-1BCF66EE0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4EBD9D-2AA0-21FE-FE05-23C58F893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B53F-B966-46AF-B3F3-E0B2E9DDCD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77791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DA70D7-0E8C-23ED-D931-6500CEA98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5CC0D88-BF3C-D785-A047-5A7B1B726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C9CB30-B20D-C4B9-20AC-2DFFFB1D3E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2C56947-56A4-58D5-8BC0-1A976305E8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88DBD71-196C-4E47-D8FD-7C636D0C8E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7E85722-1E5A-E181-29A8-01394B9C8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27BC4-4B57-4FE0-8B36-313F8C9AF85E}" type="datetime1">
              <a:rPr lang="zh-CN" altLang="en-US" smtClean="0"/>
              <a:t>2023/9/8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3A060B0-E5FC-9687-22DB-A5F01FDCD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55F71CC-1548-AC9C-EC98-8B1863B7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B53F-B966-46AF-B3F3-E0B2E9DDCD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92339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989604-45F7-6C3B-5A55-145308E54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485CCEB-4141-C447-CC59-DB9E70C90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EA840-C4DC-4D41-81F4-39E2D42F9A96}" type="datetime1">
              <a:rPr lang="zh-CN" altLang="en-US" smtClean="0"/>
              <a:t>2023/9/8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94ADF68-2A60-1A73-372A-013745EA5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8B402D-365F-E3A8-B3A1-E6C8E75C4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B53F-B966-46AF-B3F3-E0B2E9DDCD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61981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F850B5F-47B4-9F4D-11D7-F49A0B9F1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7BABD-00FD-49B1-A43D-0FF7FC335689}" type="datetime1">
              <a:rPr lang="zh-CN" altLang="en-US" smtClean="0"/>
              <a:t>2023/9/8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FE0ED52-BED1-7CC2-9386-3F0321D35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E60A3D-18BE-CED8-9FFF-9827196AD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B53F-B966-46AF-B3F3-E0B2E9DDCD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77944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56BAEF-EB9D-4D46-DFC3-38DDF9962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950794-D596-C140-B639-E66B6E1D6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C1BB3A9-0726-0F22-3DB7-2FD06BA9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F82B66-9DEE-7FFD-7B2B-71F52C46D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F7490-EB1E-4C5C-9C65-F9D50D895297}" type="datetime1">
              <a:rPr lang="zh-CN" altLang="en-US" smtClean="0"/>
              <a:t>2023/9/8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B75C9E-99DE-8065-2072-7D072030A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7DCE112-E359-F108-607E-C5A2ACC42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B53F-B966-46AF-B3F3-E0B2E9DDCD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9679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ED5481-BC0D-812F-8B18-4246329FA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F99624D-0A73-17A5-ABA4-4679D3023B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9F8AFDA-B579-B41B-3ACF-AC73F5F356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2DC81A6-CE8F-1A7A-599D-2673C6878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679B8-659D-41C1-82C1-0EA7C5AF0A77}" type="datetime1">
              <a:rPr lang="zh-CN" altLang="en-US" smtClean="0"/>
              <a:t>2023/9/8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E62BF8D-0641-F5D8-A1E8-808AEA0C5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9E5867-28E8-7563-BBFB-058678876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B53F-B966-46AF-B3F3-E0B2E9DDCD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39058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7BEE06-E74D-7D55-51D5-4C608A5BD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D94190-CFDA-0EA4-798F-D1BCE7F9E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787CBC-0E33-EB1A-69A5-59FFEF33C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CC3AD-1150-4627-A17A-72EA12FEE3AC}" type="datetime1">
              <a:rPr lang="zh-CN" altLang="en-US" smtClean="0"/>
              <a:t>2023/9/8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1CA5A7-7B7A-C7B5-46BB-110A0C358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692F61-E17C-F721-4194-AC8BB7602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B53F-B966-46AF-B3F3-E0B2E9DDCD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1559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8CB0408-F084-6401-CD20-D88C64913D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5C8EC45-E8E2-B066-42D2-B89969FD2A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ABEB7E-B745-9642-9A13-F9EDCEFB8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56184-68D2-45A8-9A3A-329D756EDA1D}" type="datetime1">
              <a:rPr lang="zh-CN" altLang="en-US" smtClean="0"/>
              <a:t>2023/9/8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05A136-A9FB-22A1-222D-7A0C8BE7B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C42590-B601-4E20-BDB2-4E0C6EFFD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B53F-B966-46AF-B3F3-E0B2E9DDCD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157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BE24453-FA1D-31DA-54ED-D7B7F8F95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A3BC72-C8F6-1037-43EE-64B4650D2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720F38-100C-B31F-AADA-3C99C8A850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FF8805-FC9A-4B10-BFF1-6B26FC337F17}" type="datetime1">
              <a:rPr lang="zh-CN" altLang="en-US" smtClean="0"/>
              <a:t>2023/9/8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EA2F48-3471-2FE1-63BD-A01280935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35E879-0705-7450-CCE7-04FBB16088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17B53F-B966-46AF-B3F3-E0B2E9DDCD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955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video" Target="../media/media4.mp4"/><Relationship Id="rId13" Type="http://schemas.openxmlformats.org/officeDocument/2006/relationships/image" Target="../media/image22.png"/><Relationship Id="rId3" Type="http://schemas.microsoft.com/office/2007/relationships/media" Target="../media/media2.mp4"/><Relationship Id="rId7" Type="http://schemas.microsoft.com/office/2007/relationships/media" Target="../media/media4.mp4"/><Relationship Id="rId12" Type="http://schemas.openxmlformats.org/officeDocument/2006/relationships/image" Target="../media/image21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11" Type="http://schemas.openxmlformats.org/officeDocument/2006/relationships/image" Target="../media/image20.png"/><Relationship Id="rId5" Type="http://schemas.microsoft.com/office/2007/relationships/media" Target="../media/media3.mp4"/><Relationship Id="rId10" Type="http://schemas.openxmlformats.org/officeDocument/2006/relationships/image" Target="../media/image19.png"/><Relationship Id="rId4" Type="http://schemas.openxmlformats.org/officeDocument/2006/relationships/video" Target="../media/media2.mp4"/><Relationship Id="rId9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75347A-A1DF-6101-4092-1CFB6C9206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4228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Deformable Tissue Reconstruction via Orthogonal Neural Plane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FA6D0CF-453F-E295-35F2-436108CD16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87831"/>
            <a:ext cx="9144000" cy="1655762"/>
          </a:xfrm>
        </p:spPr>
        <p:txBody>
          <a:bodyPr/>
          <a:lstStyle/>
          <a:p>
            <a:r>
              <a:rPr lang="zh-CN" altLang="en-US" dirty="0">
                <a:latin typeface="思源宋体 CN" panose="02020400000000000000" pitchFamily="18" charset="-122"/>
                <a:ea typeface="思源宋体 CN" panose="02020400000000000000" pitchFamily="18" charset="-122"/>
              </a:rPr>
              <a:t>汇报人：王凯灵</a:t>
            </a:r>
            <a:endParaRPr lang="en-US" altLang="zh-CN" dirty="0">
              <a:latin typeface="思源宋体 CN" panose="02020400000000000000" pitchFamily="18" charset="-122"/>
              <a:ea typeface="思源宋体 CN" panose="02020400000000000000" pitchFamily="18" charset="-122"/>
            </a:endParaRPr>
          </a:p>
          <a:p>
            <a:r>
              <a:rPr lang="en-US" altLang="zh-CN" dirty="0">
                <a:latin typeface="思源宋体 CN" panose="02020400000000000000" pitchFamily="18" charset="-122"/>
                <a:ea typeface="思源宋体 CN" panose="02020400000000000000" pitchFamily="18" charset="-122"/>
              </a:rPr>
              <a:t>2023</a:t>
            </a:r>
            <a:r>
              <a:rPr lang="zh-CN" altLang="en-US" dirty="0">
                <a:latin typeface="思源宋体 CN" panose="02020400000000000000" pitchFamily="18" charset="-122"/>
                <a:ea typeface="思源宋体 CN" panose="02020400000000000000" pitchFamily="18" charset="-122"/>
              </a:rPr>
              <a:t>年</a:t>
            </a:r>
            <a:r>
              <a:rPr lang="en-US" altLang="zh-CN" dirty="0">
                <a:latin typeface="思源宋体 CN" panose="02020400000000000000" pitchFamily="18" charset="-122"/>
                <a:ea typeface="思源宋体 CN" panose="02020400000000000000" pitchFamily="18" charset="-122"/>
              </a:rPr>
              <a:t>9</a:t>
            </a:r>
            <a:r>
              <a:rPr lang="zh-CN" altLang="en-US" dirty="0">
                <a:latin typeface="思源宋体 CN" panose="02020400000000000000" pitchFamily="18" charset="-122"/>
                <a:ea typeface="思源宋体 CN" panose="02020400000000000000" pitchFamily="18" charset="-122"/>
              </a:rPr>
              <a:t>月</a:t>
            </a:r>
          </a:p>
        </p:txBody>
      </p:sp>
    </p:spTree>
    <p:extLst>
      <p:ext uri="{BB962C8B-B14F-4D97-AF65-F5344CB8AC3E}">
        <p14:creationId xmlns:p14="http://schemas.microsoft.com/office/powerpoint/2010/main" val="36236708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8CA0841D-928F-0E87-E88A-51D313840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6721" y="1810941"/>
            <a:ext cx="4883932" cy="415710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83636B8-F5C1-1E08-5CB6-710073DBF2F2}"/>
              </a:ext>
            </a:extLst>
          </p:cNvPr>
          <p:cNvSpPr txBox="1"/>
          <p:nvPr/>
        </p:nvSpPr>
        <p:spPr>
          <a:xfrm>
            <a:off x="377688" y="198783"/>
            <a:ext cx="19629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Task</a:t>
            </a:r>
            <a:endParaRPr lang="zh-CN" altLang="en-US" sz="4400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9A27B1DC-D913-B28D-6328-DF9F1B4A2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B53F-B966-46AF-B3F3-E0B2E9DDCD79}" type="slidenum">
              <a:rPr lang="zh-CN" altLang="en-US" sz="2000" smtClean="0"/>
              <a:t>2</a:t>
            </a:fld>
            <a:endParaRPr lang="zh-CN" altLang="en-US" sz="20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1F6E132-5C30-53C4-90E4-138F79AE3A2A}"/>
              </a:ext>
            </a:extLst>
          </p:cNvPr>
          <p:cNvSpPr txBox="1"/>
          <p:nvPr/>
        </p:nvSpPr>
        <p:spPr>
          <a:xfrm>
            <a:off x="377688" y="1158750"/>
            <a:ext cx="8000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3D Model Reconstruction from Endoscopic Images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1F93902-7C7E-4345-C1D0-45916DC7874D}"/>
              </a:ext>
            </a:extLst>
          </p:cNvPr>
          <p:cNvSpPr txBox="1"/>
          <p:nvPr/>
        </p:nvSpPr>
        <p:spPr>
          <a:xfrm>
            <a:off x="377688" y="2255167"/>
            <a:ext cx="5188225" cy="3268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Importance: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Assisting in diagnosis, detection, and observation of lesions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Assisting and navigating surgical robots intraoperatively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Assisting in simulation and training of surgical robot visual models</a:t>
            </a:r>
          </a:p>
        </p:txBody>
      </p:sp>
    </p:spTree>
    <p:extLst>
      <p:ext uri="{BB962C8B-B14F-4D97-AF65-F5344CB8AC3E}">
        <p14:creationId xmlns:p14="http://schemas.microsoft.com/office/powerpoint/2010/main" val="40159714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483636B8-F5C1-1E08-5CB6-710073DBF2F2}"/>
              </a:ext>
            </a:extLst>
          </p:cNvPr>
          <p:cNvSpPr txBox="1"/>
          <p:nvPr/>
        </p:nvSpPr>
        <p:spPr>
          <a:xfrm>
            <a:off x="377688" y="198783"/>
            <a:ext cx="41371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Previous work</a:t>
            </a:r>
            <a:endParaRPr lang="zh-CN" altLang="en-US" sz="4400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9A27B1DC-D913-B28D-6328-DF9F1B4A2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B53F-B966-46AF-B3F3-E0B2E9DDCD79}" type="slidenum">
              <a:rPr lang="zh-CN" altLang="en-US" sz="2000" smtClean="0"/>
              <a:t>3</a:t>
            </a:fld>
            <a:endParaRPr lang="zh-CN" altLang="en-US" sz="20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D370FAF-68DF-DF2E-FD6A-6FCF5223C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69" y="1224228"/>
            <a:ext cx="5788831" cy="440954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F978782-0436-C9B6-87A2-A9C375140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669" y="1224228"/>
            <a:ext cx="4305901" cy="438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83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F0B183F-E134-5003-2E26-6246B5531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65" y="968224"/>
            <a:ext cx="10939670" cy="5023041"/>
          </a:xfrm>
          <a:prstGeom prst="rect">
            <a:avLst/>
          </a:prstGeom>
        </p:spPr>
      </p:pic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9A27B1DC-D913-B28D-6328-DF9F1B4A2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B53F-B966-46AF-B3F3-E0B2E9DDCD79}" type="slidenum">
              <a:rPr lang="zh-CN" altLang="en-US" sz="2000" smtClean="0"/>
              <a:t>4</a:t>
            </a:fld>
            <a:endParaRPr lang="zh-CN" altLang="en-US" sz="2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EF8688A-C9D8-1F3F-1516-7DACE0F288E9}"/>
              </a:ext>
            </a:extLst>
          </p:cNvPr>
          <p:cNvSpPr txBox="1"/>
          <p:nvPr/>
        </p:nvSpPr>
        <p:spPr>
          <a:xfrm>
            <a:off x="377687" y="198783"/>
            <a:ext cx="47380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Pipeline:</a:t>
            </a:r>
            <a:r>
              <a:rPr lang="zh-CN" altLang="en-US" sz="4400" dirty="0"/>
              <a:t> </a:t>
            </a:r>
            <a:r>
              <a:rPr lang="en-US" altLang="zh-CN" sz="4400" b="1" dirty="0" err="1"/>
              <a:t>Forplane</a:t>
            </a:r>
            <a:endParaRPr lang="zh-CN" alt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12845562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F0B183F-E134-5003-2E26-6246B553166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</a:blip>
          <a:stretch>
            <a:fillRect/>
          </a:stretch>
        </p:blipFill>
        <p:spPr>
          <a:xfrm>
            <a:off x="1810115" y="-5256598"/>
            <a:ext cx="25951428" cy="11915815"/>
          </a:xfrm>
          <a:prstGeom prst="rect">
            <a:avLst/>
          </a:prstGeom>
        </p:spPr>
      </p:pic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9A27B1DC-D913-B28D-6328-DF9F1B4A2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B53F-B966-46AF-B3F3-E0B2E9DDCD79}" type="slidenum">
              <a:rPr lang="zh-CN" altLang="en-US" sz="2000" smtClean="0"/>
              <a:t>5</a:t>
            </a:fld>
            <a:endParaRPr lang="zh-CN" altLang="en-US" sz="2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EF8688A-C9D8-1F3F-1516-7DACE0F288E9}"/>
              </a:ext>
            </a:extLst>
          </p:cNvPr>
          <p:cNvSpPr txBox="1"/>
          <p:nvPr/>
        </p:nvSpPr>
        <p:spPr>
          <a:xfrm>
            <a:off x="377687" y="198783"/>
            <a:ext cx="25129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Sampling</a:t>
            </a:r>
            <a:endParaRPr lang="zh-CN" altLang="en-US" sz="4400" dirty="0"/>
          </a:p>
        </p:txBody>
      </p:sp>
      <p:pic>
        <p:nvPicPr>
          <p:cNvPr id="5" name="图片 4" descr="图片包含 手机, 电话, 绿色, 女人&#10;&#10;描述已自动生成">
            <a:extLst>
              <a:ext uri="{FF2B5EF4-FFF2-40B4-BE49-F238E27FC236}">
                <a16:creationId xmlns:a16="http://schemas.microsoft.com/office/drawing/2014/main" id="{B558042D-8214-F692-DFF1-487AB17236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7848" y="1372456"/>
            <a:ext cx="4206248" cy="329184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2645552-B13D-5675-5E4A-34E149DC77F5}"/>
              </a:ext>
            </a:extLst>
          </p:cNvPr>
          <p:cNvSpPr txBox="1"/>
          <p:nvPr/>
        </p:nvSpPr>
        <p:spPr>
          <a:xfrm>
            <a:off x="377687" y="1141624"/>
            <a:ext cx="48877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Spatiotemporal Importance Sampling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图片 9" descr="形状&#10;&#10;中度可信度描述已自动生成">
            <a:extLst>
              <a:ext uri="{FF2B5EF4-FFF2-40B4-BE49-F238E27FC236}">
                <a16:creationId xmlns:a16="http://schemas.microsoft.com/office/drawing/2014/main" id="{2E567153-696B-BBF8-218D-CEA394ACDC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687" y="4263009"/>
            <a:ext cx="5821812" cy="1575069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7442D48F-C782-6BA4-2786-3D3EF2A91651}"/>
              </a:ext>
            </a:extLst>
          </p:cNvPr>
          <p:cNvSpPr txBox="1"/>
          <p:nvPr/>
        </p:nvSpPr>
        <p:spPr>
          <a:xfrm>
            <a:off x="377687" y="2007008"/>
            <a:ext cx="4716780" cy="1421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Pixels that: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occluded by tools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exhibit extensive motion ranges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9240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9A27B1DC-D913-B28D-6328-DF9F1B4A2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B53F-B966-46AF-B3F3-E0B2E9DDCD79}" type="slidenum">
              <a:rPr lang="zh-CN" altLang="en-US" sz="2000" smtClean="0"/>
              <a:t>6</a:t>
            </a:fld>
            <a:endParaRPr lang="zh-CN" altLang="en-US" sz="2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EF8688A-C9D8-1F3F-1516-7DACE0F288E9}"/>
              </a:ext>
            </a:extLst>
          </p:cNvPr>
          <p:cNvSpPr txBox="1"/>
          <p:nvPr/>
        </p:nvSpPr>
        <p:spPr>
          <a:xfrm>
            <a:off x="377687" y="198783"/>
            <a:ext cx="50706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Orthogonal Plane</a:t>
            </a:r>
            <a:endParaRPr lang="zh-CN" altLang="en-US" sz="4400" dirty="0"/>
          </a:p>
        </p:txBody>
      </p:sp>
      <p:pic>
        <p:nvPicPr>
          <p:cNvPr id="6" name="图片 5" descr="形状&#10;&#10;描述已自动生成">
            <a:extLst>
              <a:ext uri="{FF2B5EF4-FFF2-40B4-BE49-F238E27FC236}">
                <a16:creationId xmlns:a16="http://schemas.microsoft.com/office/drawing/2014/main" id="{49DB7291-3C70-D53C-B7BF-FC0F4F8E6D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9192" y="2141408"/>
            <a:ext cx="3322816" cy="398210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114CDAC-44CC-9212-4A7F-133447F59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192" y="431990"/>
            <a:ext cx="2886478" cy="14765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5EB0B4A-1035-016D-6361-BA5F5AF7C610}"/>
                  </a:ext>
                </a:extLst>
              </p:cNvPr>
              <p:cNvSpPr txBox="1"/>
              <p:nvPr/>
            </p:nvSpPr>
            <p:spPr>
              <a:xfrm>
                <a:off x="526029" y="1170280"/>
                <a:ext cx="4716780" cy="1883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interpolation and hash encode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O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N</m:t>
                            </m:r>
                          </m:e>
                          <m:sup>
                            <m:r>
                              <a:rPr lang="en-US" altLang="zh-CN" sz="2000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  <m:r>
                      <a:rPr lang="en-US" altLang="zh-CN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to</m:t>
                    </m:r>
                    <m:r>
                      <a:rPr lang="en-US" altLang="zh-CN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O</m:t>
                    </m:r>
                    <m:r>
                      <a:rPr lang="en-US" altLang="zh-CN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</m:e>
                      <m:sup>
                        <m:r>
                          <a:rPr lang="en-US" altLang="zh-CN" sz="20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Shared scene priors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Model arbitrary deformation</a:t>
                </a:r>
                <a:endPara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5EB0B4A-1035-016D-6361-BA5F5AF7C6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29" y="1170280"/>
                <a:ext cx="4716780" cy="1883657"/>
              </a:xfrm>
              <a:prstGeom prst="rect">
                <a:avLst/>
              </a:prstGeom>
              <a:blipFill>
                <a:blip r:embed="rId4"/>
                <a:stretch>
                  <a:fillRect l="-1292" b="-48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>
            <a:extLst>
              <a:ext uri="{FF2B5EF4-FFF2-40B4-BE49-F238E27FC236}">
                <a16:creationId xmlns:a16="http://schemas.microsoft.com/office/drawing/2014/main" id="{9200CB11-74FE-29E7-64EA-F4BCAE209C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936" y="3707400"/>
            <a:ext cx="5316064" cy="214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4656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9A27B1DC-D913-B28D-6328-DF9F1B4A2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B53F-B966-46AF-B3F3-E0B2E9DDCD79}" type="slidenum">
              <a:rPr lang="zh-CN" altLang="en-US" sz="2000" smtClean="0"/>
              <a:t>7</a:t>
            </a:fld>
            <a:endParaRPr lang="zh-CN" altLang="en-US" sz="2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EF8688A-C9D8-1F3F-1516-7DACE0F288E9}"/>
              </a:ext>
            </a:extLst>
          </p:cNvPr>
          <p:cNvSpPr txBox="1"/>
          <p:nvPr/>
        </p:nvSpPr>
        <p:spPr>
          <a:xfrm>
            <a:off x="377687" y="198783"/>
            <a:ext cx="53087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Other Advancements</a:t>
            </a:r>
            <a:endParaRPr lang="zh-CN" altLang="en-US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C5F31BB-6CE4-872A-5184-740DF0E69269}"/>
                  </a:ext>
                </a:extLst>
              </p:cNvPr>
              <p:cNvSpPr txBox="1"/>
              <p:nvPr/>
            </p:nvSpPr>
            <p:spPr>
              <a:xfrm>
                <a:off x="526029" y="1170280"/>
                <a:ext cx="5308738" cy="14285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0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Efficient</m:t>
                    </m:r>
                    <m:r>
                      <m:rPr>
                        <m:nor/>
                      </m:rPr>
                      <a:rPr lang="en-US" altLang="zh-CN" sz="20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0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Ray</m:t>
                    </m:r>
                    <m:r>
                      <m:rPr>
                        <m:nor/>
                      </m:rPr>
                      <a:rPr lang="en-US" altLang="zh-CN" sz="20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0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Marching</m:t>
                    </m:r>
                  </m:oMath>
                </a14:m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Coordinate-Time Encoding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MForplane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Forplane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Monocular Inputs</a:t>
                </a:r>
                <a:endPara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C5F31BB-6CE4-872A-5184-740DF0E692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29" y="1170280"/>
                <a:ext cx="5308738" cy="1428596"/>
              </a:xfrm>
              <a:prstGeom prst="rect">
                <a:avLst/>
              </a:prstGeom>
              <a:blipFill>
                <a:blip r:embed="rId2"/>
                <a:stretch>
                  <a:fillRect l="-1033" b="-64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991E51F4-40D4-DB6A-27FB-8F6C2A45A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687" y="3522002"/>
            <a:ext cx="3051313" cy="2165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9FCE6ED-E912-7A95-669D-85C9718577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6185" y="4259125"/>
            <a:ext cx="3677163" cy="666843"/>
          </a:xfrm>
          <a:prstGeom prst="rect">
            <a:avLst/>
          </a:prstGeom>
        </p:spPr>
      </p:pic>
      <p:pic>
        <p:nvPicPr>
          <p:cNvPr id="12" name="图片 11" descr="卡通人物&#10;&#10;低可信度描述已自动生成">
            <a:extLst>
              <a:ext uri="{FF2B5EF4-FFF2-40B4-BE49-F238E27FC236}">
                <a16:creationId xmlns:a16="http://schemas.microsoft.com/office/drawing/2014/main" id="{D03510DB-AE4E-5B1C-0CDA-93BDADD1E4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9575" y="3249320"/>
            <a:ext cx="3048000" cy="2438400"/>
          </a:xfrm>
          <a:prstGeom prst="rect">
            <a:avLst/>
          </a:prstGeom>
        </p:spPr>
      </p:pic>
      <p:pic>
        <p:nvPicPr>
          <p:cNvPr id="15" name="图片 14" descr="人手里拿着肉&#10;&#10;低可信度描述已自动生成">
            <a:extLst>
              <a:ext uri="{FF2B5EF4-FFF2-40B4-BE49-F238E27FC236}">
                <a16:creationId xmlns:a16="http://schemas.microsoft.com/office/drawing/2014/main" id="{75284E81-7F12-1A4F-DC3C-28918F9024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9575" y="517305"/>
            <a:ext cx="30480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650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9A27B1DC-D913-B28D-6328-DF9F1B4A2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B53F-B966-46AF-B3F3-E0B2E9DDCD79}" type="slidenum">
              <a:rPr lang="zh-CN" altLang="en-US" sz="2000" smtClean="0"/>
              <a:t>8</a:t>
            </a:fld>
            <a:endParaRPr lang="zh-CN" altLang="en-US" sz="2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EF8688A-C9D8-1F3F-1516-7DACE0F288E9}"/>
              </a:ext>
            </a:extLst>
          </p:cNvPr>
          <p:cNvSpPr txBox="1"/>
          <p:nvPr/>
        </p:nvSpPr>
        <p:spPr>
          <a:xfrm>
            <a:off x="377687" y="198783"/>
            <a:ext cx="50706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Performance</a:t>
            </a:r>
            <a:endParaRPr lang="zh-CN" altLang="en-US" sz="4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E6C2A58-7DB8-A48B-EED2-3C6A38FC0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66" y="1461813"/>
            <a:ext cx="9793067" cy="39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269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9A27B1DC-D913-B28D-6328-DF9F1B4A2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B53F-B966-46AF-B3F3-E0B2E9DDCD79}" type="slidenum">
              <a:rPr lang="zh-CN" altLang="en-US" sz="2000" smtClean="0"/>
              <a:t>9</a:t>
            </a:fld>
            <a:endParaRPr lang="zh-CN" altLang="en-US" sz="2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EF8688A-C9D8-1F3F-1516-7DACE0F288E9}"/>
              </a:ext>
            </a:extLst>
          </p:cNvPr>
          <p:cNvSpPr txBox="1"/>
          <p:nvPr/>
        </p:nvSpPr>
        <p:spPr>
          <a:xfrm>
            <a:off x="377687" y="198783"/>
            <a:ext cx="50706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Performance</a:t>
            </a:r>
            <a:endParaRPr lang="zh-CN" altLang="en-US" sz="4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5C2C5AF-54B8-9AEC-EFD9-CF457CD65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319" y="1266610"/>
            <a:ext cx="4525006" cy="205768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8979D9C-3C33-890B-4B8A-E4DBB5634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466" y="3734596"/>
            <a:ext cx="10517068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264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9A27B1DC-D913-B28D-6328-DF9F1B4A2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B53F-B966-46AF-B3F3-E0B2E9DDCD79}" type="slidenum">
              <a:rPr lang="zh-CN" altLang="en-US" sz="2000" smtClean="0"/>
              <a:t>10</a:t>
            </a:fld>
            <a:endParaRPr lang="zh-CN" altLang="en-US" sz="2000" dirty="0"/>
          </a:p>
        </p:txBody>
      </p:sp>
      <p:pic>
        <p:nvPicPr>
          <p:cNvPr id="5" name="video1~2">
            <a:hlinkClick r:id="" action="ppaction://media"/>
            <a:extLst>
              <a:ext uri="{FF2B5EF4-FFF2-40B4-BE49-F238E27FC236}">
                <a16:creationId xmlns:a16="http://schemas.microsoft.com/office/drawing/2014/main" id="{1C8CBD4D-2F48-0E91-2920-94B90518C1B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-871630"/>
            <a:ext cx="1791870" cy="701040"/>
          </a:xfrm>
          <a:prstGeom prst="rect">
            <a:avLst/>
          </a:prstGeom>
        </p:spPr>
      </p:pic>
      <p:pic>
        <p:nvPicPr>
          <p:cNvPr id="10" name="video1~2">
            <a:hlinkClick r:id="" action="ppaction://media"/>
            <a:extLst>
              <a:ext uri="{FF2B5EF4-FFF2-40B4-BE49-F238E27FC236}">
                <a16:creationId xmlns:a16="http://schemas.microsoft.com/office/drawing/2014/main" id="{05E34C99-862A-D927-1943-2E3D428F091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879271"/>
            <a:ext cx="5867400" cy="2295525"/>
          </a:xfrm>
          <a:prstGeom prst="rect">
            <a:avLst/>
          </a:prstGeom>
        </p:spPr>
      </p:pic>
      <p:pic>
        <p:nvPicPr>
          <p:cNvPr id="12" name="video2~2">
            <a:hlinkClick r:id="" action="ppaction://media"/>
            <a:extLst>
              <a:ext uri="{FF2B5EF4-FFF2-40B4-BE49-F238E27FC236}">
                <a16:creationId xmlns:a16="http://schemas.microsoft.com/office/drawing/2014/main" id="{494FA605-BDB2-95AB-8BB1-BE22F12A1A08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6324602" y="879270"/>
            <a:ext cx="5867400" cy="2295525"/>
          </a:xfrm>
          <a:prstGeom prst="rect">
            <a:avLst/>
          </a:prstGeom>
        </p:spPr>
      </p:pic>
      <p:pic>
        <p:nvPicPr>
          <p:cNvPr id="13" name="video3~2">
            <a:hlinkClick r:id="" action="ppaction://media"/>
            <a:extLst>
              <a:ext uri="{FF2B5EF4-FFF2-40B4-BE49-F238E27FC236}">
                <a16:creationId xmlns:a16="http://schemas.microsoft.com/office/drawing/2014/main" id="{5330AA14-A35F-C731-1FEE-05A36DA609A6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0" y="3703547"/>
            <a:ext cx="5867400" cy="2295525"/>
          </a:xfrm>
          <a:prstGeom prst="rect">
            <a:avLst/>
          </a:prstGeom>
        </p:spPr>
      </p:pic>
      <p:pic>
        <p:nvPicPr>
          <p:cNvPr id="14" name="video4~2">
            <a:hlinkClick r:id="" action="ppaction://media"/>
            <a:extLst>
              <a:ext uri="{FF2B5EF4-FFF2-40B4-BE49-F238E27FC236}">
                <a16:creationId xmlns:a16="http://schemas.microsoft.com/office/drawing/2014/main" id="{88F5DE08-93D1-66D7-1E42-1403E04EDF7F}"/>
              </a:ext>
            </a:extLst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6324602" y="3703546"/>
            <a:ext cx="5867400" cy="229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20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88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889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50889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1778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49778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1556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51056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2612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49556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9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4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25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0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video>
              <p:cMediaNode vol="80000">
                <p:cTn id="31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video>
              <p:cMediaNode vol="80000">
                <p:cTn id="3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video>
              <p:cMediaNode vol="80000">
                <p:cTn id="43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8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9A27B1DC-D913-B28D-6328-DF9F1B4A2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B53F-B966-46AF-B3F3-E0B2E9DDCD79}" type="slidenum">
              <a:rPr lang="zh-CN" altLang="en-US" sz="2000" smtClean="0"/>
              <a:t>11</a:t>
            </a:fld>
            <a:endParaRPr lang="zh-CN" altLang="en-US" sz="2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EF8688A-C9D8-1F3F-1516-7DACE0F288E9}"/>
              </a:ext>
            </a:extLst>
          </p:cNvPr>
          <p:cNvSpPr txBox="1"/>
          <p:nvPr/>
        </p:nvSpPr>
        <p:spPr>
          <a:xfrm>
            <a:off x="377687" y="198783"/>
            <a:ext cx="58897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Future Work Prospects</a:t>
            </a:r>
            <a:endParaRPr lang="zh-CN" altLang="en-US" sz="4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9FD7083-FE2D-612A-ED54-7A0586E9DBD2}"/>
              </a:ext>
            </a:extLst>
          </p:cNvPr>
          <p:cNvSpPr txBox="1"/>
          <p:nvPr/>
        </p:nvSpPr>
        <p:spPr>
          <a:xfrm>
            <a:off x="377687" y="1141624"/>
            <a:ext cx="10496259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Further accelerate to 30+ fps to truly enable real-time render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Acquire high-quality dataset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the best plane decomposition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adaptive method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 sim-to-real</a:t>
            </a:r>
          </a:p>
        </p:txBody>
      </p:sp>
    </p:spTree>
    <p:extLst>
      <p:ext uri="{BB962C8B-B14F-4D97-AF65-F5344CB8AC3E}">
        <p14:creationId xmlns:p14="http://schemas.microsoft.com/office/powerpoint/2010/main" val="10483703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9A27B1DC-D913-B28D-6328-DF9F1B4A2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B53F-B966-46AF-B3F3-E0B2E9DDCD79}" type="slidenum">
              <a:rPr lang="zh-CN" altLang="en-US" sz="2000" smtClean="0"/>
              <a:t>12</a:t>
            </a:fld>
            <a:endParaRPr lang="zh-CN" altLang="en-US" sz="2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EF8688A-C9D8-1F3F-1516-7DACE0F288E9}"/>
              </a:ext>
            </a:extLst>
          </p:cNvPr>
          <p:cNvSpPr txBox="1"/>
          <p:nvPr/>
        </p:nvSpPr>
        <p:spPr>
          <a:xfrm>
            <a:off x="377687" y="198783"/>
            <a:ext cx="58897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Contribution and Gains  </a:t>
            </a:r>
            <a:endParaRPr lang="zh-CN" altLang="en-US" sz="4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9FD7083-FE2D-612A-ED54-7A0586E9DBD2}"/>
              </a:ext>
            </a:extLst>
          </p:cNvPr>
          <p:cNvSpPr txBox="1"/>
          <p:nvPr/>
        </p:nvSpPr>
        <p:spPr>
          <a:xfrm>
            <a:off x="377687" y="1141624"/>
            <a:ext cx="10496259" cy="3156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contribution: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tool mask of thousands of bloody images 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around half of the code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 and analyze most of the experiments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the figures, tables and supplement in the paper, and some of the paras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mostly on-site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912239E-CB60-6157-1F6B-68EA9BBF4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1334" y="2093818"/>
            <a:ext cx="1086002" cy="447737"/>
          </a:xfrm>
          <a:prstGeom prst="rect">
            <a:avLst/>
          </a:prstGeom>
        </p:spPr>
      </p:pic>
      <p:pic>
        <p:nvPicPr>
          <p:cNvPr id="12" name="图片 11" descr="桌子上摆放着广告卡片和电脑&#10;&#10;描述已自动生成">
            <a:extLst>
              <a:ext uri="{FF2B5EF4-FFF2-40B4-BE49-F238E27FC236}">
                <a16:creationId xmlns:a16="http://schemas.microsoft.com/office/drawing/2014/main" id="{96E81A08-99D2-6B4A-0662-9E2D86D9A3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753" y="3493748"/>
            <a:ext cx="2284765" cy="304516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6796BC6-C548-9148-9041-A96A27AAFA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981095"/>
            <a:ext cx="2668846" cy="245559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636AC62-97B0-9A52-F680-FDDD33570B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3226" y="3776651"/>
            <a:ext cx="4410720" cy="2660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3859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9A27B1DC-D913-B28D-6328-DF9F1B4A2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B53F-B966-46AF-B3F3-E0B2E9DDCD79}" type="slidenum">
              <a:rPr lang="zh-CN" altLang="en-US" sz="2000" smtClean="0"/>
              <a:t>13</a:t>
            </a:fld>
            <a:endParaRPr lang="zh-CN" altLang="en-US" sz="2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EF8688A-C9D8-1F3F-1516-7DACE0F288E9}"/>
              </a:ext>
            </a:extLst>
          </p:cNvPr>
          <p:cNvSpPr txBox="1"/>
          <p:nvPr/>
        </p:nvSpPr>
        <p:spPr>
          <a:xfrm>
            <a:off x="3151118" y="2659559"/>
            <a:ext cx="5889763" cy="144655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>
                <a:latin typeface="思源宋体 CN" panose="02020400000000000000" pitchFamily="18" charset="-122"/>
                <a:ea typeface="思源宋体 CN" panose="02020400000000000000" pitchFamily="18" charset="-122"/>
              </a:rPr>
              <a:t>Thank you!</a:t>
            </a:r>
            <a:endParaRPr lang="en-US" altLang="zh-CN" sz="4400" dirty="0">
              <a:latin typeface="思源宋体 CN" panose="02020400000000000000" pitchFamily="18" charset="-122"/>
              <a:ea typeface="思源宋体 CN" panose="02020400000000000000" pitchFamily="18" charset="-122"/>
            </a:endParaRPr>
          </a:p>
          <a:p>
            <a:pPr algn="ctr"/>
            <a:r>
              <a:rPr lang="zh-CN" altLang="en-US" sz="4400" dirty="0">
                <a:latin typeface="思源宋体 CN" panose="02020400000000000000" pitchFamily="18" charset="-122"/>
                <a:ea typeface="思源宋体 CN" panose="02020400000000000000" pitchFamily="18" charset="-122"/>
              </a:rPr>
              <a:t>恳请各位老师批评指正</a:t>
            </a:r>
            <a:endParaRPr lang="en-US" altLang="zh-CN" sz="4400" dirty="0">
              <a:latin typeface="思源宋体 CN" panose="02020400000000000000" pitchFamily="18" charset="-122"/>
              <a:ea typeface="思源宋体 CN" panose="02020400000000000000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95367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1680</TotalTime>
  <Words>199</Words>
  <Application>Microsoft Office PowerPoint</Application>
  <PresentationFormat>宽屏</PresentationFormat>
  <Paragraphs>54</Paragraphs>
  <Slides>13</Slides>
  <Notes>0</Notes>
  <HiddenSlides>0</HiddenSlides>
  <MMClips>5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等线</vt:lpstr>
      <vt:lpstr>等线 Light</vt:lpstr>
      <vt:lpstr>思源宋体 CN</vt:lpstr>
      <vt:lpstr>Arial</vt:lpstr>
      <vt:lpstr>Cambria Math</vt:lpstr>
      <vt:lpstr>Times New Roman</vt:lpstr>
      <vt:lpstr>Office 主题​​</vt:lpstr>
      <vt:lpstr>Efficient Deformable Tissue Reconstruction via Orthogonal Neural Plane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Efficient Deformable Tissue Reconstruction via Orthogonal Neural Plane</dc:title>
  <dc:creator>Kailing Wang</dc:creator>
  <cp:lastModifiedBy>Kailing Wang</cp:lastModifiedBy>
  <cp:revision>1</cp:revision>
  <dcterms:created xsi:type="dcterms:W3CDTF">2023-09-03T09:58:46Z</dcterms:created>
  <dcterms:modified xsi:type="dcterms:W3CDTF">2023-09-08T04:08:06Z</dcterms:modified>
  <cp:contentStatus>最终状态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arkAsFinal">
    <vt:bool>true</vt:bool>
  </property>
</Properties>
</file>