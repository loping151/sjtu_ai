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7" r:id="rId4"/>
  </p:sldMasterIdLst>
  <p:notesMasterIdLst>
    <p:notesMasterId r:id="rId32"/>
  </p:notesMasterIdLst>
  <p:sldIdLst>
    <p:sldId id="1864" r:id="rId5"/>
    <p:sldId id="1881" r:id="rId6"/>
    <p:sldId id="1846" r:id="rId7"/>
    <p:sldId id="1868" r:id="rId8"/>
    <p:sldId id="1845" r:id="rId9"/>
    <p:sldId id="1849" r:id="rId10"/>
    <p:sldId id="1848" r:id="rId11"/>
    <p:sldId id="1869" r:id="rId12"/>
    <p:sldId id="1871" r:id="rId13"/>
    <p:sldId id="1872" r:id="rId14"/>
    <p:sldId id="1873" r:id="rId15"/>
    <p:sldId id="1874" r:id="rId16"/>
    <p:sldId id="1875" r:id="rId17"/>
    <p:sldId id="1870" r:id="rId18"/>
    <p:sldId id="1876" r:id="rId19"/>
    <p:sldId id="1877" r:id="rId20"/>
    <p:sldId id="1883" r:id="rId21"/>
    <p:sldId id="1878" r:id="rId22"/>
    <p:sldId id="1879" r:id="rId23"/>
    <p:sldId id="1880" r:id="rId24"/>
    <p:sldId id="1882" r:id="rId25"/>
    <p:sldId id="1885" r:id="rId26"/>
    <p:sldId id="1887" r:id="rId27"/>
    <p:sldId id="1886" r:id="rId28"/>
    <p:sldId id="1867" r:id="rId29"/>
    <p:sldId id="1859" r:id="rId30"/>
    <p:sldId id="1858" r:id="rId31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80" userDrawn="1">
          <p15:clr>
            <a:srgbClr val="A4A3A4"/>
          </p15:clr>
        </p15:guide>
        <p15:guide id="3" pos="7200" userDrawn="1">
          <p15:clr>
            <a:srgbClr val="A4A3A4"/>
          </p15:clr>
        </p15:guide>
        <p15:guide id="4" pos="43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788"/>
    <a:srgbClr val="3578AF"/>
    <a:srgbClr val="01C2D1"/>
    <a:srgbClr val="E23042"/>
    <a:srgbClr val="FE4387"/>
    <a:srgbClr val="FF2625"/>
    <a:srgbClr val="297C2A"/>
    <a:srgbClr val="F69000"/>
    <a:srgbClr val="D6D734"/>
    <a:srgbClr val="005C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EF3ABF-6029-4932-A423-9ADB536D1AD0}" v="107" vWet="110" dt="2024-06-04T14:44:29.609"/>
    <p1510:client id="{58E3C415-8688-4A23-B9BD-78BBBFF536D0}" v="679" dt="2024-06-04T14:26:08.006"/>
    <p1510:client id="{650BBF3D-DA1D-034F-AD62-FDF3FE92A0FB}" v="252" dt="2024-06-04T14:52:43.423"/>
    <p1510:client id="{65646485-9C0B-45C5-9193-956A2680E97B}" v="13" dt="2024-06-03T15:56:40.050"/>
    <p1510:client id="{6C1682FB-99A2-49E9-8755-551CBF745FB7}" v="13" dt="2024-06-04T13:48:51.510"/>
    <p1510:client id="{713A55D0-3CEA-48B2-9FC9-52ED3D38CA66}" v="2020" dt="2024-06-03T21:17:51.720"/>
    <p1510:client id="{93C84165-EF2D-4556-9AC9-EC7011F0F4EF}" v="358" dt="2024-06-04T13:26:15.890"/>
    <p1510:client id="{A41D9F8B-0F3B-41D0-B68A-CEA302FE07D1}" v="82" dt="2024-06-03T18:55:32.846"/>
    <p1510:client id="{B011ED42-F077-4A1C-8588-3E76104417E0}" v="210" dt="2024-06-04T11:36:31.906"/>
    <p1510:client id="{D91059AB-0EB4-46DF-9B29-B5301A6009F2}" v="790" dt="2024-06-03T19:30:57.713"/>
    <p1510:client id="{E285C516-55EC-427D-906C-2A8F29046839}" v="9" dt="2024-06-04T13:54:19.773"/>
  </p1510:revLst>
</p1510:revInfo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480"/>
        <p:guide pos="7200"/>
        <p:guide pos="4368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65646485-9C0B-45C5-9193-956A2680E97B}"/>
    <pc:docChg chg="modSld">
      <pc:chgData name="Guest User" userId="" providerId="Windows Live" clId="Web-{65646485-9C0B-45C5-9193-956A2680E97B}" dt="2024-06-03T15:56:40.050" v="12" actId="20577"/>
      <pc:docMkLst>
        <pc:docMk/>
      </pc:docMkLst>
      <pc:sldChg chg="modSp">
        <pc:chgData name="Guest User" userId="" providerId="Windows Live" clId="Web-{65646485-9C0B-45C5-9193-956A2680E97B}" dt="2024-06-03T15:56:30.035" v="7" actId="20577"/>
        <pc:sldMkLst>
          <pc:docMk/>
          <pc:sldMk cId="803542810" sldId="1845"/>
        </pc:sldMkLst>
        <pc:spChg chg="mod">
          <ac:chgData name="Guest User" userId="" providerId="Windows Live" clId="Web-{65646485-9C0B-45C5-9193-956A2680E97B}" dt="2024-06-03T15:56:30.035" v="7" actId="20577"/>
          <ac:spMkLst>
            <pc:docMk/>
            <pc:sldMk cId="803542810" sldId="1845"/>
            <ac:spMk id="6" creationId="{7DCBA01B-ECA4-4938-872A-B38BEB13AC06}"/>
          </ac:spMkLst>
        </pc:spChg>
      </pc:sldChg>
      <pc:sldChg chg="modSp">
        <pc:chgData name="Guest User" userId="" providerId="Windows Live" clId="Web-{65646485-9C0B-45C5-9193-956A2680E97B}" dt="2024-06-03T15:56:40.050" v="12" actId="20577"/>
        <pc:sldMkLst>
          <pc:docMk/>
          <pc:sldMk cId="3626454503" sldId="1870"/>
        </pc:sldMkLst>
        <pc:spChg chg="mod">
          <ac:chgData name="Guest User" userId="" providerId="Windows Live" clId="Web-{65646485-9C0B-45C5-9193-956A2680E97B}" dt="2024-06-03T15:56:40.050" v="12" actId="20577"/>
          <ac:spMkLst>
            <pc:docMk/>
            <pc:sldMk cId="3626454503" sldId="1870"/>
            <ac:spMk id="5" creationId="{D1262CD5-AD01-42E3-9173-97C12BB0D9B8}"/>
          </ac:spMkLst>
        </pc:spChg>
      </pc:sldChg>
    </pc:docChg>
  </pc:docChgLst>
  <pc:docChgLst>
    <pc:chgData name="谢 炜基" userId="cf60e783a5340edd" providerId="Windows Live" clId="Web-{713A55D0-3CEA-48B2-9FC9-52ED3D38CA66}"/>
    <pc:docChg chg="addSld modSld">
      <pc:chgData name="谢 炜基" userId="cf60e783a5340edd" providerId="Windows Live" clId="Web-{713A55D0-3CEA-48B2-9FC9-52ED3D38CA66}" dt="2024-06-03T21:17:50.283" v="1146" actId="20577"/>
      <pc:docMkLst>
        <pc:docMk/>
      </pc:docMkLst>
      <pc:sldChg chg="addSp delSp modSp">
        <pc:chgData name="谢 炜基" userId="cf60e783a5340edd" providerId="Windows Live" clId="Web-{713A55D0-3CEA-48B2-9FC9-52ED3D38CA66}" dt="2024-06-03T20:07:48.054" v="526"/>
        <pc:sldMkLst>
          <pc:docMk/>
          <pc:sldMk cId="461669259" sldId="1846"/>
        </pc:sldMkLst>
        <pc:picChg chg="add del mod">
          <ac:chgData name="谢 炜基" userId="cf60e783a5340edd" providerId="Windows Live" clId="Web-{713A55D0-3CEA-48B2-9FC9-52ED3D38CA66}" dt="2024-06-03T20:07:48.054" v="526"/>
          <ac:picMkLst>
            <pc:docMk/>
            <pc:sldMk cId="461669259" sldId="1846"/>
            <ac:picMk id="3" creationId="{47DD60A8-C3A0-02E6-849C-D03842CD1577}"/>
          </ac:picMkLst>
        </pc:picChg>
      </pc:sldChg>
      <pc:sldChg chg="modSp">
        <pc:chgData name="谢 炜基" userId="cf60e783a5340edd" providerId="Windows Live" clId="Web-{713A55D0-3CEA-48B2-9FC9-52ED3D38CA66}" dt="2024-06-03T21:06:12.668" v="1085" actId="20577"/>
        <pc:sldMkLst>
          <pc:docMk/>
          <pc:sldMk cId="1430663837" sldId="1865"/>
        </pc:sldMkLst>
        <pc:spChg chg="mod">
          <ac:chgData name="谢 炜基" userId="cf60e783a5340edd" providerId="Windows Live" clId="Web-{713A55D0-3CEA-48B2-9FC9-52ED3D38CA66}" dt="2024-06-03T21:06:12.668" v="1085" actId="20577"/>
          <ac:spMkLst>
            <pc:docMk/>
            <pc:sldMk cId="1430663837" sldId="1865"/>
            <ac:spMk id="2" creationId="{25A8ACB1-6D36-496B-91DD-D1C3128C1C73}"/>
          </ac:spMkLst>
        </pc:spChg>
      </pc:sldChg>
      <pc:sldChg chg="modSp">
        <pc:chgData name="谢 炜基" userId="cf60e783a5340edd" providerId="Windows Live" clId="Web-{713A55D0-3CEA-48B2-9FC9-52ED3D38CA66}" dt="2024-06-03T21:11:40.848" v="1102" actId="20577"/>
        <pc:sldMkLst>
          <pc:docMk/>
          <pc:sldMk cId="3556062422" sldId="1876"/>
        </pc:sldMkLst>
        <pc:spChg chg="mod">
          <ac:chgData name="谢 炜基" userId="cf60e783a5340edd" providerId="Windows Live" clId="Web-{713A55D0-3CEA-48B2-9FC9-52ED3D38CA66}" dt="2024-06-03T21:11:40.848" v="1102" actId="20577"/>
          <ac:spMkLst>
            <pc:docMk/>
            <pc:sldMk cId="3556062422" sldId="1876"/>
            <ac:spMk id="5" creationId="{FFB6235A-E61D-E7BF-023C-192D6D553D5C}"/>
          </ac:spMkLst>
        </pc:spChg>
      </pc:sldChg>
      <pc:sldChg chg="addSp delSp modSp add replId">
        <pc:chgData name="谢 炜基" userId="cf60e783a5340edd" providerId="Windows Live" clId="Web-{713A55D0-3CEA-48B2-9FC9-52ED3D38CA66}" dt="2024-06-03T21:14:32.481" v="1126" actId="20577"/>
        <pc:sldMkLst>
          <pc:docMk/>
          <pc:sldMk cId="2629579520" sldId="1877"/>
        </pc:sldMkLst>
        <pc:spChg chg="mod">
          <ac:chgData name="谢 炜基" userId="cf60e783a5340edd" providerId="Windows Live" clId="Web-{713A55D0-3CEA-48B2-9FC9-52ED3D38CA66}" dt="2024-06-03T19:53:01.396" v="227" actId="20577"/>
          <ac:spMkLst>
            <pc:docMk/>
            <pc:sldMk cId="2629579520" sldId="1877"/>
            <ac:spMk id="4" creationId="{048FBE6B-DC67-4E64-80F4-CADE978D2FE3}"/>
          </ac:spMkLst>
        </pc:spChg>
        <pc:spChg chg="mod">
          <ac:chgData name="谢 炜基" userId="cf60e783a5340edd" providerId="Windows Live" clId="Web-{713A55D0-3CEA-48B2-9FC9-52ED3D38CA66}" dt="2024-06-03T21:14:32.481" v="1126" actId="20577"/>
          <ac:spMkLst>
            <pc:docMk/>
            <pc:sldMk cId="2629579520" sldId="1877"/>
            <ac:spMk id="5" creationId="{FFB6235A-E61D-E7BF-023C-192D6D553D5C}"/>
          </ac:spMkLst>
        </pc:spChg>
        <pc:picChg chg="add del mod">
          <ac:chgData name="谢 炜基" userId="cf60e783a5340edd" providerId="Windows Live" clId="Web-{713A55D0-3CEA-48B2-9FC9-52ED3D38CA66}" dt="2024-06-03T20:08:36.179" v="532"/>
          <ac:picMkLst>
            <pc:docMk/>
            <pc:sldMk cId="2629579520" sldId="1877"/>
            <ac:picMk id="2" creationId="{AF56A16E-4C1E-63EC-456E-B4EA8EAC7523}"/>
          </ac:picMkLst>
        </pc:picChg>
        <pc:picChg chg="add del mod">
          <ac:chgData name="谢 炜基" userId="cf60e783a5340edd" providerId="Windows Live" clId="Web-{713A55D0-3CEA-48B2-9FC9-52ED3D38CA66}" dt="2024-06-03T20:08:54.351" v="553"/>
          <ac:picMkLst>
            <pc:docMk/>
            <pc:sldMk cId="2629579520" sldId="1877"/>
            <ac:picMk id="3" creationId="{0D1E8209-CC7D-087F-52CA-47090947085C}"/>
          </ac:picMkLst>
        </pc:picChg>
        <pc:picChg chg="add del mod">
          <ac:chgData name="谢 炜基" userId="cf60e783a5340edd" providerId="Windows Live" clId="Web-{713A55D0-3CEA-48B2-9FC9-52ED3D38CA66}" dt="2024-06-03T20:11:59.931" v="604"/>
          <ac:picMkLst>
            <pc:docMk/>
            <pc:sldMk cId="2629579520" sldId="1877"/>
            <ac:picMk id="6" creationId="{61619EA1-F741-C5F5-64B7-878F5BB477ED}"/>
          </ac:picMkLst>
        </pc:picChg>
        <pc:picChg chg="add del mod">
          <ac:chgData name="谢 炜基" userId="cf60e783a5340edd" providerId="Windows Live" clId="Web-{713A55D0-3CEA-48B2-9FC9-52ED3D38CA66}" dt="2024-06-03T20:10:54.134" v="603"/>
          <ac:picMkLst>
            <pc:docMk/>
            <pc:sldMk cId="2629579520" sldId="1877"/>
            <ac:picMk id="7" creationId="{BC35E7DB-EFFC-7577-8475-63F8B7016ECB}"/>
          </ac:picMkLst>
        </pc:picChg>
        <pc:picChg chg="add mod">
          <ac:chgData name="谢 炜基" userId="cf60e783a5340edd" providerId="Windows Live" clId="Web-{713A55D0-3CEA-48B2-9FC9-52ED3D38CA66}" dt="2024-06-03T20:12:14.525" v="610" actId="1076"/>
          <ac:picMkLst>
            <pc:docMk/>
            <pc:sldMk cId="2629579520" sldId="1877"/>
            <ac:picMk id="8" creationId="{7058308A-FFD8-C0F6-030F-6AC82DCB9727}"/>
          </ac:picMkLst>
        </pc:picChg>
        <pc:picChg chg="add mod">
          <ac:chgData name="谢 炜基" userId="cf60e783a5340edd" providerId="Windows Live" clId="Web-{713A55D0-3CEA-48B2-9FC9-52ED3D38CA66}" dt="2024-06-03T20:12:26.759" v="614" actId="1076"/>
          <ac:picMkLst>
            <pc:docMk/>
            <pc:sldMk cId="2629579520" sldId="1877"/>
            <ac:picMk id="9" creationId="{8B06CBEE-B9AD-4064-411F-60964C8CA9AE}"/>
          </ac:picMkLst>
        </pc:picChg>
      </pc:sldChg>
      <pc:sldChg chg="delSp modSp add replId">
        <pc:chgData name="谢 炜基" userId="cf60e783a5340edd" providerId="Windows Live" clId="Web-{713A55D0-3CEA-48B2-9FC9-52ED3D38CA66}" dt="2024-06-03T21:15:54.890" v="1138" actId="20577"/>
        <pc:sldMkLst>
          <pc:docMk/>
          <pc:sldMk cId="1831117590" sldId="1878"/>
        </pc:sldMkLst>
        <pc:spChg chg="mod">
          <ac:chgData name="谢 炜基" userId="cf60e783a5340edd" providerId="Windows Live" clId="Web-{713A55D0-3CEA-48B2-9FC9-52ED3D38CA66}" dt="2024-06-03T21:15:54.890" v="1138" actId="20577"/>
          <ac:spMkLst>
            <pc:docMk/>
            <pc:sldMk cId="1831117590" sldId="1878"/>
            <ac:spMk id="5" creationId="{FFB6235A-E61D-E7BF-023C-192D6D553D5C}"/>
          </ac:spMkLst>
        </pc:spChg>
        <pc:picChg chg="del">
          <ac:chgData name="谢 炜基" userId="cf60e783a5340edd" providerId="Windows Live" clId="Web-{713A55D0-3CEA-48B2-9FC9-52ED3D38CA66}" dt="2024-06-03T20:14:11.933" v="631"/>
          <ac:picMkLst>
            <pc:docMk/>
            <pc:sldMk cId="1831117590" sldId="1878"/>
            <ac:picMk id="8" creationId="{7058308A-FFD8-C0F6-030F-6AC82DCB9727}"/>
          </ac:picMkLst>
        </pc:picChg>
        <pc:picChg chg="del">
          <ac:chgData name="谢 炜基" userId="cf60e783a5340edd" providerId="Windows Live" clId="Web-{713A55D0-3CEA-48B2-9FC9-52ED3D38CA66}" dt="2024-06-03T20:14:11.917" v="630"/>
          <ac:picMkLst>
            <pc:docMk/>
            <pc:sldMk cId="1831117590" sldId="1878"/>
            <ac:picMk id="9" creationId="{8B06CBEE-B9AD-4064-411F-60964C8CA9AE}"/>
          </ac:picMkLst>
        </pc:picChg>
      </pc:sldChg>
      <pc:sldChg chg="addSp modSp add replId">
        <pc:chgData name="谢 炜基" userId="cf60e783a5340edd" providerId="Windows Live" clId="Web-{713A55D0-3CEA-48B2-9FC9-52ED3D38CA66}" dt="2024-06-03T21:17:50.283" v="1146" actId="20577"/>
        <pc:sldMkLst>
          <pc:docMk/>
          <pc:sldMk cId="3305040331" sldId="1879"/>
        </pc:sldMkLst>
        <pc:spChg chg="mod">
          <ac:chgData name="谢 炜基" userId="cf60e783a5340edd" providerId="Windows Live" clId="Web-{713A55D0-3CEA-48B2-9FC9-52ED3D38CA66}" dt="2024-06-03T21:17:50.283" v="1146" actId="20577"/>
          <ac:spMkLst>
            <pc:docMk/>
            <pc:sldMk cId="3305040331" sldId="1879"/>
            <ac:spMk id="5" creationId="{FFB6235A-E61D-E7BF-023C-192D6D553D5C}"/>
          </ac:spMkLst>
        </pc:spChg>
        <pc:picChg chg="add mod">
          <ac:chgData name="谢 炜基" userId="cf60e783a5340edd" providerId="Windows Live" clId="Web-{713A55D0-3CEA-48B2-9FC9-52ED3D38CA66}" dt="2024-06-03T21:16:38.781" v="1145" actId="1076"/>
          <ac:picMkLst>
            <pc:docMk/>
            <pc:sldMk cId="3305040331" sldId="1879"/>
            <ac:picMk id="2" creationId="{992C2E17-79A4-07EA-FB09-56F37FFD94C9}"/>
          </ac:picMkLst>
        </pc:picChg>
      </pc:sldChg>
      <pc:sldChg chg="delSp modSp add replId">
        <pc:chgData name="谢 炜基" userId="cf60e783a5340edd" providerId="Windows Live" clId="Web-{713A55D0-3CEA-48B2-9FC9-52ED3D38CA66}" dt="2024-06-03T20:53:59.630" v="1070" actId="20577"/>
        <pc:sldMkLst>
          <pc:docMk/>
          <pc:sldMk cId="2755591321" sldId="1880"/>
        </pc:sldMkLst>
        <pc:spChg chg="mod">
          <ac:chgData name="谢 炜基" userId="cf60e783a5340edd" providerId="Windows Live" clId="Web-{713A55D0-3CEA-48B2-9FC9-52ED3D38CA66}" dt="2024-06-03T20:53:59.630" v="1070" actId="20577"/>
          <ac:spMkLst>
            <pc:docMk/>
            <pc:sldMk cId="2755591321" sldId="1880"/>
            <ac:spMk id="5" creationId="{FFB6235A-E61D-E7BF-023C-192D6D553D5C}"/>
          </ac:spMkLst>
        </pc:spChg>
        <pc:picChg chg="del">
          <ac:chgData name="谢 炜基" userId="cf60e783a5340edd" providerId="Windows Live" clId="Web-{713A55D0-3CEA-48B2-9FC9-52ED3D38CA66}" dt="2024-06-03T20:53:47.223" v="1059"/>
          <ac:picMkLst>
            <pc:docMk/>
            <pc:sldMk cId="2755591321" sldId="1880"/>
            <ac:picMk id="2" creationId="{992C2E17-79A4-07EA-FB09-56F37FFD94C9}"/>
          </ac:picMkLst>
        </pc:picChg>
      </pc:sldChg>
    </pc:docChg>
  </pc:docChgLst>
  <pc:docChgLst>
    <pc:chgData name="谢 炜基" userId="cf60e783a5340edd" providerId="Windows Live" clId="Web-{E285C516-55EC-427D-906C-2A8F29046839}"/>
    <pc:docChg chg="addSld modSld">
      <pc:chgData name="谢 炜基" userId="cf60e783a5340edd" providerId="Windows Live" clId="Web-{E285C516-55EC-427D-906C-2A8F29046839}" dt="2024-06-04T13:54:19.773" v="7"/>
      <pc:docMkLst>
        <pc:docMk/>
      </pc:docMkLst>
      <pc:sldChg chg="modSp">
        <pc:chgData name="谢 炜基" userId="cf60e783a5340edd" providerId="Windows Live" clId="Web-{E285C516-55EC-427D-906C-2A8F29046839}" dt="2024-06-04T13:52:25.598" v="6" actId="20577"/>
        <pc:sldMkLst>
          <pc:docMk/>
          <pc:sldMk cId="803542810" sldId="1845"/>
        </pc:sldMkLst>
        <pc:spChg chg="mod">
          <ac:chgData name="谢 炜基" userId="cf60e783a5340edd" providerId="Windows Live" clId="Web-{E285C516-55EC-427D-906C-2A8F29046839}" dt="2024-06-04T13:52:25.598" v="6" actId="20577"/>
          <ac:spMkLst>
            <pc:docMk/>
            <pc:sldMk cId="803542810" sldId="1845"/>
            <ac:spMk id="6" creationId="{7DCBA01B-ECA4-4938-872A-B38BEB13AC06}"/>
          </ac:spMkLst>
        </pc:spChg>
      </pc:sldChg>
      <pc:sldChg chg="modSp">
        <pc:chgData name="谢 炜基" userId="cf60e783a5340edd" providerId="Windows Live" clId="Web-{E285C516-55EC-427D-906C-2A8F29046839}" dt="2024-06-04T13:50:38.830" v="4" actId="20577"/>
        <pc:sldMkLst>
          <pc:docMk/>
          <pc:sldMk cId="2980368020" sldId="1868"/>
        </pc:sldMkLst>
        <pc:spChg chg="mod">
          <ac:chgData name="谢 炜基" userId="cf60e783a5340edd" providerId="Windows Live" clId="Web-{E285C516-55EC-427D-906C-2A8F29046839}" dt="2024-06-04T13:50:38.830" v="4" actId="20577"/>
          <ac:spMkLst>
            <pc:docMk/>
            <pc:sldMk cId="2980368020" sldId="1868"/>
            <ac:spMk id="2" creationId="{3F36812B-2065-4A2B-B59B-8957022687BC}"/>
          </ac:spMkLst>
        </pc:spChg>
      </pc:sldChg>
      <pc:sldChg chg="add replId">
        <pc:chgData name="谢 炜基" userId="cf60e783a5340edd" providerId="Windows Live" clId="Web-{E285C516-55EC-427D-906C-2A8F29046839}" dt="2024-06-04T13:54:19.773" v="7"/>
        <pc:sldMkLst>
          <pc:docMk/>
          <pc:sldMk cId="3537320677" sldId="1884"/>
        </pc:sldMkLst>
      </pc:sldChg>
    </pc:docChg>
  </pc:docChgLst>
  <pc:docChgLst>
    <pc:chgData name="谢 炜基" userId="cf60e783a5340edd" providerId="Windows Live" clId="Web-{A41D9F8B-0F3B-41D0-B68A-CEA302FE07D1}"/>
    <pc:docChg chg="modSld">
      <pc:chgData name="谢 炜基" userId="cf60e783a5340edd" providerId="Windows Live" clId="Web-{A41D9F8B-0F3B-41D0-B68A-CEA302FE07D1}" dt="2024-06-03T18:55:32.549" v="79" actId="20577"/>
      <pc:docMkLst>
        <pc:docMk/>
      </pc:docMkLst>
      <pc:sldChg chg="modSp">
        <pc:chgData name="谢 炜基" userId="cf60e783a5340edd" providerId="Windows Live" clId="Web-{A41D9F8B-0F3B-41D0-B68A-CEA302FE07D1}" dt="2024-06-03T18:55:32.549" v="79" actId="20577"/>
        <pc:sldMkLst>
          <pc:docMk/>
          <pc:sldMk cId="2980368020" sldId="1868"/>
        </pc:sldMkLst>
        <pc:spChg chg="mod">
          <ac:chgData name="谢 炜基" userId="cf60e783a5340edd" providerId="Windows Live" clId="Web-{A41D9F8B-0F3B-41D0-B68A-CEA302FE07D1}" dt="2024-06-03T18:55:32.549" v="79" actId="20577"/>
          <ac:spMkLst>
            <pc:docMk/>
            <pc:sldMk cId="2980368020" sldId="1868"/>
            <ac:spMk id="2" creationId="{3F36812B-2065-4A2B-B59B-8957022687BC}"/>
          </ac:spMkLst>
        </pc:spChg>
      </pc:sldChg>
    </pc:docChg>
  </pc:docChgLst>
  <pc:docChgLst>
    <pc:chgData name="谢 炜基" userId="cf60e783a5340edd" providerId="Windows Live" clId="Web-{58E3C415-8688-4A23-B9BD-78BBBFF536D0}"/>
    <pc:docChg chg="addSld delSld modSld sldOrd modMainMaster">
      <pc:chgData name="谢 炜基" userId="cf60e783a5340edd" providerId="Windows Live" clId="Web-{58E3C415-8688-4A23-B9BD-78BBBFF536D0}" dt="2024-06-04T14:26:08.006" v="384" actId="20577"/>
      <pc:docMkLst>
        <pc:docMk/>
      </pc:docMkLst>
      <pc:sldChg chg="modSp modTransition">
        <pc:chgData name="谢 炜基" userId="cf60e783a5340edd" providerId="Windows Live" clId="Web-{58E3C415-8688-4A23-B9BD-78BBBFF536D0}" dt="2024-06-04T14:26:08.006" v="384" actId="20577"/>
        <pc:sldMkLst>
          <pc:docMk/>
          <pc:sldMk cId="803542810" sldId="1845"/>
        </pc:sldMkLst>
        <pc:spChg chg="mod">
          <ac:chgData name="谢 炜基" userId="cf60e783a5340edd" providerId="Windows Live" clId="Web-{58E3C415-8688-4A23-B9BD-78BBBFF536D0}" dt="2024-06-04T14:26:08.006" v="384" actId="20577"/>
          <ac:spMkLst>
            <pc:docMk/>
            <pc:sldMk cId="803542810" sldId="1845"/>
            <ac:spMk id="6" creationId="{7DCBA01B-ECA4-4938-872A-B38BEB13AC06}"/>
          </ac:spMkLst>
        </pc:spChg>
      </pc:sldChg>
      <pc:sldChg chg="modTransition">
        <pc:chgData name="谢 炜基" userId="cf60e783a5340edd" providerId="Windows Live" clId="Web-{58E3C415-8688-4A23-B9BD-78BBBFF536D0}" dt="2024-06-04T14:22:40.796" v="362"/>
        <pc:sldMkLst>
          <pc:docMk/>
          <pc:sldMk cId="461669259" sldId="1846"/>
        </pc:sldMkLst>
      </pc:sldChg>
      <pc:sldChg chg="modTransition">
        <pc:chgData name="谢 炜基" userId="cf60e783a5340edd" providerId="Windows Live" clId="Web-{58E3C415-8688-4A23-B9BD-78BBBFF536D0}" dt="2024-06-04T14:22:40.796" v="362"/>
        <pc:sldMkLst>
          <pc:docMk/>
          <pc:sldMk cId="2957678139" sldId="1848"/>
        </pc:sldMkLst>
      </pc:sldChg>
      <pc:sldChg chg="modTransition">
        <pc:chgData name="谢 炜基" userId="cf60e783a5340edd" providerId="Windows Live" clId="Web-{58E3C415-8688-4A23-B9BD-78BBBFF536D0}" dt="2024-06-04T14:22:40.796" v="362"/>
        <pc:sldMkLst>
          <pc:docMk/>
          <pc:sldMk cId="394783395" sldId="1849"/>
        </pc:sldMkLst>
      </pc:sldChg>
      <pc:sldChg chg="modTransition">
        <pc:chgData name="谢 炜基" userId="cf60e783a5340edd" providerId="Windows Live" clId="Web-{58E3C415-8688-4A23-B9BD-78BBBFF536D0}" dt="2024-06-04T14:22:40.796" v="362"/>
        <pc:sldMkLst>
          <pc:docMk/>
          <pc:sldMk cId="4244761525" sldId="1858"/>
        </pc:sldMkLst>
      </pc:sldChg>
      <pc:sldChg chg="modTransition">
        <pc:chgData name="谢 炜基" userId="cf60e783a5340edd" providerId="Windows Live" clId="Web-{58E3C415-8688-4A23-B9BD-78BBBFF536D0}" dt="2024-06-04T14:22:40.796" v="362"/>
        <pc:sldMkLst>
          <pc:docMk/>
          <pc:sldMk cId="576716121" sldId="1859"/>
        </pc:sldMkLst>
      </pc:sldChg>
      <pc:sldChg chg="modTransition">
        <pc:chgData name="谢 炜基" userId="cf60e783a5340edd" providerId="Windows Live" clId="Web-{58E3C415-8688-4A23-B9BD-78BBBFF536D0}" dt="2024-06-04T14:22:40.796" v="362"/>
        <pc:sldMkLst>
          <pc:docMk/>
          <pc:sldMk cId="1543265293" sldId="1864"/>
        </pc:sldMkLst>
      </pc:sldChg>
      <pc:sldChg chg="addSp delSp modSp del">
        <pc:chgData name="谢 炜基" userId="cf60e783a5340edd" providerId="Windows Live" clId="Web-{58E3C415-8688-4A23-B9BD-78BBBFF536D0}" dt="2024-06-04T14:03:22.242" v="85"/>
        <pc:sldMkLst>
          <pc:docMk/>
          <pc:sldMk cId="1430663837" sldId="1865"/>
        </pc:sldMkLst>
        <pc:spChg chg="mod">
          <ac:chgData name="谢 炜基" userId="cf60e783a5340edd" providerId="Windows Live" clId="Web-{58E3C415-8688-4A23-B9BD-78BBBFF536D0}" dt="2024-06-04T14:03:10.601" v="82" actId="20577"/>
          <ac:spMkLst>
            <pc:docMk/>
            <pc:sldMk cId="1430663837" sldId="1865"/>
            <ac:spMk id="2" creationId="{25A8ACB1-6D36-496B-91DD-D1C3128C1C73}"/>
          </ac:spMkLst>
        </pc:spChg>
        <pc:spChg chg="mod">
          <ac:chgData name="谢 炜基" userId="cf60e783a5340edd" providerId="Windows Live" clId="Web-{58E3C415-8688-4A23-B9BD-78BBBFF536D0}" dt="2024-06-04T14:02:22.459" v="77" actId="20577"/>
          <ac:spMkLst>
            <pc:docMk/>
            <pc:sldMk cId="1430663837" sldId="1865"/>
            <ac:spMk id="3" creationId="{9202AD8E-4C7C-4A1B-89B1-9A0997F4F30E}"/>
          </ac:spMkLst>
        </pc:spChg>
        <pc:spChg chg="add del">
          <ac:chgData name="谢 炜基" userId="cf60e783a5340edd" providerId="Windows Live" clId="Web-{58E3C415-8688-4A23-B9BD-78BBBFF536D0}" dt="2024-06-04T14:03:18.414" v="84"/>
          <ac:spMkLst>
            <pc:docMk/>
            <pc:sldMk cId="1430663837" sldId="1865"/>
            <ac:spMk id="6" creationId="{1024665E-014D-AC45-21F1-F2A057F441D4}"/>
          </ac:spMkLst>
        </pc:spChg>
      </pc:sldChg>
      <pc:sldChg chg="modTransition">
        <pc:chgData name="谢 炜基" userId="cf60e783a5340edd" providerId="Windows Live" clId="Web-{58E3C415-8688-4A23-B9BD-78BBBFF536D0}" dt="2024-06-04T14:22:40.796" v="362"/>
        <pc:sldMkLst>
          <pc:docMk/>
          <pc:sldMk cId="3366527757" sldId="1867"/>
        </pc:sldMkLst>
      </pc:sldChg>
      <pc:sldChg chg="modSp modTransition">
        <pc:chgData name="谢 炜基" userId="cf60e783a5340edd" providerId="Windows Live" clId="Web-{58E3C415-8688-4A23-B9BD-78BBBFF536D0}" dt="2024-06-04T14:25:35.270" v="378" actId="20577"/>
        <pc:sldMkLst>
          <pc:docMk/>
          <pc:sldMk cId="2980368020" sldId="1868"/>
        </pc:sldMkLst>
        <pc:spChg chg="mod">
          <ac:chgData name="谢 炜基" userId="cf60e783a5340edd" providerId="Windows Live" clId="Web-{58E3C415-8688-4A23-B9BD-78BBBFF536D0}" dt="2024-06-04T14:25:35.270" v="378" actId="20577"/>
          <ac:spMkLst>
            <pc:docMk/>
            <pc:sldMk cId="2980368020" sldId="1868"/>
            <ac:spMk id="2" creationId="{3F36812B-2065-4A2B-B59B-8957022687BC}"/>
          </ac:spMkLst>
        </pc:spChg>
      </pc:sldChg>
      <pc:sldChg chg="modTransition">
        <pc:chgData name="谢 炜基" userId="cf60e783a5340edd" providerId="Windows Live" clId="Web-{58E3C415-8688-4A23-B9BD-78BBBFF536D0}" dt="2024-06-04T14:22:40.796" v="362"/>
        <pc:sldMkLst>
          <pc:docMk/>
          <pc:sldMk cId="1343007671" sldId="1869"/>
        </pc:sldMkLst>
      </pc:sldChg>
      <pc:sldChg chg="modTransition">
        <pc:chgData name="谢 炜基" userId="cf60e783a5340edd" providerId="Windows Live" clId="Web-{58E3C415-8688-4A23-B9BD-78BBBFF536D0}" dt="2024-06-04T14:22:40.796" v="362"/>
        <pc:sldMkLst>
          <pc:docMk/>
          <pc:sldMk cId="3626454503" sldId="1870"/>
        </pc:sldMkLst>
      </pc:sldChg>
      <pc:sldChg chg="modTransition">
        <pc:chgData name="谢 炜基" userId="cf60e783a5340edd" providerId="Windows Live" clId="Web-{58E3C415-8688-4A23-B9BD-78BBBFF536D0}" dt="2024-06-04T14:22:40.796" v="362"/>
        <pc:sldMkLst>
          <pc:docMk/>
          <pc:sldMk cId="3017475595" sldId="1871"/>
        </pc:sldMkLst>
      </pc:sldChg>
      <pc:sldChg chg="modTransition">
        <pc:chgData name="谢 炜基" userId="cf60e783a5340edd" providerId="Windows Live" clId="Web-{58E3C415-8688-4A23-B9BD-78BBBFF536D0}" dt="2024-06-04T14:22:40.796" v="362"/>
        <pc:sldMkLst>
          <pc:docMk/>
          <pc:sldMk cId="2736795422" sldId="1872"/>
        </pc:sldMkLst>
      </pc:sldChg>
      <pc:sldChg chg="modTransition">
        <pc:chgData name="谢 炜基" userId="cf60e783a5340edd" providerId="Windows Live" clId="Web-{58E3C415-8688-4A23-B9BD-78BBBFF536D0}" dt="2024-06-04T14:22:40.796" v="362"/>
        <pc:sldMkLst>
          <pc:docMk/>
          <pc:sldMk cId="1587058291" sldId="1873"/>
        </pc:sldMkLst>
      </pc:sldChg>
      <pc:sldChg chg="modTransition">
        <pc:chgData name="谢 炜基" userId="cf60e783a5340edd" providerId="Windows Live" clId="Web-{58E3C415-8688-4A23-B9BD-78BBBFF536D0}" dt="2024-06-04T14:22:40.796" v="362"/>
        <pc:sldMkLst>
          <pc:docMk/>
          <pc:sldMk cId="1348292405" sldId="1874"/>
        </pc:sldMkLst>
      </pc:sldChg>
      <pc:sldChg chg="modTransition">
        <pc:chgData name="谢 炜基" userId="cf60e783a5340edd" providerId="Windows Live" clId="Web-{58E3C415-8688-4A23-B9BD-78BBBFF536D0}" dt="2024-06-04T14:22:40.796" v="362"/>
        <pc:sldMkLst>
          <pc:docMk/>
          <pc:sldMk cId="4007716535" sldId="1875"/>
        </pc:sldMkLst>
      </pc:sldChg>
      <pc:sldChg chg="modTransition">
        <pc:chgData name="谢 炜基" userId="cf60e783a5340edd" providerId="Windows Live" clId="Web-{58E3C415-8688-4A23-B9BD-78BBBFF536D0}" dt="2024-06-04T14:22:40.796" v="362"/>
        <pc:sldMkLst>
          <pc:docMk/>
          <pc:sldMk cId="3556062422" sldId="1876"/>
        </pc:sldMkLst>
      </pc:sldChg>
      <pc:sldChg chg="modTransition">
        <pc:chgData name="谢 炜基" userId="cf60e783a5340edd" providerId="Windows Live" clId="Web-{58E3C415-8688-4A23-B9BD-78BBBFF536D0}" dt="2024-06-04T14:22:40.796" v="362"/>
        <pc:sldMkLst>
          <pc:docMk/>
          <pc:sldMk cId="2629579520" sldId="1877"/>
        </pc:sldMkLst>
      </pc:sldChg>
      <pc:sldChg chg="modTransition">
        <pc:chgData name="谢 炜基" userId="cf60e783a5340edd" providerId="Windows Live" clId="Web-{58E3C415-8688-4A23-B9BD-78BBBFF536D0}" dt="2024-06-04T14:22:40.796" v="362"/>
        <pc:sldMkLst>
          <pc:docMk/>
          <pc:sldMk cId="1831117590" sldId="1878"/>
        </pc:sldMkLst>
      </pc:sldChg>
      <pc:sldChg chg="modTransition">
        <pc:chgData name="谢 炜基" userId="cf60e783a5340edd" providerId="Windows Live" clId="Web-{58E3C415-8688-4A23-B9BD-78BBBFF536D0}" dt="2024-06-04T14:22:40.796" v="362"/>
        <pc:sldMkLst>
          <pc:docMk/>
          <pc:sldMk cId="3305040331" sldId="1879"/>
        </pc:sldMkLst>
      </pc:sldChg>
      <pc:sldChg chg="modTransition">
        <pc:chgData name="谢 炜基" userId="cf60e783a5340edd" providerId="Windows Live" clId="Web-{58E3C415-8688-4A23-B9BD-78BBBFF536D0}" dt="2024-06-04T14:22:40.796" v="362"/>
        <pc:sldMkLst>
          <pc:docMk/>
          <pc:sldMk cId="2755591321" sldId="1880"/>
        </pc:sldMkLst>
      </pc:sldChg>
      <pc:sldChg chg="modTransition">
        <pc:chgData name="谢 炜基" userId="cf60e783a5340edd" providerId="Windows Live" clId="Web-{58E3C415-8688-4A23-B9BD-78BBBFF536D0}" dt="2024-06-04T14:22:40.796" v="362"/>
        <pc:sldMkLst>
          <pc:docMk/>
          <pc:sldMk cId="865065758" sldId="1881"/>
        </pc:sldMkLst>
      </pc:sldChg>
      <pc:sldChg chg="addSp modSp modTransition">
        <pc:chgData name="谢 炜基" userId="cf60e783a5340edd" providerId="Windows Live" clId="Web-{58E3C415-8688-4A23-B9BD-78BBBFF536D0}" dt="2024-06-04T14:22:40.796" v="362"/>
        <pc:sldMkLst>
          <pc:docMk/>
          <pc:sldMk cId="870775858" sldId="1882"/>
        </pc:sldMkLst>
        <pc:spChg chg="add mod">
          <ac:chgData name="谢 炜基" userId="cf60e783a5340edd" providerId="Windows Live" clId="Web-{58E3C415-8688-4A23-B9BD-78BBBFF536D0}" dt="2024-06-04T14:01:22.426" v="44"/>
          <ac:spMkLst>
            <pc:docMk/>
            <pc:sldMk cId="870775858" sldId="1882"/>
            <ac:spMk id="2" creationId="{A2E227E3-390B-B1D3-4138-05657D938C6A}"/>
          </ac:spMkLst>
        </pc:spChg>
        <pc:spChg chg="add mod">
          <ac:chgData name="谢 炜基" userId="cf60e783a5340edd" providerId="Windows Live" clId="Web-{58E3C415-8688-4A23-B9BD-78BBBFF536D0}" dt="2024-06-04T14:01:31.988" v="49" actId="20577"/>
          <ac:spMkLst>
            <pc:docMk/>
            <pc:sldMk cId="870775858" sldId="1882"/>
            <ac:spMk id="3" creationId="{6A54A4FD-37E4-C463-8799-5E8D9F5DA610}"/>
          </ac:spMkLst>
        </pc:spChg>
        <pc:spChg chg="mod">
          <ac:chgData name="谢 炜基" userId="cf60e783a5340edd" providerId="Windows Live" clId="Web-{58E3C415-8688-4A23-B9BD-78BBBFF536D0}" dt="2024-06-04T14:20:40.386" v="356" actId="20577"/>
          <ac:spMkLst>
            <pc:docMk/>
            <pc:sldMk cId="870775858" sldId="1882"/>
            <ac:spMk id="5" creationId="{FFB6235A-E61D-E7BF-023C-192D6D553D5C}"/>
          </ac:spMkLst>
        </pc:spChg>
      </pc:sldChg>
      <pc:sldChg chg="modTransition">
        <pc:chgData name="谢 炜基" userId="cf60e783a5340edd" providerId="Windows Live" clId="Web-{58E3C415-8688-4A23-B9BD-78BBBFF536D0}" dt="2024-06-04T14:22:40.796" v="362"/>
        <pc:sldMkLst>
          <pc:docMk/>
          <pc:sldMk cId="2436800766" sldId="1883"/>
        </pc:sldMkLst>
      </pc:sldChg>
      <pc:sldChg chg="modSp del">
        <pc:chgData name="谢 炜基" userId="cf60e783a5340edd" providerId="Windows Live" clId="Web-{58E3C415-8688-4A23-B9BD-78BBBFF536D0}" dt="2024-06-04T14:01:42.504" v="51"/>
        <pc:sldMkLst>
          <pc:docMk/>
          <pc:sldMk cId="3537320677" sldId="1884"/>
        </pc:sldMkLst>
        <pc:spChg chg="mod">
          <ac:chgData name="谢 炜基" userId="cf60e783a5340edd" providerId="Windows Live" clId="Web-{58E3C415-8688-4A23-B9BD-78BBBFF536D0}" dt="2024-06-04T14:00:40.721" v="24" actId="20577"/>
          <ac:spMkLst>
            <pc:docMk/>
            <pc:sldMk cId="3537320677" sldId="1884"/>
            <ac:spMk id="5" creationId="{FFB6235A-E61D-E7BF-023C-192D6D553D5C}"/>
          </ac:spMkLst>
        </pc:spChg>
      </pc:sldChg>
      <pc:sldChg chg="modSp add replId modTransition">
        <pc:chgData name="谢 炜基" userId="cf60e783a5340edd" providerId="Windows Live" clId="Web-{58E3C415-8688-4A23-B9BD-78BBBFF536D0}" dt="2024-06-04T14:22:40.796" v="362"/>
        <pc:sldMkLst>
          <pc:docMk/>
          <pc:sldMk cId="2964197644" sldId="1885"/>
        </pc:sldMkLst>
        <pc:spChg chg="mod">
          <ac:chgData name="谢 炜基" userId="cf60e783a5340edd" providerId="Windows Live" clId="Web-{58E3C415-8688-4A23-B9BD-78BBBFF536D0}" dt="2024-06-04T14:20:45.073" v="357" actId="20577"/>
          <ac:spMkLst>
            <pc:docMk/>
            <pc:sldMk cId="2964197644" sldId="1885"/>
            <ac:spMk id="5" creationId="{FFB6235A-E61D-E7BF-023C-192D6D553D5C}"/>
          </ac:spMkLst>
        </pc:spChg>
      </pc:sldChg>
      <pc:sldChg chg="modSp add replId modTransition">
        <pc:chgData name="谢 炜基" userId="cf60e783a5340edd" providerId="Windows Live" clId="Web-{58E3C415-8688-4A23-B9BD-78BBBFF536D0}" dt="2024-06-04T14:22:40.796" v="362"/>
        <pc:sldMkLst>
          <pc:docMk/>
          <pc:sldMk cId="11794041" sldId="1886"/>
        </pc:sldMkLst>
        <pc:spChg chg="mod">
          <ac:chgData name="谢 炜基" userId="cf60e783a5340edd" providerId="Windows Live" clId="Web-{58E3C415-8688-4A23-B9BD-78BBBFF536D0}" dt="2024-06-04T14:22:06.467" v="360" actId="1076"/>
          <ac:spMkLst>
            <pc:docMk/>
            <pc:sldMk cId="11794041" sldId="1886"/>
            <ac:spMk id="3" creationId="{9202AD8E-4C7C-4A1B-89B1-9A0997F4F30E}"/>
          </ac:spMkLst>
        </pc:spChg>
      </pc:sldChg>
      <pc:sldChg chg="delSp modSp add ord replId modTransition">
        <pc:chgData name="谢 炜基" userId="cf60e783a5340edd" providerId="Windows Live" clId="Web-{58E3C415-8688-4A23-B9BD-78BBBFF536D0}" dt="2024-06-04T14:22:40.796" v="362"/>
        <pc:sldMkLst>
          <pc:docMk/>
          <pc:sldMk cId="3554092656" sldId="1887"/>
        </pc:sldMkLst>
        <pc:spChg chg="mod">
          <ac:chgData name="谢 炜基" userId="cf60e783a5340edd" providerId="Windows Live" clId="Web-{58E3C415-8688-4A23-B9BD-78BBBFF536D0}" dt="2024-06-04T14:21:49.372" v="358"/>
          <ac:spMkLst>
            <pc:docMk/>
            <pc:sldMk cId="3554092656" sldId="1887"/>
            <ac:spMk id="4" creationId="{048FBE6B-DC67-4E64-80F4-CADE978D2FE3}"/>
          </ac:spMkLst>
        </pc:spChg>
        <pc:spChg chg="mod">
          <ac:chgData name="谢 炜基" userId="cf60e783a5340edd" providerId="Windows Live" clId="Web-{58E3C415-8688-4A23-B9BD-78BBBFF536D0}" dt="2024-06-04T14:20:19.572" v="355" actId="20577"/>
          <ac:spMkLst>
            <pc:docMk/>
            <pc:sldMk cId="3554092656" sldId="1887"/>
            <ac:spMk id="5" creationId="{FFB6235A-E61D-E7BF-023C-192D6D553D5C}"/>
          </ac:spMkLst>
        </pc:spChg>
        <pc:picChg chg="del">
          <ac:chgData name="谢 炜基" userId="cf60e783a5340edd" providerId="Windows Live" clId="Web-{58E3C415-8688-4A23-B9BD-78BBBFF536D0}" dt="2024-06-04T14:03:43.524" v="100"/>
          <ac:picMkLst>
            <pc:docMk/>
            <pc:sldMk cId="3554092656" sldId="1887"/>
            <ac:picMk id="3" creationId="{F6D26E26-529B-DA77-61F3-7B88EE1F0279}"/>
          </ac:picMkLst>
        </pc:picChg>
      </pc:sldChg>
      <pc:sldMasterChg chg="modSldLayout">
        <pc:chgData name="谢 炜基" userId="cf60e783a5340edd" providerId="Windows Live" clId="Web-{58E3C415-8688-4A23-B9BD-78BBBFF536D0}" dt="2024-06-04T14:22:40.796" v="362"/>
        <pc:sldMasterMkLst>
          <pc:docMk/>
          <pc:sldMasterMk cId="3429690444" sldId="2147483687"/>
        </pc:sldMasterMkLst>
        <pc:sldLayoutChg chg="modTransition">
          <pc:chgData name="谢 炜基" userId="cf60e783a5340edd" providerId="Windows Live" clId="Web-{58E3C415-8688-4A23-B9BD-78BBBFF536D0}" dt="2024-06-04T14:22:40.796" v="362"/>
          <pc:sldLayoutMkLst>
            <pc:docMk/>
            <pc:sldMasterMk cId="3429690444" sldId="2147483687"/>
            <pc:sldLayoutMk cId="172072613" sldId="2147483699"/>
          </pc:sldLayoutMkLst>
        </pc:sldLayoutChg>
        <pc:sldLayoutChg chg="modTransition">
          <pc:chgData name="谢 炜基" userId="cf60e783a5340edd" providerId="Windows Live" clId="Web-{58E3C415-8688-4A23-B9BD-78BBBFF536D0}" dt="2024-06-04T14:22:40.796" v="362"/>
          <pc:sldLayoutMkLst>
            <pc:docMk/>
            <pc:sldMasterMk cId="3429690444" sldId="2147483687"/>
            <pc:sldLayoutMk cId="3240882942" sldId="2147483700"/>
          </pc:sldLayoutMkLst>
        </pc:sldLayoutChg>
        <pc:sldLayoutChg chg="modTransition">
          <pc:chgData name="谢 炜基" userId="cf60e783a5340edd" providerId="Windows Live" clId="Web-{58E3C415-8688-4A23-B9BD-78BBBFF536D0}" dt="2024-06-04T14:22:40.796" v="362"/>
          <pc:sldLayoutMkLst>
            <pc:docMk/>
            <pc:sldMasterMk cId="3429690444" sldId="2147483687"/>
            <pc:sldLayoutMk cId="2189876105" sldId="2147483701"/>
          </pc:sldLayoutMkLst>
        </pc:sldLayoutChg>
        <pc:sldLayoutChg chg="modTransition">
          <pc:chgData name="谢 炜基" userId="cf60e783a5340edd" providerId="Windows Live" clId="Web-{58E3C415-8688-4A23-B9BD-78BBBFF536D0}" dt="2024-06-04T14:22:40.796" v="362"/>
          <pc:sldLayoutMkLst>
            <pc:docMk/>
            <pc:sldMasterMk cId="3429690444" sldId="2147483687"/>
            <pc:sldLayoutMk cId="4100711640" sldId="2147483703"/>
          </pc:sldLayoutMkLst>
        </pc:sldLayoutChg>
        <pc:sldLayoutChg chg="modTransition">
          <pc:chgData name="谢 炜基" userId="cf60e783a5340edd" providerId="Windows Live" clId="Web-{58E3C415-8688-4A23-B9BD-78BBBFF536D0}" dt="2024-06-04T14:22:40.796" v="362"/>
          <pc:sldLayoutMkLst>
            <pc:docMk/>
            <pc:sldMasterMk cId="3429690444" sldId="2147483687"/>
            <pc:sldLayoutMk cId="3951428430" sldId="2147483704"/>
          </pc:sldLayoutMkLst>
        </pc:sldLayoutChg>
        <pc:sldLayoutChg chg="modTransition">
          <pc:chgData name="谢 炜基" userId="cf60e783a5340edd" providerId="Windows Live" clId="Web-{58E3C415-8688-4A23-B9BD-78BBBFF536D0}" dt="2024-06-04T14:22:40.796" v="362"/>
          <pc:sldLayoutMkLst>
            <pc:docMk/>
            <pc:sldMasterMk cId="3429690444" sldId="2147483687"/>
            <pc:sldLayoutMk cId="840375985" sldId="2147483708"/>
          </pc:sldLayoutMkLst>
        </pc:sldLayoutChg>
      </pc:sldMasterChg>
    </pc:docChg>
  </pc:docChgLst>
  <pc:docChgLst>
    <pc:chgData name="谢 炜基" userId="cf60e783a5340edd" providerId="Windows Live" clId="Web-{2BEF3ABF-6029-4932-A423-9ADB536D1AD0}"/>
    <pc:docChg chg="modSld">
      <pc:chgData name="谢 炜基" userId="cf60e783a5340edd" providerId="Windows Live" clId="Web-{2BEF3ABF-6029-4932-A423-9ADB536D1AD0}" dt="2024-06-04T14:40:54.695" v="65" actId="20577"/>
      <pc:docMkLst>
        <pc:docMk/>
      </pc:docMkLst>
      <pc:sldChg chg="addSp delSp modSp">
        <pc:chgData name="谢 炜基" userId="cf60e783a5340edd" providerId="Windows Live" clId="Web-{2BEF3ABF-6029-4932-A423-9ADB536D1AD0}" dt="2024-06-04T14:40:54.695" v="65" actId="20577"/>
        <pc:sldMkLst>
          <pc:docMk/>
          <pc:sldMk cId="1543265293" sldId="1864"/>
        </pc:sldMkLst>
        <pc:spChg chg="mod">
          <ac:chgData name="谢 炜基" userId="cf60e783a5340edd" providerId="Windows Live" clId="Web-{2BEF3ABF-6029-4932-A423-9ADB536D1AD0}" dt="2024-06-04T14:40:54.695" v="65" actId="20577"/>
          <ac:spMkLst>
            <pc:docMk/>
            <pc:sldMk cId="1543265293" sldId="1864"/>
            <ac:spMk id="2" creationId="{9E170C72-48E0-EA6A-450D-10947A2F4E2C}"/>
          </ac:spMkLst>
        </pc:spChg>
        <pc:spChg chg="add del">
          <ac:chgData name="谢 炜基" userId="cf60e783a5340edd" providerId="Windows Live" clId="Web-{2BEF3ABF-6029-4932-A423-9ADB536D1AD0}" dt="2024-06-04T14:40:29.225" v="61"/>
          <ac:spMkLst>
            <pc:docMk/>
            <pc:sldMk cId="1543265293" sldId="1864"/>
            <ac:spMk id="3" creationId="{4ACD66D8-D836-A10A-0178-2AEE84280589}"/>
          </ac:spMkLst>
        </pc:spChg>
      </pc:sldChg>
      <pc:sldChg chg="modSp">
        <pc:chgData name="谢 炜基" userId="cf60e783a5340edd" providerId="Windows Live" clId="Web-{2BEF3ABF-6029-4932-A423-9ADB536D1AD0}" dt="2024-06-04T14:35:29.807" v="3" actId="20577"/>
        <pc:sldMkLst>
          <pc:docMk/>
          <pc:sldMk cId="3556062422" sldId="1876"/>
        </pc:sldMkLst>
        <pc:spChg chg="mod">
          <ac:chgData name="谢 炜基" userId="cf60e783a5340edd" providerId="Windows Live" clId="Web-{2BEF3ABF-6029-4932-A423-9ADB536D1AD0}" dt="2024-06-04T14:35:29.807" v="3" actId="20577"/>
          <ac:spMkLst>
            <pc:docMk/>
            <pc:sldMk cId="3556062422" sldId="1876"/>
            <ac:spMk id="5" creationId="{FFB6235A-E61D-E7BF-023C-192D6D553D5C}"/>
          </ac:spMkLst>
        </pc:spChg>
      </pc:sldChg>
      <pc:sldChg chg="modSp">
        <pc:chgData name="谢 炜基" userId="cf60e783a5340edd" providerId="Windows Live" clId="Web-{2BEF3ABF-6029-4932-A423-9ADB536D1AD0}" dt="2024-06-04T14:38:34.986" v="52" actId="20577"/>
        <pc:sldMkLst>
          <pc:docMk/>
          <pc:sldMk cId="3554092656" sldId="1887"/>
        </pc:sldMkLst>
        <pc:spChg chg="mod">
          <ac:chgData name="谢 炜基" userId="cf60e783a5340edd" providerId="Windows Live" clId="Web-{2BEF3ABF-6029-4932-A423-9ADB536D1AD0}" dt="2024-06-04T14:38:34.986" v="52" actId="20577"/>
          <ac:spMkLst>
            <pc:docMk/>
            <pc:sldMk cId="3554092656" sldId="1887"/>
            <ac:spMk id="5" creationId="{FFB6235A-E61D-E7BF-023C-192D6D553D5C}"/>
          </ac:spMkLst>
        </pc:spChg>
      </pc:sldChg>
    </pc:docChg>
  </pc:docChgLst>
  <pc:docChgLst>
    <pc:chgData name="谢 炜基" userId="cf60e783a5340edd" providerId="Windows Live" clId="Web-{B011ED42-F077-4A1C-8588-3E76104417E0}"/>
    <pc:docChg chg="addSld modSld">
      <pc:chgData name="谢 炜基" userId="cf60e783a5340edd" providerId="Windows Live" clId="Web-{B011ED42-F077-4A1C-8588-3E76104417E0}" dt="2024-06-04T11:36:31.906" v="141" actId="20577"/>
      <pc:docMkLst>
        <pc:docMk/>
      </pc:docMkLst>
      <pc:sldChg chg="addSp delSp modSp add replId">
        <pc:chgData name="谢 炜基" userId="cf60e783a5340edd" providerId="Windows Live" clId="Web-{B011ED42-F077-4A1C-8588-3E76104417E0}" dt="2024-06-04T11:36:31.906" v="141" actId="20577"/>
        <pc:sldMkLst>
          <pc:docMk/>
          <pc:sldMk cId="865065758" sldId="1881"/>
        </pc:sldMkLst>
        <pc:spChg chg="add del mod">
          <ac:chgData name="谢 炜基" userId="cf60e783a5340edd" providerId="Windows Live" clId="Web-{B011ED42-F077-4A1C-8588-3E76104417E0}" dt="2024-06-04T10:30:17.900" v="34"/>
          <ac:spMkLst>
            <pc:docMk/>
            <pc:sldMk cId="865065758" sldId="1881"/>
            <ac:spMk id="3" creationId="{650A4A4E-F225-AA88-EE00-9F9C5940D869}"/>
          </ac:spMkLst>
        </pc:spChg>
        <pc:spChg chg="mod">
          <ac:chgData name="谢 炜基" userId="cf60e783a5340edd" providerId="Windows Live" clId="Web-{B011ED42-F077-4A1C-8588-3E76104417E0}" dt="2024-06-04T10:31:17.168" v="35" actId="20577"/>
          <ac:spMkLst>
            <pc:docMk/>
            <pc:sldMk cId="865065758" sldId="1881"/>
            <ac:spMk id="4" creationId="{048FBE6B-DC67-4E64-80F4-CADE978D2FE3}"/>
          </ac:spMkLst>
        </pc:spChg>
        <pc:spChg chg="del">
          <ac:chgData name="谢 炜基" userId="cf60e783a5340edd" providerId="Windows Live" clId="Web-{B011ED42-F077-4A1C-8588-3E76104417E0}" dt="2024-06-04T10:29:56.415" v="2"/>
          <ac:spMkLst>
            <pc:docMk/>
            <pc:sldMk cId="865065758" sldId="1881"/>
            <ac:spMk id="5" creationId="{4FFCBA73-2175-E4A8-F7F1-A5250D34DDDE}"/>
          </ac:spMkLst>
        </pc:spChg>
        <pc:spChg chg="del">
          <ac:chgData name="谢 炜基" userId="cf60e783a5340edd" providerId="Windows Live" clId="Web-{B011ED42-F077-4A1C-8588-3E76104417E0}" dt="2024-06-04T10:29:55.697" v="1"/>
          <ac:spMkLst>
            <pc:docMk/>
            <pc:sldMk cId="865065758" sldId="1881"/>
            <ac:spMk id="6" creationId="{3967A282-BCBD-EE2F-673E-489F3A2B8DC6}"/>
          </ac:spMkLst>
        </pc:spChg>
        <pc:spChg chg="del">
          <ac:chgData name="谢 炜基" userId="cf60e783a5340edd" providerId="Windows Live" clId="Web-{B011ED42-F077-4A1C-8588-3E76104417E0}" dt="2024-06-04T10:29:59.837" v="16"/>
          <ac:spMkLst>
            <pc:docMk/>
            <pc:sldMk cId="865065758" sldId="1881"/>
            <ac:spMk id="8" creationId="{9C6FB7AE-D827-9E32-6A70-DD71B7BE855D}"/>
          </ac:spMkLst>
        </pc:spChg>
        <pc:spChg chg="del">
          <ac:chgData name="谢 炜基" userId="cf60e783a5340edd" providerId="Windows Live" clId="Web-{B011ED42-F077-4A1C-8588-3E76104417E0}" dt="2024-06-04T10:29:59.837" v="15"/>
          <ac:spMkLst>
            <pc:docMk/>
            <pc:sldMk cId="865065758" sldId="1881"/>
            <ac:spMk id="9" creationId="{642DAA9E-6421-209D-0894-65F016D1C8CA}"/>
          </ac:spMkLst>
        </pc:spChg>
        <pc:spChg chg="del">
          <ac:chgData name="谢 炜基" userId="cf60e783a5340edd" providerId="Windows Live" clId="Web-{B011ED42-F077-4A1C-8588-3E76104417E0}" dt="2024-06-04T10:29:59.837" v="14"/>
          <ac:spMkLst>
            <pc:docMk/>
            <pc:sldMk cId="865065758" sldId="1881"/>
            <ac:spMk id="10" creationId="{BD9F307D-60A9-9084-A838-29E915E3F351}"/>
          </ac:spMkLst>
        </pc:spChg>
        <pc:spChg chg="del">
          <ac:chgData name="谢 炜基" userId="cf60e783a5340edd" providerId="Windows Live" clId="Web-{B011ED42-F077-4A1C-8588-3E76104417E0}" dt="2024-06-04T10:29:59.884" v="17"/>
          <ac:spMkLst>
            <pc:docMk/>
            <pc:sldMk cId="865065758" sldId="1881"/>
            <ac:spMk id="11" creationId="{4C6A9FD9-630E-44B9-BED8-AFEA6C84A88B}"/>
          </ac:spMkLst>
        </pc:spChg>
        <pc:spChg chg="del">
          <ac:chgData name="谢 炜基" userId="cf60e783a5340edd" providerId="Windows Live" clId="Web-{B011ED42-F077-4A1C-8588-3E76104417E0}" dt="2024-06-04T10:29:59.837" v="13"/>
          <ac:spMkLst>
            <pc:docMk/>
            <pc:sldMk cId="865065758" sldId="1881"/>
            <ac:spMk id="12" creationId="{E5A4D9F2-1342-B0CF-07C6-516B606FCC4C}"/>
          </ac:spMkLst>
        </pc:spChg>
        <pc:spChg chg="del">
          <ac:chgData name="谢 炜基" userId="cf60e783a5340edd" providerId="Windows Live" clId="Web-{B011ED42-F077-4A1C-8588-3E76104417E0}" dt="2024-06-04T10:29:59.837" v="12"/>
          <ac:spMkLst>
            <pc:docMk/>
            <pc:sldMk cId="865065758" sldId="1881"/>
            <ac:spMk id="13" creationId="{F7F7D967-2209-170F-F9E3-1EE292708684}"/>
          </ac:spMkLst>
        </pc:spChg>
        <pc:spChg chg="add mod">
          <ac:chgData name="谢 炜基" userId="cf60e783a5340edd" providerId="Windows Live" clId="Web-{B011ED42-F077-4A1C-8588-3E76104417E0}" dt="2024-06-04T11:36:31.906" v="141" actId="20577"/>
          <ac:spMkLst>
            <pc:docMk/>
            <pc:sldMk cId="865065758" sldId="1881"/>
            <ac:spMk id="17" creationId="{ECCA5F7A-0297-624A-A802-F2A0C117A16E}"/>
          </ac:spMkLst>
        </pc:spChg>
        <pc:spChg chg="del">
          <ac:chgData name="谢 炜基" userId="cf60e783a5340edd" providerId="Windows Live" clId="Web-{B011ED42-F077-4A1C-8588-3E76104417E0}" dt="2024-06-04T10:29:57.525" v="3"/>
          <ac:spMkLst>
            <pc:docMk/>
            <pc:sldMk cId="865065758" sldId="1881"/>
            <ac:spMk id="28" creationId="{F7C80F80-4759-A4BF-8CC2-6AF08428B024}"/>
          </ac:spMkLst>
        </pc:spChg>
        <pc:spChg chg="del">
          <ac:chgData name="谢 炜基" userId="cf60e783a5340edd" providerId="Windows Live" clId="Web-{B011ED42-F077-4A1C-8588-3E76104417E0}" dt="2024-06-04T10:29:59.837" v="8"/>
          <ac:spMkLst>
            <pc:docMk/>
            <pc:sldMk cId="865065758" sldId="1881"/>
            <ac:spMk id="29" creationId="{7E09DDAB-9B77-FBBE-74C1-3547AA2BC729}"/>
          </ac:spMkLst>
        </pc:spChg>
        <pc:spChg chg="del">
          <ac:chgData name="谢 炜基" userId="cf60e783a5340edd" providerId="Windows Live" clId="Web-{B011ED42-F077-4A1C-8588-3E76104417E0}" dt="2024-06-04T10:29:59.837" v="7"/>
          <ac:spMkLst>
            <pc:docMk/>
            <pc:sldMk cId="865065758" sldId="1881"/>
            <ac:spMk id="30" creationId="{E6C6BA1C-E1EA-A3A1-6DB5-30DB42C31342}"/>
          </ac:spMkLst>
        </pc:spChg>
        <pc:picChg chg="add mod">
          <ac:chgData name="谢 炜基" userId="cf60e783a5340edd" providerId="Windows Live" clId="Web-{B011ED42-F077-4A1C-8588-3E76104417E0}" dt="2024-06-04T10:38:38.851" v="133" actId="14100"/>
          <ac:picMkLst>
            <pc:docMk/>
            <pc:sldMk cId="865065758" sldId="1881"/>
            <ac:picMk id="7" creationId="{E187EA8F-3749-D410-3ED4-F31CD87E397E}"/>
          </ac:picMkLst>
        </pc:picChg>
        <pc:picChg chg="add mod ord">
          <ac:chgData name="谢 炜基" userId="cf60e783a5340edd" providerId="Windows Live" clId="Web-{B011ED42-F077-4A1C-8588-3E76104417E0}" dt="2024-06-04T10:38:36.476" v="132" actId="14100"/>
          <ac:picMkLst>
            <pc:docMk/>
            <pc:sldMk cId="865065758" sldId="1881"/>
            <ac:picMk id="14" creationId="{B8FEAF1F-F925-6D4D-8082-1DD5DD4B099F}"/>
          </ac:picMkLst>
        </pc:picChg>
        <pc:cxnChg chg="del mod">
          <ac:chgData name="谢 炜基" userId="cf60e783a5340edd" providerId="Windows Live" clId="Web-{B011ED42-F077-4A1C-8588-3E76104417E0}" dt="2024-06-04T10:29:59.837" v="11"/>
          <ac:cxnSpMkLst>
            <pc:docMk/>
            <pc:sldMk cId="865065758" sldId="1881"/>
            <ac:cxnSpMk id="15" creationId="{474295C9-9E33-95DB-304B-7E10AEF7014D}"/>
          </ac:cxnSpMkLst>
        </pc:cxnChg>
        <pc:cxnChg chg="del mod">
          <ac:chgData name="谢 炜基" userId="cf60e783a5340edd" providerId="Windows Live" clId="Web-{B011ED42-F077-4A1C-8588-3E76104417E0}" dt="2024-06-04T10:29:59.837" v="10"/>
          <ac:cxnSpMkLst>
            <pc:docMk/>
            <pc:sldMk cId="865065758" sldId="1881"/>
            <ac:cxnSpMk id="16" creationId="{87E8D928-C8EB-EB67-9941-CF2E3A5EED5A}"/>
          </ac:cxnSpMkLst>
        </pc:cxnChg>
        <pc:cxnChg chg="del mod">
          <ac:chgData name="谢 炜基" userId="cf60e783a5340edd" providerId="Windows Live" clId="Web-{B011ED42-F077-4A1C-8588-3E76104417E0}" dt="2024-06-04T10:29:59.837" v="9"/>
          <ac:cxnSpMkLst>
            <pc:docMk/>
            <pc:sldMk cId="865065758" sldId="1881"/>
            <ac:cxnSpMk id="20" creationId="{52EC6B3B-C472-9D57-CB8D-BAE273DBD3EB}"/>
          </ac:cxnSpMkLst>
        </pc:cxnChg>
        <pc:cxnChg chg="del mod">
          <ac:chgData name="谢 炜基" userId="cf60e783a5340edd" providerId="Windows Live" clId="Web-{B011ED42-F077-4A1C-8588-3E76104417E0}" dt="2024-06-04T10:29:59.837" v="6"/>
          <ac:cxnSpMkLst>
            <pc:docMk/>
            <pc:sldMk cId="865065758" sldId="1881"/>
            <ac:cxnSpMk id="31" creationId="{5195429A-ED2F-4256-CAC0-D7559849A5F1}"/>
          </ac:cxnSpMkLst>
        </pc:cxnChg>
        <pc:cxnChg chg="del mod">
          <ac:chgData name="谢 炜基" userId="cf60e783a5340edd" providerId="Windows Live" clId="Web-{B011ED42-F077-4A1C-8588-3E76104417E0}" dt="2024-06-04T10:29:59.837" v="5"/>
          <ac:cxnSpMkLst>
            <pc:docMk/>
            <pc:sldMk cId="865065758" sldId="1881"/>
            <ac:cxnSpMk id="32" creationId="{380B7F98-FE18-1175-4606-BA5DEABF83EA}"/>
          </ac:cxnSpMkLst>
        </pc:cxnChg>
        <pc:cxnChg chg="del mod">
          <ac:chgData name="谢 炜基" userId="cf60e783a5340edd" providerId="Windows Live" clId="Web-{B011ED42-F077-4A1C-8588-3E76104417E0}" dt="2024-06-04T10:29:59.822" v="4"/>
          <ac:cxnSpMkLst>
            <pc:docMk/>
            <pc:sldMk cId="865065758" sldId="1881"/>
            <ac:cxnSpMk id="33" creationId="{C28D8BFB-F248-7942-9A9D-F01512262308}"/>
          </ac:cxnSpMkLst>
        </pc:cxnChg>
      </pc:sldChg>
    </pc:docChg>
  </pc:docChgLst>
  <pc:docChgLst>
    <pc:chgData name="Kailing Wang" userId="291a47e472658d09" providerId="LiveId" clId="{650BBF3D-DA1D-034F-AD62-FDF3FE92A0FB}"/>
    <pc:docChg chg="undo custSel addSld modSld">
      <pc:chgData name="Kailing Wang" userId="291a47e472658d09" providerId="LiveId" clId="{650BBF3D-DA1D-034F-AD62-FDF3FE92A0FB}" dt="2024-06-04T14:52:43.423" v="2318" actId="478"/>
      <pc:docMkLst>
        <pc:docMk/>
      </pc:docMkLst>
      <pc:sldChg chg="addSp delSp modSp mod">
        <pc:chgData name="Kailing Wang" userId="291a47e472658d09" providerId="LiveId" clId="{650BBF3D-DA1D-034F-AD62-FDF3FE92A0FB}" dt="2024-06-03T14:19:36.130" v="1798" actId="478"/>
        <pc:sldMkLst>
          <pc:docMk/>
          <pc:sldMk cId="803542810" sldId="1845"/>
        </pc:sldMkLst>
        <pc:spChg chg="add del mod">
          <ac:chgData name="Kailing Wang" userId="291a47e472658d09" providerId="LiveId" clId="{650BBF3D-DA1D-034F-AD62-FDF3FE92A0FB}" dt="2024-06-03T14:19:36.130" v="1798" actId="478"/>
          <ac:spMkLst>
            <pc:docMk/>
            <pc:sldMk cId="803542810" sldId="1845"/>
            <ac:spMk id="2" creationId="{41DE15A2-F100-1910-A7A8-65FB5EAD7911}"/>
          </ac:spMkLst>
        </pc:spChg>
      </pc:sldChg>
      <pc:sldChg chg="addSp modSp mod">
        <pc:chgData name="Kailing Wang" userId="291a47e472658d09" providerId="LiveId" clId="{650BBF3D-DA1D-034F-AD62-FDF3FE92A0FB}" dt="2024-06-03T16:10:57.651" v="1831" actId="1035"/>
        <pc:sldMkLst>
          <pc:docMk/>
          <pc:sldMk cId="461669259" sldId="1846"/>
        </pc:sldMkLst>
        <pc:spChg chg="add mod">
          <ac:chgData name="Kailing Wang" userId="291a47e472658d09" providerId="LiveId" clId="{650BBF3D-DA1D-034F-AD62-FDF3FE92A0FB}" dt="2024-06-03T14:19:24.178" v="1792"/>
          <ac:spMkLst>
            <pc:docMk/>
            <pc:sldMk cId="461669259" sldId="1846"/>
            <ac:spMk id="13" creationId="{A6A08BA6-0381-26DA-343B-FB9F14BD9BDB}"/>
          </ac:spMkLst>
        </pc:spChg>
        <pc:picChg chg="add mod">
          <ac:chgData name="Kailing Wang" userId="291a47e472658d09" providerId="LiveId" clId="{650BBF3D-DA1D-034F-AD62-FDF3FE92A0FB}" dt="2024-06-03T16:10:57.651" v="1831" actId="1035"/>
          <ac:picMkLst>
            <pc:docMk/>
            <pc:sldMk cId="461669259" sldId="1846"/>
            <ac:picMk id="14" creationId="{67DA937A-C577-E5AF-C84C-6E4B865C9BE0}"/>
          </ac:picMkLst>
        </pc:picChg>
      </pc:sldChg>
      <pc:sldChg chg="addSp modSp mod">
        <pc:chgData name="Kailing Wang" userId="291a47e472658d09" providerId="LiveId" clId="{650BBF3D-DA1D-034F-AD62-FDF3FE92A0FB}" dt="2024-06-03T16:11:11.161" v="1840" actId="1035"/>
        <pc:sldMkLst>
          <pc:docMk/>
          <pc:sldMk cId="2957678139" sldId="1848"/>
        </pc:sldMkLst>
        <pc:spChg chg="add mod">
          <ac:chgData name="Kailing Wang" userId="291a47e472658d09" providerId="LiveId" clId="{650BBF3D-DA1D-034F-AD62-FDF3FE92A0FB}" dt="2024-06-03T14:19:40.194" v="1800"/>
          <ac:spMkLst>
            <pc:docMk/>
            <pc:sldMk cId="2957678139" sldId="1848"/>
            <ac:spMk id="50" creationId="{B9FAB7E1-4775-808B-52B8-98095D77FD7C}"/>
          </ac:spMkLst>
        </pc:spChg>
        <pc:picChg chg="add mod">
          <ac:chgData name="Kailing Wang" userId="291a47e472658d09" providerId="LiveId" clId="{650BBF3D-DA1D-034F-AD62-FDF3FE92A0FB}" dt="2024-06-03T16:11:11.161" v="1840" actId="1035"/>
          <ac:picMkLst>
            <pc:docMk/>
            <pc:sldMk cId="2957678139" sldId="1848"/>
            <ac:picMk id="51" creationId="{8F6D981D-2B9E-1FF9-2807-BF7FC2975CFD}"/>
          </ac:picMkLst>
        </pc:picChg>
      </pc:sldChg>
      <pc:sldChg chg="addSp modSp">
        <pc:chgData name="Kailing Wang" userId="291a47e472658d09" providerId="LiveId" clId="{650BBF3D-DA1D-034F-AD62-FDF3FE92A0FB}" dt="2024-06-03T16:11:01.187" v="1833"/>
        <pc:sldMkLst>
          <pc:docMk/>
          <pc:sldMk cId="394783395" sldId="1849"/>
        </pc:sldMkLst>
        <pc:spChg chg="add mod">
          <ac:chgData name="Kailing Wang" userId="291a47e472658d09" providerId="LiveId" clId="{650BBF3D-DA1D-034F-AD62-FDF3FE92A0FB}" dt="2024-06-03T14:19:37.457" v="1799"/>
          <ac:spMkLst>
            <pc:docMk/>
            <pc:sldMk cId="394783395" sldId="1849"/>
            <ac:spMk id="6" creationId="{CD95C703-2B45-D580-7F93-79A3584F46ED}"/>
          </ac:spMkLst>
        </pc:spChg>
        <pc:spChg chg="add mod">
          <ac:chgData name="Kailing Wang" userId="291a47e472658d09" providerId="LiveId" clId="{650BBF3D-DA1D-034F-AD62-FDF3FE92A0FB}" dt="2024-06-03T14:19:43.328" v="1802"/>
          <ac:spMkLst>
            <pc:docMk/>
            <pc:sldMk cId="394783395" sldId="1849"/>
            <ac:spMk id="7" creationId="{659E6239-6442-8621-ECFE-68E22DE9A4CC}"/>
          </ac:spMkLst>
        </pc:spChg>
        <pc:picChg chg="add mod">
          <ac:chgData name="Kailing Wang" userId="291a47e472658d09" providerId="LiveId" clId="{650BBF3D-DA1D-034F-AD62-FDF3FE92A0FB}" dt="2024-06-03T16:11:01.187" v="1833"/>
          <ac:picMkLst>
            <pc:docMk/>
            <pc:sldMk cId="394783395" sldId="1849"/>
            <ac:picMk id="8" creationId="{57798B4A-B0A7-F8CB-22D2-24498A11722B}"/>
          </ac:picMkLst>
        </pc:picChg>
      </pc:sldChg>
      <pc:sldChg chg="addSp modSp">
        <pc:chgData name="Kailing Wang" userId="291a47e472658d09" providerId="LiveId" clId="{650BBF3D-DA1D-034F-AD62-FDF3FE92A0FB}" dt="2024-06-03T16:11:39.689" v="1851"/>
        <pc:sldMkLst>
          <pc:docMk/>
          <pc:sldMk cId="576716121" sldId="1859"/>
        </pc:sldMkLst>
        <pc:spChg chg="add mod">
          <ac:chgData name="Kailing Wang" userId="291a47e472658d09" providerId="LiveId" clId="{650BBF3D-DA1D-034F-AD62-FDF3FE92A0FB}" dt="2024-06-03T14:20:02.432" v="1812"/>
          <ac:spMkLst>
            <pc:docMk/>
            <pc:sldMk cId="576716121" sldId="1859"/>
            <ac:spMk id="6" creationId="{32FDA545-137B-27C2-17F3-2A361EB1DDEA}"/>
          </ac:spMkLst>
        </pc:spChg>
        <pc:picChg chg="add mod">
          <ac:chgData name="Kailing Wang" userId="291a47e472658d09" providerId="LiveId" clId="{650BBF3D-DA1D-034F-AD62-FDF3FE92A0FB}" dt="2024-06-03T16:11:39.689" v="1851"/>
          <ac:picMkLst>
            <pc:docMk/>
            <pc:sldMk cId="576716121" sldId="1859"/>
            <ac:picMk id="8" creationId="{D558427D-07D4-062C-11B7-DAB0A6872617}"/>
          </ac:picMkLst>
        </pc:picChg>
      </pc:sldChg>
      <pc:sldChg chg="addSp modSp mod">
        <pc:chgData name="Kailing Wang" userId="291a47e472658d09" providerId="LiveId" clId="{650BBF3D-DA1D-034F-AD62-FDF3FE92A0FB}" dt="2024-06-03T16:10:40.873" v="1821" actId="1076"/>
        <pc:sldMkLst>
          <pc:docMk/>
          <pc:sldMk cId="1543265293" sldId="1864"/>
        </pc:sldMkLst>
        <pc:spChg chg="mod">
          <ac:chgData name="Kailing Wang" userId="291a47e472658d09" providerId="LiveId" clId="{650BBF3D-DA1D-034F-AD62-FDF3FE92A0FB}" dt="2024-06-03T16:10:04.855" v="1815" actId="948"/>
          <ac:spMkLst>
            <pc:docMk/>
            <pc:sldMk cId="1543265293" sldId="1864"/>
            <ac:spMk id="2" creationId="{9E170C72-48E0-EA6A-450D-10947A2F4E2C}"/>
          </ac:spMkLst>
        </pc:spChg>
        <pc:spChg chg="add mod">
          <ac:chgData name="Kailing Wang" userId="291a47e472658d09" providerId="LiveId" clId="{650BBF3D-DA1D-034F-AD62-FDF3FE92A0FB}" dt="2024-06-03T14:19:19.522" v="1791" actId="1076"/>
          <ac:spMkLst>
            <pc:docMk/>
            <pc:sldMk cId="1543265293" sldId="1864"/>
            <ac:spMk id="4" creationId="{83522D27-267C-25AD-BD9C-9C5146A5B134}"/>
          </ac:spMkLst>
        </pc:spChg>
        <pc:picChg chg="add mod">
          <ac:chgData name="Kailing Wang" userId="291a47e472658d09" providerId="LiveId" clId="{650BBF3D-DA1D-034F-AD62-FDF3FE92A0FB}" dt="2024-06-03T16:10:40.873" v="1821" actId="1076"/>
          <ac:picMkLst>
            <pc:docMk/>
            <pc:sldMk cId="1543265293" sldId="1864"/>
            <ac:picMk id="5" creationId="{A6B3BFA0-DB38-8290-70E3-9B3B4904E61F}"/>
          </ac:picMkLst>
        </pc:picChg>
      </pc:sldChg>
      <pc:sldChg chg="addSp delSp modSp mod">
        <pc:chgData name="Kailing Wang" userId="291a47e472658d09" providerId="LiveId" clId="{650BBF3D-DA1D-034F-AD62-FDF3FE92A0FB}" dt="2024-06-04T01:53:38.494" v="2132" actId="20577"/>
        <pc:sldMkLst>
          <pc:docMk/>
          <pc:sldMk cId="1430663837" sldId="1865"/>
        </pc:sldMkLst>
        <pc:spChg chg="mod">
          <ac:chgData name="Kailing Wang" userId="291a47e472658d09" providerId="LiveId" clId="{650BBF3D-DA1D-034F-AD62-FDF3FE92A0FB}" dt="2024-06-04T01:53:38.494" v="2132" actId="20577"/>
          <ac:spMkLst>
            <pc:docMk/>
            <pc:sldMk cId="1430663837" sldId="1865"/>
            <ac:spMk id="2" creationId="{25A8ACB1-6D36-496B-91DD-D1C3128C1C73}"/>
          </ac:spMkLst>
        </pc:spChg>
        <pc:spChg chg="add mod">
          <ac:chgData name="Kailing Wang" userId="291a47e472658d09" providerId="LiveId" clId="{650BBF3D-DA1D-034F-AD62-FDF3FE92A0FB}" dt="2024-06-03T14:20:00.068" v="1810"/>
          <ac:spMkLst>
            <pc:docMk/>
            <pc:sldMk cId="1430663837" sldId="1865"/>
            <ac:spMk id="4" creationId="{7FD11DE9-B115-2AC6-5EEB-20D8059D39AC}"/>
          </ac:spMkLst>
        </pc:spChg>
        <pc:spChg chg="add del mod">
          <ac:chgData name="Kailing Wang" userId="291a47e472658d09" providerId="LiveId" clId="{650BBF3D-DA1D-034F-AD62-FDF3FE92A0FB}" dt="2024-06-04T01:50:06.976" v="1994"/>
          <ac:spMkLst>
            <pc:docMk/>
            <pc:sldMk cId="1430663837" sldId="1865"/>
            <ac:spMk id="5" creationId="{1FF50F90-8B5B-B146-1A81-0C6391DE3406}"/>
          </ac:spMkLst>
        </pc:spChg>
      </pc:sldChg>
      <pc:sldChg chg="addSp modSp">
        <pc:chgData name="Kailing Wang" userId="291a47e472658d09" providerId="LiveId" clId="{650BBF3D-DA1D-034F-AD62-FDF3FE92A0FB}" dt="2024-06-03T16:11:34.340" v="1848"/>
        <pc:sldMkLst>
          <pc:docMk/>
          <pc:sldMk cId="3366527757" sldId="1867"/>
        </pc:sldMkLst>
        <pc:spChg chg="add mod">
          <ac:chgData name="Kailing Wang" userId="291a47e472658d09" providerId="LiveId" clId="{650BBF3D-DA1D-034F-AD62-FDF3FE92A0FB}" dt="2024-06-03T14:20:00.857" v="1811"/>
          <ac:spMkLst>
            <pc:docMk/>
            <pc:sldMk cId="3366527757" sldId="1867"/>
            <ac:spMk id="2" creationId="{CC32AAA5-F64E-EBF1-E0B2-90AD2B9B3F0B}"/>
          </ac:spMkLst>
        </pc:spChg>
        <pc:picChg chg="add mod">
          <ac:chgData name="Kailing Wang" userId="291a47e472658d09" providerId="LiveId" clId="{650BBF3D-DA1D-034F-AD62-FDF3FE92A0FB}" dt="2024-06-03T16:11:34.340" v="1848"/>
          <ac:picMkLst>
            <pc:docMk/>
            <pc:sldMk cId="3366527757" sldId="1867"/>
            <ac:picMk id="5" creationId="{F7E62F8B-38F7-EA3B-EA8D-59B8030A5996}"/>
          </ac:picMkLst>
        </pc:picChg>
      </pc:sldChg>
      <pc:sldChg chg="addSp modSp mod">
        <pc:chgData name="Kailing Wang" userId="291a47e472658d09" providerId="LiveId" clId="{650BBF3D-DA1D-034F-AD62-FDF3FE92A0FB}" dt="2024-06-04T14:44:30.830" v="2301" actId="14100"/>
        <pc:sldMkLst>
          <pc:docMk/>
          <pc:sldMk cId="2980368020" sldId="1868"/>
        </pc:sldMkLst>
        <pc:spChg chg="mod">
          <ac:chgData name="Kailing Wang" userId="291a47e472658d09" providerId="LiveId" clId="{650BBF3D-DA1D-034F-AD62-FDF3FE92A0FB}" dt="2024-06-04T14:44:30.830" v="2301" actId="14100"/>
          <ac:spMkLst>
            <pc:docMk/>
            <pc:sldMk cId="2980368020" sldId="1868"/>
            <ac:spMk id="2" creationId="{3F36812B-2065-4A2B-B59B-8957022687BC}"/>
          </ac:spMkLst>
        </pc:spChg>
        <pc:spChg chg="add mod">
          <ac:chgData name="Kailing Wang" userId="291a47e472658d09" providerId="LiveId" clId="{650BBF3D-DA1D-034F-AD62-FDF3FE92A0FB}" dt="2024-06-03T14:19:31.935" v="1796" actId="1036"/>
          <ac:spMkLst>
            <pc:docMk/>
            <pc:sldMk cId="2980368020" sldId="1868"/>
            <ac:spMk id="3" creationId="{73770792-4138-4BCC-38BF-AA2E5A60C9FA}"/>
          </ac:spMkLst>
        </pc:spChg>
        <pc:picChg chg="add mod">
          <ac:chgData name="Kailing Wang" userId="291a47e472658d09" providerId="LiveId" clId="{650BBF3D-DA1D-034F-AD62-FDF3FE92A0FB}" dt="2024-06-03T16:10:58.995" v="1832"/>
          <ac:picMkLst>
            <pc:docMk/>
            <pc:sldMk cId="2980368020" sldId="1868"/>
            <ac:picMk id="4" creationId="{636CF427-33A9-3531-FC1E-2B6196F337D8}"/>
          </ac:picMkLst>
        </pc:picChg>
      </pc:sldChg>
      <pc:sldChg chg="addSp modSp">
        <pc:chgData name="Kailing Wang" userId="291a47e472658d09" providerId="LiveId" clId="{650BBF3D-DA1D-034F-AD62-FDF3FE92A0FB}" dt="2024-06-03T16:11:14.480" v="1841"/>
        <pc:sldMkLst>
          <pc:docMk/>
          <pc:sldMk cId="1343007671" sldId="1869"/>
        </pc:sldMkLst>
        <pc:spChg chg="add mod">
          <ac:chgData name="Kailing Wang" userId="291a47e472658d09" providerId="LiveId" clId="{650BBF3D-DA1D-034F-AD62-FDF3FE92A0FB}" dt="2024-06-03T14:19:41.190" v="1801"/>
          <ac:spMkLst>
            <pc:docMk/>
            <pc:sldMk cId="1343007671" sldId="1869"/>
            <ac:spMk id="7" creationId="{F6844FF5-DDD4-F48E-991C-EBFB4565A806}"/>
          </ac:spMkLst>
        </pc:spChg>
        <pc:picChg chg="add mod">
          <ac:chgData name="Kailing Wang" userId="291a47e472658d09" providerId="LiveId" clId="{650BBF3D-DA1D-034F-AD62-FDF3FE92A0FB}" dt="2024-06-03T16:11:14.480" v="1841"/>
          <ac:picMkLst>
            <pc:docMk/>
            <pc:sldMk cId="1343007671" sldId="1869"/>
            <ac:picMk id="14" creationId="{CB40D4DE-E698-3DFB-CBDE-C3141932E915}"/>
          </ac:picMkLst>
        </pc:picChg>
      </pc:sldChg>
      <pc:sldChg chg="addSp modSp mod">
        <pc:chgData name="Kailing Wang" userId="291a47e472658d09" providerId="LiveId" clId="{650BBF3D-DA1D-034F-AD62-FDF3FE92A0FB}" dt="2024-06-03T16:11:37.970" v="1850" actId="1076"/>
        <pc:sldMkLst>
          <pc:docMk/>
          <pc:sldMk cId="3626454503" sldId="1870"/>
        </pc:sldMkLst>
        <pc:spChg chg="add mod">
          <ac:chgData name="Kailing Wang" userId="291a47e472658d09" providerId="LiveId" clId="{650BBF3D-DA1D-034F-AD62-FDF3FE92A0FB}" dt="2024-06-03T14:19:58.458" v="1809"/>
          <ac:spMkLst>
            <pc:docMk/>
            <pc:sldMk cId="3626454503" sldId="1870"/>
            <ac:spMk id="2" creationId="{929632A8-6623-8A6C-ED43-3B43F47132E6}"/>
          </ac:spMkLst>
        </pc:spChg>
        <pc:picChg chg="add mod">
          <ac:chgData name="Kailing Wang" userId="291a47e472658d09" providerId="LiveId" clId="{650BBF3D-DA1D-034F-AD62-FDF3FE92A0FB}" dt="2024-06-03T16:11:37.970" v="1850" actId="1076"/>
          <ac:picMkLst>
            <pc:docMk/>
            <pc:sldMk cId="3626454503" sldId="1870"/>
            <ac:picMk id="3" creationId="{0AB3A7BF-1062-7929-3981-36A22012B7F5}"/>
          </ac:picMkLst>
        </pc:picChg>
      </pc:sldChg>
      <pc:sldChg chg="addSp modSp modNotesTx">
        <pc:chgData name="Kailing Wang" userId="291a47e472658d09" providerId="LiveId" clId="{650BBF3D-DA1D-034F-AD62-FDF3FE92A0FB}" dt="2024-06-04T14:47:54.837" v="2315" actId="20577"/>
        <pc:sldMkLst>
          <pc:docMk/>
          <pc:sldMk cId="3017475595" sldId="1871"/>
        </pc:sldMkLst>
        <pc:spChg chg="add mod">
          <ac:chgData name="Kailing Wang" userId="291a47e472658d09" providerId="LiveId" clId="{650BBF3D-DA1D-034F-AD62-FDF3FE92A0FB}" dt="2024-06-03T14:19:45.557" v="1803"/>
          <ac:spMkLst>
            <pc:docMk/>
            <pc:sldMk cId="3017475595" sldId="1871"/>
            <ac:spMk id="15" creationId="{9C81083F-590C-ECFA-85E0-BA2E9346ECA2}"/>
          </ac:spMkLst>
        </pc:spChg>
        <pc:picChg chg="add mod">
          <ac:chgData name="Kailing Wang" userId="291a47e472658d09" providerId="LiveId" clId="{650BBF3D-DA1D-034F-AD62-FDF3FE92A0FB}" dt="2024-06-03T16:11:15.747" v="1842"/>
          <ac:picMkLst>
            <pc:docMk/>
            <pc:sldMk cId="3017475595" sldId="1871"/>
            <ac:picMk id="16" creationId="{ED715158-72E4-98C4-AE34-6595227811AD}"/>
          </ac:picMkLst>
        </pc:picChg>
      </pc:sldChg>
      <pc:sldChg chg="addSp modSp modNotesTx">
        <pc:chgData name="Kailing Wang" userId="291a47e472658d09" providerId="LiveId" clId="{650BBF3D-DA1D-034F-AD62-FDF3FE92A0FB}" dt="2024-06-03T16:11:17.858" v="1843"/>
        <pc:sldMkLst>
          <pc:docMk/>
          <pc:sldMk cId="2736795422" sldId="1872"/>
        </pc:sldMkLst>
        <pc:spChg chg="add mod">
          <ac:chgData name="Kailing Wang" userId="291a47e472658d09" providerId="LiveId" clId="{650BBF3D-DA1D-034F-AD62-FDF3FE92A0FB}" dt="2024-06-03T14:19:46.244" v="1804"/>
          <ac:spMkLst>
            <pc:docMk/>
            <pc:sldMk cId="2736795422" sldId="1872"/>
            <ac:spMk id="34" creationId="{E5D51028-0746-2EFE-B6A2-A76F7543DF44}"/>
          </ac:spMkLst>
        </pc:spChg>
        <pc:picChg chg="add mod">
          <ac:chgData name="Kailing Wang" userId="291a47e472658d09" providerId="LiveId" clId="{650BBF3D-DA1D-034F-AD62-FDF3FE92A0FB}" dt="2024-06-03T16:11:17.858" v="1843"/>
          <ac:picMkLst>
            <pc:docMk/>
            <pc:sldMk cId="2736795422" sldId="1872"/>
            <ac:picMk id="35" creationId="{16B35C1B-7C1E-1E01-22D3-DC10539D2A60}"/>
          </ac:picMkLst>
        </pc:picChg>
      </pc:sldChg>
      <pc:sldChg chg="addSp delSp modSp add mod modNotesTx">
        <pc:chgData name="Kailing Wang" userId="291a47e472658d09" providerId="LiveId" clId="{650BBF3D-DA1D-034F-AD62-FDF3FE92A0FB}" dt="2024-06-04T14:52:36.517" v="2316" actId="1076"/>
        <pc:sldMkLst>
          <pc:docMk/>
          <pc:sldMk cId="1587058291" sldId="1873"/>
        </pc:sldMkLst>
        <pc:spChg chg="add mod">
          <ac:chgData name="Kailing Wang" userId="291a47e472658d09" providerId="LiveId" clId="{650BBF3D-DA1D-034F-AD62-FDF3FE92A0FB}" dt="2024-06-04T14:52:36.517" v="2316" actId="1076"/>
          <ac:spMkLst>
            <pc:docMk/>
            <pc:sldMk cId="1587058291" sldId="1873"/>
            <ac:spMk id="3" creationId="{2FDDBE08-7A82-5B1B-502D-D922E2D56A93}"/>
          </ac:spMkLst>
        </pc:spChg>
        <pc:spChg chg="mod">
          <ac:chgData name="Kailing Wang" userId="291a47e472658d09" providerId="LiveId" clId="{650BBF3D-DA1D-034F-AD62-FDF3FE92A0FB}" dt="2024-06-03T13:53:22.962" v="107" actId="20577"/>
          <ac:spMkLst>
            <pc:docMk/>
            <pc:sldMk cId="1587058291" sldId="1873"/>
            <ac:spMk id="4" creationId="{048FBE6B-DC67-4E64-80F4-CADE978D2FE3}"/>
          </ac:spMkLst>
        </pc:spChg>
        <pc:spChg chg="add mod">
          <ac:chgData name="Kailing Wang" userId="291a47e472658d09" providerId="LiveId" clId="{650BBF3D-DA1D-034F-AD62-FDF3FE92A0FB}" dt="2024-06-03T13:59:57.679" v="780" actId="20577"/>
          <ac:spMkLst>
            <pc:docMk/>
            <pc:sldMk cId="1587058291" sldId="1873"/>
            <ac:spMk id="5" creationId="{3DA9CE98-BAAD-1404-5049-04D240CBFF73}"/>
          </ac:spMkLst>
        </pc:spChg>
        <pc:spChg chg="add mod">
          <ac:chgData name="Kailing Wang" userId="291a47e472658d09" providerId="LiveId" clId="{650BBF3D-DA1D-034F-AD62-FDF3FE92A0FB}" dt="2024-06-03T14:19:52.275" v="1806" actId="14100"/>
          <ac:spMkLst>
            <pc:docMk/>
            <pc:sldMk cId="1587058291" sldId="1873"/>
            <ac:spMk id="7" creationId="{35A25238-B97B-7EB6-67D2-6DD72156F56F}"/>
          </ac:spMkLst>
        </pc:spChg>
        <pc:spChg chg="del">
          <ac:chgData name="Kailing Wang" userId="291a47e472658d09" providerId="LiveId" clId="{650BBF3D-DA1D-034F-AD62-FDF3FE92A0FB}" dt="2024-06-03T13:51:09.517" v="3" actId="478"/>
          <ac:spMkLst>
            <pc:docMk/>
            <pc:sldMk cId="1587058291" sldId="1873"/>
            <ac:spMk id="23" creationId="{8BAF94A1-6168-F6CE-853A-F9793EEFBC1A}"/>
          </ac:spMkLst>
        </pc:spChg>
        <pc:spChg chg="del">
          <ac:chgData name="Kailing Wang" userId="291a47e472658d09" providerId="LiveId" clId="{650BBF3D-DA1D-034F-AD62-FDF3FE92A0FB}" dt="2024-06-03T13:51:09.517" v="3" actId="478"/>
          <ac:spMkLst>
            <pc:docMk/>
            <pc:sldMk cId="1587058291" sldId="1873"/>
            <ac:spMk id="24" creationId="{C5287819-A529-D6B7-E05F-C6F78E0F7C7E}"/>
          </ac:spMkLst>
        </pc:spChg>
        <pc:spChg chg="del">
          <ac:chgData name="Kailing Wang" userId="291a47e472658d09" providerId="LiveId" clId="{650BBF3D-DA1D-034F-AD62-FDF3FE92A0FB}" dt="2024-06-03T13:51:09.517" v="3" actId="478"/>
          <ac:spMkLst>
            <pc:docMk/>
            <pc:sldMk cId="1587058291" sldId="1873"/>
            <ac:spMk id="27" creationId="{71B753A6-E8B1-9502-7A2D-6298E369883E}"/>
          </ac:spMkLst>
        </pc:spChg>
        <pc:picChg chg="add mod modCrop">
          <ac:chgData name="Kailing Wang" userId="291a47e472658d09" providerId="LiveId" clId="{650BBF3D-DA1D-034F-AD62-FDF3FE92A0FB}" dt="2024-06-03T13:56:25.229" v="409" actId="1076"/>
          <ac:picMkLst>
            <pc:docMk/>
            <pc:sldMk cId="1587058291" sldId="1873"/>
            <ac:picMk id="2" creationId="{4940B0B4-09D4-97F8-C10D-424CA24E7DEC}"/>
          </ac:picMkLst>
        </pc:picChg>
        <pc:picChg chg="add del mod">
          <ac:chgData name="Kailing Wang" userId="291a47e472658d09" providerId="LiveId" clId="{650BBF3D-DA1D-034F-AD62-FDF3FE92A0FB}" dt="2024-06-03T14:02:44.477" v="1173" actId="478"/>
          <ac:picMkLst>
            <pc:docMk/>
            <pc:sldMk cId="1587058291" sldId="1873"/>
            <ac:picMk id="6" creationId="{E348B377-C499-6EF3-798C-859A35549DE4}"/>
          </ac:picMkLst>
        </pc:picChg>
        <pc:picChg chg="add mod">
          <ac:chgData name="Kailing Wang" userId="291a47e472658d09" providerId="LiveId" clId="{650BBF3D-DA1D-034F-AD62-FDF3FE92A0FB}" dt="2024-06-03T16:11:20.466" v="1844"/>
          <ac:picMkLst>
            <pc:docMk/>
            <pc:sldMk cId="1587058291" sldId="1873"/>
            <ac:picMk id="8" creationId="{B0636DE7-F71B-6DBB-7A84-7C4178A4D12A}"/>
          </ac:picMkLst>
        </pc:picChg>
        <pc:picChg chg="del">
          <ac:chgData name="Kailing Wang" userId="291a47e472658d09" providerId="LiveId" clId="{650BBF3D-DA1D-034F-AD62-FDF3FE92A0FB}" dt="2024-06-03T13:51:04.776" v="1" actId="478"/>
          <ac:picMkLst>
            <pc:docMk/>
            <pc:sldMk cId="1587058291" sldId="1873"/>
            <ac:picMk id="12" creationId="{907581C9-816B-98B0-AB47-1C0AAFB4F1F3}"/>
          </ac:picMkLst>
        </pc:picChg>
        <pc:picChg chg="del">
          <ac:chgData name="Kailing Wang" userId="291a47e472658d09" providerId="LiveId" clId="{650BBF3D-DA1D-034F-AD62-FDF3FE92A0FB}" dt="2024-06-03T13:51:05.603" v="2" actId="478"/>
          <ac:picMkLst>
            <pc:docMk/>
            <pc:sldMk cId="1587058291" sldId="1873"/>
            <ac:picMk id="14" creationId="{A7ACCD13-0721-054D-D3C5-6A3B85FACB3D}"/>
          </ac:picMkLst>
        </pc:picChg>
        <pc:picChg chg="del">
          <ac:chgData name="Kailing Wang" userId="291a47e472658d09" providerId="LiveId" clId="{650BBF3D-DA1D-034F-AD62-FDF3FE92A0FB}" dt="2024-06-03T13:51:09.517" v="3" actId="478"/>
          <ac:picMkLst>
            <pc:docMk/>
            <pc:sldMk cId="1587058291" sldId="1873"/>
            <ac:picMk id="31" creationId="{F36621EF-4AD6-9973-5359-793E232FF1B7}"/>
          </ac:picMkLst>
        </pc:picChg>
        <pc:picChg chg="del">
          <ac:chgData name="Kailing Wang" userId="291a47e472658d09" providerId="LiveId" clId="{650BBF3D-DA1D-034F-AD62-FDF3FE92A0FB}" dt="2024-06-03T13:51:09.517" v="3" actId="478"/>
          <ac:picMkLst>
            <pc:docMk/>
            <pc:sldMk cId="1587058291" sldId="1873"/>
            <ac:picMk id="33" creationId="{9B751482-FD2E-999A-8C14-F25D73FEC3B7}"/>
          </ac:picMkLst>
        </pc:picChg>
      </pc:sldChg>
      <pc:sldChg chg="addSp delSp modSp add mod">
        <pc:chgData name="Kailing Wang" userId="291a47e472658d09" providerId="LiveId" clId="{650BBF3D-DA1D-034F-AD62-FDF3FE92A0FB}" dt="2024-06-04T14:52:43.423" v="2318" actId="478"/>
        <pc:sldMkLst>
          <pc:docMk/>
          <pc:sldMk cId="1348292405" sldId="1874"/>
        </pc:sldMkLst>
        <pc:spChg chg="del">
          <ac:chgData name="Kailing Wang" userId="291a47e472658d09" providerId="LiveId" clId="{650BBF3D-DA1D-034F-AD62-FDF3FE92A0FB}" dt="2024-06-04T14:52:43.423" v="2318" actId="478"/>
          <ac:spMkLst>
            <pc:docMk/>
            <pc:sldMk cId="1348292405" sldId="1874"/>
            <ac:spMk id="3" creationId="{2FDDBE08-7A82-5B1B-502D-D922E2D56A93}"/>
          </ac:spMkLst>
        </pc:spChg>
        <pc:spChg chg="add mod">
          <ac:chgData name="Kailing Wang" userId="291a47e472658d09" providerId="LiveId" clId="{650BBF3D-DA1D-034F-AD62-FDF3FE92A0FB}" dt="2024-06-03T14:19:55.513" v="1807"/>
          <ac:spMkLst>
            <pc:docMk/>
            <pc:sldMk cId="1348292405" sldId="1874"/>
            <ac:spMk id="7" creationId="{C2E25310-D865-96E5-A73D-B924681CA258}"/>
          </ac:spMkLst>
        </pc:spChg>
        <pc:spChg chg="add mod">
          <ac:chgData name="Kailing Wang" userId="291a47e472658d09" providerId="LiveId" clId="{650BBF3D-DA1D-034F-AD62-FDF3FE92A0FB}" dt="2024-06-04T14:52:41.807" v="2317"/>
          <ac:spMkLst>
            <pc:docMk/>
            <pc:sldMk cId="1348292405" sldId="1874"/>
            <ac:spMk id="9" creationId="{F0EC97D5-0D7E-2E38-DC6E-C4C69C944859}"/>
          </ac:spMkLst>
        </pc:spChg>
        <pc:picChg chg="add mod">
          <ac:chgData name="Kailing Wang" userId="291a47e472658d09" providerId="LiveId" clId="{650BBF3D-DA1D-034F-AD62-FDF3FE92A0FB}" dt="2024-06-03T16:11:22.795" v="1845"/>
          <ac:picMkLst>
            <pc:docMk/>
            <pc:sldMk cId="1348292405" sldId="1874"/>
            <ac:picMk id="8" creationId="{4486880C-7EF7-BA5B-30CF-BAA94A89BC79}"/>
          </ac:picMkLst>
        </pc:picChg>
      </pc:sldChg>
      <pc:sldChg chg="addSp delSp modSp add mod modNotesTx">
        <pc:chgData name="Kailing Wang" userId="291a47e472658d09" providerId="LiveId" clId="{650BBF3D-DA1D-034F-AD62-FDF3FE92A0FB}" dt="2024-06-03T16:11:24.139" v="1846"/>
        <pc:sldMkLst>
          <pc:docMk/>
          <pc:sldMk cId="4007716535" sldId="1875"/>
        </pc:sldMkLst>
        <pc:spChg chg="del">
          <ac:chgData name="Kailing Wang" userId="291a47e472658d09" providerId="LiveId" clId="{650BBF3D-DA1D-034F-AD62-FDF3FE92A0FB}" dt="2024-06-03T14:04:58.024" v="1204" actId="478"/>
          <ac:spMkLst>
            <pc:docMk/>
            <pc:sldMk cId="4007716535" sldId="1875"/>
            <ac:spMk id="3" creationId="{2FDDBE08-7A82-5B1B-502D-D922E2D56A93}"/>
          </ac:spMkLst>
        </pc:spChg>
        <pc:spChg chg="mod">
          <ac:chgData name="Kailing Wang" userId="291a47e472658d09" providerId="LiveId" clId="{650BBF3D-DA1D-034F-AD62-FDF3FE92A0FB}" dt="2024-06-03T14:03:10.705" v="1194" actId="20577"/>
          <ac:spMkLst>
            <pc:docMk/>
            <pc:sldMk cId="4007716535" sldId="1875"/>
            <ac:spMk id="4" creationId="{048FBE6B-DC67-4E64-80F4-CADE978D2FE3}"/>
          </ac:spMkLst>
        </pc:spChg>
        <pc:spChg chg="del">
          <ac:chgData name="Kailing Wang" userId="291a47e472658d09" providerId="LiveId" clId="{650BBF3D-DA1D-034F-AD62-FDF3FE92A0FB}" dt="2024-06-03T14:03:12.133" v="1195" actId="478"/>
          <ac:spMkLst>
            <pc:docMk/>
            <pc:sldMk cId="4007716535" sldId="1875"/>
            <ac:spMk id="5" creationId="{3DA9CE98-BAAD-1404-5049-04D240CBFF73}"/>
          </ac:spMkLst>
        </pc:spChg>
        <pc:spChg chg="add mod">
          <ac:chgData name="Kailing Wang" userId="291a47e472658d09" providerId="LiveId" clId="{650BBF3D-DA1D-034F-AD62-FDF3FE92A0FB}" dt="2024-06-03T14:19:56.937" v="1808"/>
          <ac:spMkLst>
            <pc:docMk/>
            <pc:sldMk cId="4007716535" sldId="1875"/>
            <ac:spMk id="10" creationId="{BD44B65B-B96A-ED9D-533D-DE61D6B4FBA6}"/>
          </ac:spMkLst>
        </pc:spChg>
        <pc:picChg chg="del">
          <ac:chgData name="Kailing Wang" userId="291a47e472658d09" providerId="LiveId" clId="{650BBF3D-DA1D-034F-AD62-FDF3FE92A0FB}" dt="2024-06-03T14:03:01.514" v="1177" actId="478"/>
          <ac:picMkLst>
            <pc:docMk/>
            <pc:sldMk cId="4007716535" sldId="1875"/>
            <ac:picMk id="2" creationId="{4940B0B4-09D4-97F8-C10D-424CA24E7DEC}"/>
          </ac:picMkLst>
        </pc:picChg>
        <pc:picChg chg="del">
          <ac:chgData name="Kailing Wang" userId="291a47e472658d09" providerId="LiveId" clId="{650BBF3D-DA1D-034F-AD62-FDF3FE92A0FB}" dt="2024-06-03T14:03:00.582" v="1176" actId="478"/>
          <ac:picMkLst>
            <pc:docMk/>
            <pc:sldMk cId="4007716535" sldId="1875"/>
            <ac:picMk id="6" creationId="{E348B377-C499-6EF3-798C-859A35549DE4}"/>
          </ac:picMkLst>
        </pc:picChg>
        <pc:picChg chg="add del mod modCrop">
          <ac:chgData name="Kailing Wang" userId="291a47e472658d09" providerId="LiveId" clId="{650BBF3D-DA1D-034F-AD62-FDF3FE92A0FB}" dt="2024-06-03T14:05:50.801" v="1210" actId="478"/>
          <ac:picMkLst>
            <pc:docMk/>
            <pc:sldMk cId="4007716535" sldId="1875"/>
            <ac:picMk id="7" creationId="{12325427-3BD1-7AC4-9EE4-4C959D290ECC}"/>
          </ac:picMkLst>
        </pc:picChg>
        <pc:picChg chg="add del mod">
          <ac:chgData name="Kailing Wang" userId="291a47e472658d09" providerId="LiveId" clId="{650BBF3D-DA1D-034F-AD62-FDF3FE92A0FB}" dt="2024-06-03T14:08:30.081" v="1298" actId="478"/>
          <ac:picMkLst>
            <pc:docMk/>
            <pc:sldMk cId="4007716535" sldId="1875"/>
            <ac:picMk id="8" creationId="{3DC64007-7D39-952F-E8AB-19142507A31A}"/>
          </ac:picMkLst>
        </pc:picChg>
        <pc:picChg chg="add mod">
          <ac:chgData name="Kailing Wang" userId="291a47e472658d09" providerId="LiveId" clId="{650BBF3D-DA1D-034F-AD62-FDF3FE92A0FB}" dt="2024-06-03T14:08:37.298" v="1302" actId="1076"/>
          <ac:picMkLst>
            <pc:docMk/>
            <pc:sldMk cId="4007716535" sldId="1875"/>
            <ac:picMk id="9" creationId="{107C392C-365F-EB7D-7214-90F53302AF36}"/>
          </ac:picMkLst>
        </pc:picChg>
        <pc:picChg chg="add mod">
          <ac:chgData name="Kailing Wang" userId="291a47e472658d09" providerId="LiveId" clId="{650BBF3D-DA1D-034F-AD62-FDF3FE92A0FB}" dt="2024-06-03T16:11:24.139" v="1846"/>
          <ac:picMkLst>
            <pc:docMk/>
            <pc:sldMk cId="4007716535" sldId="1875"/>
            <ac:picMk id="11" creationId="{A7497090-A509-B090-C6FB-3647083131E3}"/>
          </ac:picMkLst>
        </pc:picChg>
      </pc:sldChg>
      <pc:sldChg chg="modNotesTx">
        <pc:chgData name="Kailing Wang" userId="291a47e472658d09" providerId="LiveId" clId="{650BBF3D-DA1D-034F-AD62-FDF3FE92A0FB}" dt="2024-06-04T01:54:03.675" v="2137" actId="20577"/>
        <pc:sldMkLst>
          <pc:docMk/>
          <pc:sldMk cId="3556062422" sldId="1876"/>
        </pc:sldMkLst>
      </pc:sldChg>
      <pc:sldChg chg="modNotesTx">
        <pc:chgData name="Kailing Wang" userId="291a47e472658d09" providerId="LiveId" clId="{650BBF3D-DA1D-034F-AD62-FDF3FE92A0FB}" dt="2024-06-04T01:54:00.649" v="2136" actId="20577"/>
        <pc:sldMkLst>
          <pc:docMk/>
          <pc:sldMk cId="2629579520" sldId="1877"/>
        </pc:sldMkLst>
      </pc:sldChg>
      <pc:sldChg chg="modNotesTx">
        <pc:chgData name="Kailing Wang" userId="291a47e472658d09" providerId="LiveId" clId="{650BBF3D-DA1D-034F-AD62-FDF3FE92A0FB}" dt="2024-06-04T01:53:57.283" v="2135" actId="20577"/>
        <pc:sldMkLst>
          <pc:docMk/>
          <pc:sldMk cId="1831117590" sldId="1878"/>
        </pc:sldMkLst>
      </pc:sldChg>
      <pc:sldChg chg="modNotesTx">
        <pc:chgData name="Kailing Wang" userId="291a47e472658d09" providerId="LiveId" clId="{650BBF3D-DA1D-034F-AD62-FDF3FE92A0FB}" dt="2024-06-04T01:53:54.733" v="2134" actId="20577"/>
        <pc:sldMkLst>
          <pc:docMk/>
          <pc:sldMk cId="3305040331" sldId="1879"/>
        </pc:sldMkLst>
      </pc:sldChg>
      <pc:sldChg chg="modNotesTx">
        <pc:chgData name="Kailing Wang" userId="291a47e472658d09" providerId="LiveId" clId="{650BBF3D-DA1D-034F-AD62-FDF3FE92A0FB}" dt="2024-06-04T01:53:52.244" v="2133" actId="20577"/>
        <pc:sldMkLst>
          <pc:docMk/>
          <pc:sldMk cId="2755591321" sldId="1880"/>
        </pc:sldMkLst>
      </pc:sldChg>
      <pc:sldChg chg="modSp mod modNotesTx">
        <pc:chgData name="Kailing Wang" userId="291a47e472658d09" providerId="LiveId" clId="{650BBF3D-DA1D-034F-AD62-FDF3FE92A0FB}" dt="2024-06-04T12:10:10.400" v="2293" actId="1076"/>
        <pc:sldMkLst>
          <pc:docMk/>
          <pc:sldMk cId="865065758" sldId="1881"/>
        </pc:sldMkLst>
        <pc:spChg chg="mod">
          <ac:chgData name="Kailing Wang" userId="291a47e472658d09" providerId="LiveId" clId="{650BBF3D-DA1D-034F-AD62-FDF3FE92A0FB}" dt="2024-06-04T12:10:10.400" v="2293" actId="1076"/>
          <ac:spMkLst>
            <pc:docMk/>
            <pc:sldMk cId="865065758" sldId="1881"/>
            <ac:spMk id="17" creationId="{ECCA5F7A-0297-624A-A802-F2A0C117A16E}"/>
          </ac:spMkLst>
        </pc:spChg>
        <pc:picChg chg="mod">
          <ac:chgData name="Kailing Wang" userId="291a47e472658d09" providerId="LiveId" clId="{650BBF3D-DA1D-034F-AD62-FDF3FE92A0FB}" dt="2024-06-04T12:07:16.781" v="2279" actId="1076"/>
          <ac:picMkLst>
            <pc:docMk/>
            <pc:sldMk cId="865065758" sldId="1881"/>
            <ac:picMk id="7" creationId="{E187EA8F-3749-D410-3ED4-F31CD87E397E}"/>
          </ac:picMkLst>
        </pc:picChg>
        <pc:picChg chg="mod">
          <ac:chgData name="Kailing Wang" userId="291a47e472658d09" providerId="LiveId" clId="{650BBF3D-DA1D-034F-AD62-FDF3FE92A0FB}" dt="2024-06-04T12:07:23.157" v="2280" actId="1076"/>
          <ac:picMkLst>
            <pc:docMk/>
            <pc:sldMk cId="865065758" sldId="1881"/>
            <ac:picMk id="14" creationId="{B8FEAF1F-F925-6D4D-8082-1DD5DD4B099F}"/>
          </ac:picMkLst>
        </pc:picChg>
      </pc:sldChg>
      <pc:sldChg chg="modSp mod">
        <pc:chgData name="Kailing Wang" userId="291a47e472658d09" providerId="LiveId" clId="{650BBF3D-DA1D-034F-AD62-FDF3FE92A0FB}" dt="2024-06-04T14:06:47.759" v="2300" actId="20577"/>
        <pc:sldMkLst>
          <pc:docMk/>
          <pc:sldMk cId="11794041" sldId="1886"/>
        </pc:sldMkLst>
        <pc:spChg chg="mod">
          <ac:chgData name="Kailing Wang" userId="291a47e472658d09" providerId="LiveId" clId="{650BBF3D-DA1D-034F-AD62-FDF3FE92A0FB}" dt="2024-06-04T14:06:47.759" v="2300" actId="20577"/>
          <ac:spMkLst>
            <pc:docMk/>
            <pc:sldMk cId="11794041" sldId="1886"/>
            <ac:spMk id="2" creationId="{25A8ACB1-6D36-496B-91DD-D1C3128C1C73}"/>
          </ac:spMkLst>
        </pc:spChg>
      </pc:sldChg>
    </pc:docChg>
  </pc:docChgLst>
  <pc:docChgLst>
    <pc:chgData name="来宾用户" providerId="Windows Live" clId="Web-{6C1682FB-99A2-49E9-8755-551CBF745FB7}"/>
    <pc:docChg chg="modSld">
      <pc:chgData name="来宾用户" userId="" providerId="Windows Live" clId="Web-{6C1682FB-99A2-49E9-8755-551CBF745FB7}" dt="2024-06-04T13:48:51.510" v="12" actId="20577"/>
      <pc:docMkLst>
        <pc:docMk/>
      </pc:docMkLst>
      <pc:sldChg chg="modSp">
        <pc:chgData name="来宾用户" userId="" providerId="Windows Live" clId="Web-{6C1682FB-99A2-49E9-8755-551CBF745FB7}" dt="2024-06-04T13:48:15.947" v="9"/>
        <pc:sldMkLst>
          <pc:docMk/>
          <pc:sldMk cId="1543265293" sldId="1864"/>
        </pc:sldMkLst>
        <pc:spChg chg="mod">
          <ac:chgData name="来宾用户" userId="" providerId="Windows Live" clId="Web-{6C1682FB-99A2-49E9-8755-551CBF745FB7}" dt="2024-06-04T13:48:15.947" v="9"/>
          <ac:spMkLst>
            <pc:docMk/>
            <pc:sldMk cId="1543265293" sldId="1864"/>
            <ac:spMk id="2" creationId="{9E170C72-48E0-EA6A-450D-10947A2F4E2C}"/>
          </ac:spMkLst>
        </pc:spChg>
      </pc:sldChg>
      <pc:sldChg chg="modSp">
        <pc:chgData name="来宾用户" userId="" providerId="Windows Live" clId="Web-{6C1682FB-99A2-49E9-8755-551CBF745FB7}" dt="2024-06-04T13:48:51.510" v="12" actId="20577"/>
        <pc:sldMkLst>
          <pc:docMk/>
          <pc:sldMk cId="1430663837" sldId="1865"/>
        </pc:sldMkLst>
        <pc:spChg chg="mod">
          <ac:chgData name="来宾用户" userId="" providerId="Windows Live" clId="Web-{6C1682FB-99A2-49E9-8755-551CBF745FB7}" dt="2024-06-04T13:48:51.510" v="12" actId="20577"/>
          <ac:spMkLst>
            <pc:docMk/>
            <pc:sldMk cId="1430663837" sldId="1865"/>
            <ac:spMk id="2" creationId="{25A8ACB1-6D36-496B-91DD-D1C3128C1C73}"/>
          </ac:spMkLst>
        </pc:spChg>
      </pc:sldChg>
    </pc:docChg>
  </pc:docChgLst>
  <pc:docChgLst>
    <pc:chgData name="谢 炜基" userId="cf60e783a5340edd" providerId="Windows Live" clId="Web-{93C84165-EF2D-4556-9AC9-EC7011F0F4EF}"/>
    <pc:docChg chg="addSld delSld modSld">
      <pc:chgData name="谢 炜基" userId="cf60e783a5340edd" providerId="Windows Live" clId="Web-{93C84165-EF2D-4556-9AC9-EC7011F0F4EF}" dt="2024-06-04T13:26:15.250" v="207" actId="20577"/>
      <pc:docMkLst>
        <pc:docMk/>
      </pc:docMkLst>
      <pc:sldChg chg="modSp">
        <pc:chgData name="谢 炜基" userId="cf60e783a5340edd" providerId="Windows Live" clId="Web-{93C84165-EF2D-4556-9AC9-EC7011F0F4EF}" dt="2024-06-04T12:31:51.650" v="23" actId="20577"/>
        <pc:sldMkLst>
          <pc:docMk/>
          <pc:sldMk cId="803542810" sldId="1845"/>
        </pc:sldMkLst>
        <pc:spChg chg="mod">
          <ac:chgData name="谢 炜基" userId="cf60e783a5340edd" providerId="Windows Live" clId="Web-{93C84165-EF2D-4556-9AC9-EC7011F0F4EF}" dt="2024-06-04T12:31:51.650" v="23" actId="20577"/>
          <ac:spMkLst>
            <pc:docMk/>
            <pc:sldMk cId="803542810" sldId="1845"/>
            <ac:spMk id="6" creationId="{7DCBA01B-ECA4-4938-872A-B38BEB13AC06}"/>
          </ac:spMkLst>
        </pc:spChg>
      </pc:sldChg>
      <pc:sldChg chg="modSp">
        <pc:chgData name="谢 炜基" userId="cf60e783a5340edd" providerId="Windows Live" clId="Web-{93C84165-EF2D-4556-9AC9-EC7011F0F4EF}" dt="2024-06-04T13:04:27.591" v="40" actId="20577"/>
        <pc:sldMkLst>
          <pc:docMk/>
          <pc:sldMk cId="1430663837" sldId="1865"/>
        </pc:sldMkLst>
        <pc:spChg chg="mod">
          <ac:chgData name="谢 炜基" userId="cf60e783a5340edd" providerId="Windows Live" clId="Web-{93C84165-EF2D-4556-9AC9-EC7011F0F4EF}" dt="2024-06-04T13:04:27.591" v="40" actId="20577"/>
          <ac:spMkLst>
            <pc:docMk/>
            <pc:sldMk cId="1430663837" sldId="1865"/>
            <ac:spMk id="2" creationId="{25A8ACB1-6D36-496B-91DD-D1C3128C1C73}"/>
          </ac:spMkLst>
        </pc:spChg>
      </pc:sldChg>
      <pc:sldChg chg="mod modShow">
        <pc:chgData name="谢 炜基" userId="cf60e783a5340edd" providerId="Windows Live" clId="Web-{93C84165-EF2D-4556-9AC9-EC7011F0F4EF}" dt="2024-06-04T13:02:42.494" v="38"/>
        <pc:sldMkLst>
          <pc:docMk/>
          <pc:sldMk cId="3366527757" sldId="1867"/>
        </pc:sldMkLst>
      </pc:sldChg>
      <pc:sldChg chg="modSp">
        <pc:chgData name="谢 炜基" userId="cf60e783a5340edd" providerId="Windows Live" clId="Web-{93C84165-EF2D-4556-9AC9-EC7011F0F4EF}" dt="2024-06-04T12:31:45.353" v="21" actId="20577"/>
        <pc:sldMkLst>
          <pc:docMk/>
          <pc:sldMk cId="2980368020" sldId="1868"/>
        </pc:sldMkLst>
        <pc:spChg chg="mod">
          <ac:chgData name="谢 炜基" userId="cf60e783a5340edd" providerId="Windows Live" clId="Web-{93C84165-EF2D-4556-9AC9-EC7011F0F4EF}" dt="2024-06-04T12:31:45.353" v="21" actId="20577"/>
          <ac:spMkLst>
            <pc:docMk/>
            <pc:sldMk cId="2980368020" sldId="1868"/>
            <ac:spMk id="2" creationId="{3F36812B-2065-4A2B-B59B-8957022687BC}"/>
          </ac:spMkLst>
        </pc:spChg>
      </pc:sldChg>
      <pc:sldChg chg="modSp">
        <pc:chgData name="谢 炜基" userId="cf60e783a5340edd" providerId="Windows Live" clId="Web-{93C84165-EF2D-4556-9AC9-EC7011F0F4EF}" dt="2024-06-04T12:55:32.030" v="37" actId="1076"/>
        <pc:sldMkLst>
          <pc:docMk/>
          <pc:sldMk cId="2629579520" sldId="1877"/>
        </pc:sldMkLst>
        <pc:picChg chg="mod">
          <ac:chgData name="谢 炜基" userId="cf60e783a5340edd" providerId="Windows Live" clId="Web-{93C84165-EF2D-4556-9AC9-EC7011F0F4EF}" dt="2024-06-04T12:55:32.030" v="37" actId="1076"/>
          <ac:picMkLst>
            <pc:docMk/>
            <pc:sldMk cId="2629579520" sldId="1877"/>
            <ac:picMk id="9" creationId="{8B06CBEE-B9AD-4064-411F-60964C8CA9AE}"/>
          </ac:picMkLst>
        </pc:picChg>
      </pc:sldChg>
      <pc:sldChg chg="modSp">
        <pc:chgData name="谢 炜基" userId="cf60e783a5340edd" providerId="Windows Live" clId="Web-{93C84165-EF2D-4556-9AC9-EC7011F0F4EF}" dt="2024-06-04T13:26:15.250" v="207" actId="20577"/>
        <pc:sldMkLst>
          <pc:docMk/>
          <pc:sldMk cId="1831117590" sldId="1878"/>
        </pc:sldMkLst>
        <pc:spChg chg="mod">
          <ac:chgData name="谢 炜基" userId="cf60e783a5340edd" providerId="Windows Live" clId="Web-{93C84165-EF2D-4556-9AC9-EC7011F0F4EF}" dt="2024-06-04T13:26:15.250" v="207" actId="20577"/>
          <ac:spMkLst>
            <pc:docMk/>
            <pc:sldMk cId="1831117590" sldId="1878"/>
            <ac:spMk id="5" creationId="{FFB6235A-E61D-E7BF-023C-192D6D553D5C}"/>
          </ac:spMkLst>
        </pc:spChg>
      </pc:sldChg>
      <pc:sldChg chg="addSp delSp modSp">
        <pc:chgData name="谢 炜基" userId="cf60e783a5340edd" providerId="Windows Live" clId="Web-{93C84165-EF2D-4556-9AC9-EC7011F0F4EF}" dt="2024-06-04T12:39:11.958" v="31" actId="1076"/>
        <pc:sldMkLst>
          <pc:docMk/>
          <pc:sldMk cId="3305040331" sldId="1879"/>
        </pc:sldMkLst>
        <pc:picChg chg="del">
          <ac:chgData name="谢 炜基" userId="cf60e783a5340edd" providerId="Windows Live" clId="Web-{93C84165-EF2D-4556-9AC9-EC7011F0F4EF}" dt="2024-06-04T12:32:32.760" v="24"/>
          <ac:picMkLst>
            <pc:docMk/>
            <pc:sldMk cId="3305040331" sldId="1879"/>
            <ac:picMk id="2" creationId="{992C2E17-79A4-07EA-FB09-56F37FFD94C9}"/>
          </ac:picMkLst>
        </pc:picChg>
        <pc:picChg chg="add mod">
          <ac:chgData name="谢 炜基" userId="cf60e783a5340edd" providerId="Windows Live" clId="Web-{93C84165-EF2D-4556-9AC9-EC7011F0F4EF}" dt="2024-06-04T12:39:11.958" v="31" actId="1076"/>
          <ac:picMkLst>
            <pc:docMk/>
            <pc:sldMk cId="3305040331" sldId="1879"/>
            <ac:picMk id="3" creationId="{F6D26E26-529B-DA77-61F3-7B88EE1F0279}"/>
          </ac:picMkLst>
        </pc:picChg>
      </pc:sldChg>
      <pc:sldChg chg="addSp modSp">
        <pc:chgData name="谢 炜基" userId="cf60e783a5340edd" providerId="Windows Live" clId="Web-{93C84165-EF2D-4556-9AC9-EC7011F0F4EF}" dt="2024-06-04T13:16:05.312" v="190" actId="20577"/>
        <pc:sldMkLst>
          <pc:docMk/>
          <pc:sldMk cId="2755591321" sldId="1880"/>
        </pc:sldMkLst>
        <pc:spChg chg="mod">
          <ac:chgData name="谢 炜基" userId="cf60e783a5340edd" providerId="Windows Live" clId="Web-{93C84165-EF2D-4556-9AC9-EC7011F0F4EF}" dt="2024-06-04T13:16:05.312" v="190" actId="20577"/>
          <ac:spMkLst>
            <pc:docMk/>
            <pc:sldMk cId="2755591321" sldId="1880"/>
            <ac:spMk id="5" creationId="{FFB6235A-E61D-E7BF-023C-192D6D553D5C}"/>
          </ac:spMkLst>
        </pc:spChg>
        <pc:picChg chg="add mod">
          <ac:chgData name="谢 炜基" userId="cf60e783a5340edd" providerId="Windows Live" clId="Web-{93C84165-EF2D-4556-9AC9-EC7011F0F4EF}" dt="2024-06-04T13:11:50.196" v="67" actId="1076"/>
          <ac:picMkLst>
            <pc:docMk/>
            <pc:sldMk cId="2755591321" sldId="1880"/>
            <ac:picMk id="2" creationId="{0FDE3708-5237-AD1D-7F75-A50031CCE85B}"/>
          </ac:picMkLst>
        </pc:picChg>
      </pc:sldChg>
      <pc:sldChg chg="delSp add replId">
        <pc:chgData name="谢 炜基" userId="cf60e783a5340edd" providerId="Windows Live" clId="Web-{93C84165-EF2D-4556-9AC9-EC7011F0F4EF}" dt="2024-06-04T13:15:55.984" v="188"/>
        <pc:sldMkLst>
          <pc:docMk/>
          <pc:sldMk cId="870775858" sldId="1882"/>
        </pc:sldMkLst>
        <pc:picChg chg="del">
          <ac:chgData name="谢 炜基" userId="cf60e783a5340edd" providerId="Windows Live" clId="Web-{93C84165-EF2D-4556-9AC9-EC7011F0F4EF}" dt="2024-06-04T13:15:55.984" v="188"/>
          <ac:picMkLst>
            <pc:docMk/>
            <pc:sldMk cId="870775858" sldId="1882"/>
            <ac:picMk id="2" creationId="{0FDE3708-5237-AD1D-7F75-A50031CCE85B}"/>
          </ac:picMkLst>
        </pc:picChg>
      </pc:sldChg>
      <pc:sldChg chg="add del replId">
        <pc:chgData name="谢 炜基" userId="cf60e783a5340edd" providerId="Windows Live" clId="Web-{93C84165-EF2D-4556-9AC9-EC7011F0F4EF}" dt="2024-06-04T13:17:46.737" v="192"/>
        <pc:sldMkLst>
          <pc:docMk/>
          <pc:sldMk cId="208401989" sldId="1883"/>
        </pc:sldMkLst>
      </pc:sldChg>
      <pc:sldChg chg="addSp delSp modSp add replId">
        <pc:chgData name="谢 炜基" userId="cf60e783a5340edd" providerId="Windows Live" clId="Web-{93C84165-EF2D-4556-9AC9-EC7011F0F4EF}" dt="2024-06-04T13:25:34.139" v="203" actId="1076"/>
        <pc:sldMkLst>
          <pc:docMk/>
          <pc:sldMk cId="2436800766" sldId="1883"/>
        </pc:sldMkLst>
        <pc:spChg chg="mod">
          <ac:chgData name="谢 炜基" userId="cf60e783a5340edd" providerId="Windows Live" clId="Web-{93C84165-EF2D-4556-9AC9-EC7011F0F4EF}" dt="2024-06-04T13:25:15.030" v="200" actId="20577"/>
          <ac:spMkLst>
            <pc:docMk/>
            <pc:sldMk cId="2436800766" sldId="1883"/>
            <ac:spMk id="5" creationId="{FFB6235A-E61D-E7BF-023C-192D6D553D5C}"/>
          </ac:spMkLst>
        </pc:spChg>
        <pc:picChg chg="add mod">
          <ac:chgData name="谢 炜基" userId="cf60e783a5340edd" providerId="Windows Live" clId="Web-{93C84165-EF2D-4556-9AC9-EC7011F0F4EF}" dt="2024-06-04T13:25:34.139" v="203" actId="1076"/>
          <ac:picMkLst>
            <pc:docMk/>
            <pc:sldMk cId="2436800766" sldId="1883"/>
            <ac:picMk id="2" creationId="{60AB08F4-0181-F136-9205-049C5E1EF788}"/>
          </ac:picMkLst>
        </pc:picChg>
        <pc:picChg chg="del">
          <ac:chgData name="谢 炜基" userId="cf60e783a5340edd" providerId="Windows Live" clId="Web-{93C84165-EF2D-4556-9AC9-EC7011F0F4EF}" dt="2024-06-04T13:17:53.924" v="195"/>
          <ac:picMkLst>
            <pc:docMk/>
            <pc:sldMk cId="2436800766" sldId="1883"/>
            <ac:picMk id="8" creationId="{7058308A-FFD8-C0F6-030F-6AC82DCB9727}"/>
          </ac:picMkLst>
        </pc:picChg>
        <pc:picChg chg="del">
          <ac:chgData name="谢 炜基" userId="cf60e783a5340edd" providerId="Windows Live" clId="Web-{93C84165-EF2D-4556-9AC9-EC7011F0F4EF}" dt="2024-06-04T13:17:53.315" v="194"/>
          <ac:picMkLst>
            <pc:docMk/>
            <pc:sldMk cId="2436800766" sldId="1883"/>
            <ac:picMk id="9" creationId="{8B06CBEE-B9AD-4064-411F-60964C8CA9AE}"/>
          </ac:picMkLst>
        </pc:picChg>
      </pc:sldChg>
    </pc:docChg>
  </pc:docChgLst>
  <pc:docChgLst>
    <pc:chgData name="谢 炜基" userId="cf60e783a5340edd" providerId="Windows Live" clId="Web-{D91059AB-0EB4-46DF-9B29-B5301A6009F2}"/>
    <pc:docChg chg="addSld modSld">
      <pc:chgData name="谢 炜基" userId="cf60e783a5340edd" providerId="Windows Live" clId="Web-{D91059AB-0EB4-46DF-9B29-B5301A6009F2}" dt="2024-06-03T19:30:57.713" v="416" actId="20577"/>
      <pc:docMkLst>
        <pc:docMk/>
      </pc:docMkLst>
      <pc:sldChg chg="addSp delSp modSp add replId">
        <pc:chgData name="谢 炜基" userId="cf60e783a5340edd" providerId="Windows Live" clId="Web-{D91059AB-0EB4-46DF-9B29-B5301A6009F2}" dt="2024-06-03T19:30:57.713" v="416" actId="20577"/>
        <pc:sldMkLst>
          <pc:docMk/>
          <pc:sldMk cId="3556062422" sldId="1876"/>
        </pc:sldMkLst>
        <pc:spChg chg="add del mod">
          <ac:chgData name="谢 炜基" userId="cf60e783a5340edd" providerId="Windows Live" clId="Web-{D91059AB-0EB4-46DF-9B29-B5301A6009F2}" dt="2024-06-03T19:17:54.266" v="18"/>
          <ac:spMkLst>
            <pc:docMk/>
            <pc:sldMk cId="3556062422" sldId="1876"/>
            <ac:spMk id="2" creationId="{21260A79-FC77-DE52-00CA-A025D261726E}"/>
          </ac:spMkLst>
        </pc:spChg>
        <pc:spChg chg="mod">
          <ac:chgData name="谢 炜基" userId="cf60e783a5340edd" providerId="Windows Live" clId="Web-{D91059AB-0EB4-46DF-9B29-B5301A6009F2}" dt="2024-06-03T19:17:30.499" v="9" actId="1076"/>
          <ac:spMkLst>
            <pc:docMk/>
            <pc:sldMk cId="3556062422" sldId="1876"/>
            <ac:spMk id="4" creationId="{048FBE6B-DC67-4E64-80F4-CADE978D2FE3}"/>
          </ac:spMkLst>
        </pc:spChg>
        <pc:spChg chg="add mod">
          <ac:chgData name="谢 炜基" userId="cf60e783a5340edd" providerId="Windows Live" clId="Web-{D91059AB-0EB4-46DF-9B29-B5301A6009F2}" dt="2024-06-03T19:30:57.713" v="416" actId="20577"/>
          <ac:spMkLst>
            <pc:docMk/>
            <pc:sldMk cId="3556062422" sldId="1876"/>
            <ac:spMk id="5" creationId="{FFB6235A-E61D-E7BF-023C-192D6D553D5C}"/>
          </ac:spMkLst>
        </pc:spChg>
        <pc:picChg chg="del">
          <ac:chgData name="谢 炜基" userId="cf60e783a5340edd" providerId="Windows Live" clId="Web-{D91059AB-0EB4-46DF-9B29-B5301A6009F2}" dt="2024-06-03T19:17:25.359" v="8"/>
          <ac:picMkLst>
            <pc:docMk/>
            <pc:sldMk cId="3556062422" sldId="1876"/>
            <ac:picMk id="9" creationId="{107C392C-365F-EB7D-7214-90F53302AF3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D9F622F8-1824-4338-8C3C-5529D3BDEF4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618DDD53-BB38-4118-BC75-9CE27D49C55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6C03B6F7-B1AE-4118-ABA2-FFEC9B8F0E9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id="{646F5356-BDE8-43C1-9587-85323D02B19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26" name="Rectangle 6">
            <a:extLst>
              <a:ext uri="{FF2B5EF4-FFF2-40B4-BE49-F238E27FC236}">
                <a16:creationId xmlns:a16="http://schemas.microsoft.com/office/drawing/2014/main" id="{89912C35-11A9-4DA7-8476-F1823F658CA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27" name="Rectangle 7">
            <a:extLst>
              <a:ext uri="{FF2B5EF4-FFF2-40B4-BE49-F238E27FC236}">
                <a16:creationId xmlns:a16="http://schemas.microsoft.com/office/drawing/2014/main" id="{7180ED79-CEC3-4FB9-B511-8597B20A0C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DEB7EE2-04A2-4FB2-9625-C9C73AC4D32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FA4671F7-4D2C-4B1E-AED7-24676BE8B4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47842D7-C728-4EBD-982B-B8BE79E4DBBE}" type="slidenum">
              <a:rPr lang="en-US" altLang="en-US"/>
              <a:pPr eaLnBrk="1" hangingPunct="1"/>
              <a:t>1</a:t>
            </a:fld>
            <a:endParaRPr lang="en-US" altLang="en-US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D8E83BD0-7AE4-4323-9047-FC368929C5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FDECF5EC-C5EC-4723-8F4F-A75A20018F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814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18932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15989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22788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首先说明策略的设计思路</a:t>
            </a:r>
            <a:r>
              <a:rPr lang="zh-CN" altLang="en-US"/>
              <a:t>。</a:t>
            </a:r>
            <a:r>
              <a:rPr lang="en-US" err="1"/>
              <a:t>针对两个测试场景</a:t>
            </a:r>
            <a:r>
              <a:rPr lang="zh-CN" altLang="en-US"/>
              <a:t>，在</a:t>
            </a:r>
            <a:r>
              <a:rPr lang="en-US" altLang="zh-CN"/>
              <a:t>fixed</a:t>
            </a:r>
            <a:r>
              <a:rPr lang="zh-CN" altLang="en-US"/>
              <a:t> </a:t>
            </a:r>
            <a:r>
              <a:rPr lang="en-US" altLang="zh-CN"/>
              <a:t>scenario</a:t>
            </a:r>
            <a:r>
              <a:rPr lang="zh-CN" altLang="en-US"/>
              <a:t>中，我们希望在有限的时间步中得到更多的</a:t>
            </a:r>
            <a:r>
              <a:rPr lang="en-US" altLang="zh-CN"/>
              <a:t>reward</a:t>
            </a:r>
            <a:r>
              <a:rPr lang="zh-CN" altLang="en-US"/>
              <a:t>。那么我们一方面可以设计更好的策略，在每轮游戏中获得更高的</a:t>
            </a:r>
            <a:r>
              <a:rPr lang="en-US" altLang="zh-CN"/>
              <a:t>reward</a:t>
            </a:r>
            <a:r>
              <a:rPr lang="zh-CN" altLang="en-US"/>
              <a:t>，另一方面我们希望高效的结束游戏，获得更多的轮数。</a:t>
            </a:r>
            <a:endParaRPr lang="en-US" altLang="zh-CN"/>
          </a:p>
          <a:p>
            <a:r>
              <a:rPr lang="zh-CN" altLang="en-US"/>
              <a:t>在</a:t>
            </a:r>
            <a:r>
              <a:rPr lang="en-US" altLang="zh-CN"/>
              <a:t>open</a:t>
            </a:r>
            <a:r>
              <a:rPr lang="zh-CN" altLang="en-US"/>
              <a:t> </a:t>
            </a:r>
            <a:r>
              <a:rPr lang="en-US" altLang="zh-CN"/>
              <a:t>scenario</a:t>
            </a:r>
            <a:r>
              <a:rPr lang="zh-CN" altLang="en-US"/>
              <a:t>中，我们既希望打败对手，又希望获得尽可能多的</a:t>
            </a:r>
            <a:r>
              <a:rPr lang="en-US" altLang="zh-CN"/>
              <a:t>reward</a:t>
            </a:r>
            <a:r>
              <a:rPr lang="zh-CN" altLang="en-US"/>
              <a:t>。想要打败对手的话，需要更多的背叛；想要更多的</a:t>
            </a:r>
            <a:r>
              <a:rPr lang="en-US" altLang="zh-CN"/>
              <a:t>reward</a:t>
            </a:r>
            <a:r>
              <a:rPr lang="zh-CN" altLang="en-US"/>
              <a:t>，又需要观察对手策略是否合作。</a:t>
            </a:r>
            <a:endParaRPr lang="en-US" altLang="zh-CN"/>
          </a:p>
          <a:p>
            <a:r>
              <a:rPr lang="zh-CN" altLang="en-US"/>
              <a:t>（</a:t>
            </a:r>
            <a:r>
              <a:rPr lang="en-US" altLang="zh-CN"/>
              <a:t>33s</a:t>
            </a:r>
            <a:r>
              <a:rPr lang="zh-CN" altLang="en-US"/>
              <a:t>）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34179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考虑到这些点</a:t>
            </a:r>
            <a:r>
              <a:rPr lang="zh-CN" altLang="en-US"/>
              <a:t>，我们提出了两个设计策略的关键点：第一是需要估计对手策略，并进行决策。第二是高效的行动算法，快速结束游戏和阻碍对手。</a:t>
            </a:r>
            <a:endParaRPr lang="en-US" altLang="zh-CN"/>
          </a:p>
          <a:p>
            <a:r>
              <a:rPr lang="en-US"/>
              <a:t>(12s)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93702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对于第一点</a:t>
            </a:r>
            <a:r>
              <a:rPr lang="zh-CN" altLang="en-US"/>
              <a:t>，我们设计了一个策略采样方法。</a:t>
            </a:r>
            <a:endParaRPr lang="en-US" altLang="zh-CN"/>
          </a:p>
          <a:p>
            <a:r>
              <a:rPr lang="zh-CN" altLang="en-US"/>
              <a:t>从第二轮开始，我们首先通过观测的</a:t>
            </a:r>
            <a:r>
              <a:rPr lang="en-US" altLang="zh-CN"/>
              <a:t>reward</a:t>
            </a:r>
            <a:r>
              <a:rPr lang="zh-CN" altLang="en-US"/>
              <a:t>反推对手收集情况，用这个合作概率参数表示。我们将对手的历史策略进行加权，计算一个高斯分布参数。</a:t>
            </a:r>
            <a:endParaRPr lang="en-US" altLang="zh-CN"/>
          </a:p>
          <a:p>
            <a:r>
              <a:rPr lang="zh-CN" altLang="en-US"/>
              <a:t>为了降低采样的不确定性，我们使用一半的方差进行采样，作为对手下一步策略的估计值。我们在这个采样值的基础上，减去两倍的方差，作为我方的策略。最后，我们把这个概率规约到整数的收集目标。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96214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估计步按时间加权的思路很简单，就是希望应对触发式的对手，就比如最后一个场景，一旦背叛就一直背叛。当观察到对手策略出现巨大变化的时候，我们的</a:t>
            </a:r>
            <a:r>
              <a:rPr lang="en-US" altLang="zh-CN"/>
              <a:t>agent</a:t>
            </a:r>
            <a:r>
              <a:rPr lang="zh-CN" altLang="en-US"/>
              <a:t>可以快速的跟上估计。比如说右边的例子展示了触发式对手，原本合作概率有</a:t>
            </a:r>
            <a:r>
              <a:rPr lang="en-US" altLang="zh-CN"/>
              <a:t>0.8</a:t>
            </a:r>
            <a:r>
              <a:rPr lang="zh-CN" altLang="en-US"/>
              <a:t>，</a:t>
            </a:r>
            <a:r>
              <a:rPr lang="en-US" altLang="zh-CN"/>
              <a:t>0.9</a:t>
            </a:r>
            <a:r>
              <a:rPr lang="zh-CN" altLang="en-US"/>
              <a:t>左右，在第六轮游戏被触发，合作概率只有</a:t>
            </a:r>
            <a:r>
              <a:rPr lang="en-US" altLang="zh-CN"/>
              <a:t>0.2</a:t>
            </a:r>
            <a:r>
              <a:rPr lang="zh-CN" altLang="en-US"/>
              <a:t>。那么对手的估计值很快就从</a:t>
            </a:r>
            <a:r>
              <a:rPr lang="en-US" altLang="zh-CN"/>
              <a:t>0.86</a:t>
            </a:r>
            <a:r>
              <a:rPr lang="zh-CN" altLang="en-US"/>
              <a:t>移动到了</a:t>
            </a:r>
            <a:r>
              <a:rPr lang="en-US" altLang="zh-CN"/>
              <a:t>0.59</a:t>
            </a:r>
            <a:r>
              <a:rPr lang="zh-CN" altLang="en-US"/>
              <a:t>。</a:t>
            </a:r>
            <a:endParaRPr lang="en-US" altLang="zh-CN"/>
          </a:p>
          <a:p>
            <a:r>
              <a:rPr lang="zh-CN" altLang="en-US"/>
              <a:t>我们主要看最后采样的式子。比较疑惑的点是为什么减去方差，以及为什么常数是</a:t>
            </a:r>
            <a:r>
              <a:rPr lang="en-US" altLang="zh-CN"/>
              <a:t>2</a:t>
            </a:r>
            <a:r>
              <a:rPr lang="zh-CN" altLang="en-US"/>
              <a:t>。</a:t>
            </a:r>
            <a:endParaRPr lang="en-US" altLang="zh-CN"/>
          </a:p>
          <a:p>
            <a:r>
              <a:rPr lang="zh-CN" altLang="en-US"/>
              <a:t>首先，减去的这个部分，对应的意义是背叛的倾向。左边这张图展示了一个总是合作的对手，可以看到方差是非常小的，相应的背叛倾向就小，我们实际上在模仿对手。右边的图，由于策略突然改变，方差突然增大，所以实际上的策略几乎会变成纯背叛。另外，对于</a:t>
            </a:r>
            <a:r>
              <a:rPr lang="en-US" altLang="zh-CN"/>
              <a:t>50%</a:t>
            </a:r>
            <a:r>
              <a:rPr lang="zh-CN" altLang="en-US"/>
              <a:t>的概率合作，以及纯随机的智能体，均值是</a:t>
            </a:r>
            <a:r>
              <a:rPr lang="en-US" altLang="zh-CN"/>
              <a:t>0.5</a:t>
            </a:r>
            <a:r>
              <a:rPr lang="zh-CN" altLang="en-US"/>
              <a:t>，方差是</a:t>
            </a:r>
            <a:r>
              <a:rPr lang="en-US" altLang="zh-CN"/>
              <a:t>0.3</a:t>
            </a:r>
            <a:r>
              <a:rPr lang="zh-CN" altLang="en-US"/>
              <a:t>左右，带入上式，合作概率基本上小于</a:t>
            </a:r>
            <a:r>
              <a:rPr lang="en-US" altLang="zh-CN"/>
              <a:t>0</a:t>
            </a:r>
            <a:r>
              <a:rPr lang="zh-CN" altLang="en-US"/>
              <a:t>。在这两个场景下，这个采样方法也会以最优的纯背叛策略去应对。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56496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然后是第二点，行为逻辑不分。这一部分主要是实现比较复杂，不涉及博弈，就简单介绍下。</a:t>
            </a:r>
            <a:endParaRPr lang="en-US" altLang="zh-CN"/>
          </a:p>
          <a:p>
            <a:r>
              <a:rPr lang="zh-CN" altLang="en-US"/>
              <a:t>首先智能体是在最外面的围墙生成的，首先让智能体原理墙走，在</a:t>
            </a:r>
            <a:r>
              <a:rPr lang="en-US" altLang="zh-CN"/>
              <a:t>2-3</a:t>
            </a:r>
            <a:r>
              <a:rPr lang="zh-CN" altLang="en-US"/>
              <a:t>步内一定可以完成定位。</a:t>
            </a:r>
            <a:endParaRPr lang="en-US" altLang="zh-CN"/>
          </a:p>
          <a:p>
            <a:r>
              <a:rPr lang="zh-CN" altLang="en-US"/>
              <a:t>然后使用一个带有短期记忆的</a:t>
            </a:r>
            <a:r>
              <a:rPr lang="en-US" altLang="zh-CN" err="1"/>
              <a:t>Astar</a:t>
            </a:r>
            <a:r>
              <a:rPr lang="zh-CN" altLang="en-US"/>
              <a:t>寻路算法，先收集目标里较多的颜色，导航到对应资源的中心。完成收集以后，一边前往在地图中心一边主动寻敌，发现对手，就主动导航到对手并且射击，尽可能快的结束游戏。在一些情况下，这个智能体可以在对手收集完以前就击中对手，那么对于纯背叛的对手，可以让对手背叛比例降低，我方可以占优势。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29035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然后是第二点，行为逻辑不分。这一部分主要是实现比较复杂，不涉及博弈，就简单介绍下。</a:t>
            </a:r>
            <a:endParaRPr lang="en-US" altLang="zh-CN"/>
          </a:p>
          <a:p>
            <a:r>
              <a:rPr lang="zh-CN" altLang="en-US"/>
              <a:t>首先智能体是在最外面的围墙生成的，首先让智能体原理墙走，在</a:t>
            </a:r>
            <a:r>
              <a:rPr lang="en-US" altLang="zh-CN"/>
              <a:t>2-3</a:t>
            </a:r>
            <a:r>
              <a:rPr lang="zh-CN" altLang="en-US"/>
              <a:t>步内一定可以完成定位。</a:t>
            </a:r>
            <a:endParaRPr lang="en-US" altLang="zh-CN"/>
          </a:p>
          <a:p>
            <a:r>
              <a:rPr lang="zh-CN" altLang="en-US"/>
              <a:t>然后使用一个带有短期记忆的</a:t>
            </a:r>
            <a:r>
              <a:rPr lang="en-US" altLang="zh-CN" err="1"/>
              <a:t>Astar</a:t>
            </a:r>
            <a:r>
              <a:rPr lang="zh-CN" altLang="en-US"/>
              <a:t>寻路算法，先收集目标里较多的颜色，导航到对应资源的中心。完成收集以后，一边前往在地图中心一边主动寻敌，发现对手，就主动导航到对手并且射击，尽可能快的结束游戏。在一些情况下，这个智能体可以在对手收集完以前就击中对手，那么对于纯背叛的对手，可以让对手背叛比例降低，我方可以占优势。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38249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Baseline</a:t>
            </a:r>
            <a:r>
              <a:rPr lang="zh-CN" altLang="en-US"/>
              <a:t>是随机收集，</a:t>
            </a:r>
            <a:r>
              <a:rPr lang="en-US" altLang="zh-CN"/>
              <a:t>Upper</a:t>
            </a:r>
            <a:r>
              <a:rPr lang="zh-CN" altLang="en-US"/>
              <a:t> </a:t>
            </a:r>
            <a:r>
              <a:rPr lang="en-US" altLang="zh-CN"/>
              <a:t>bound</a:t>
            </a:r>
            <a:r>
              <a:rPr lang="zh-CN" altLang="en-US"/>
              <a:t>是已知对手策略，采取针对性策略。可以看到策略采样的方法只比上界低了不到</a:t>
            </a:r>
            <a:r>
              <a:rPr lang="en-US" altLang="zh-CN"/>
              <a:t>20</a:t>
            </a:r>
            <a:r>
              <a:rPr lang="zh-CN" altLang="en-US"/>
              <a:t>。这个</a:t>
            </a:r>
            <a:r>
              <a:rPr lang="en-US" altLang="zh-CN"/>
              <a:t>20</a:t>
            </a:r>
            <a:r>
              <a:rPr lang="zh-CN" altLang="en-US"/>
              <a:t>基本上是因为，在纯合作对手的</a:t>
            </a:r>
            <a:r>
              <a:rPr lang="en-US" altLang="zh-CN"/>
              <a:t>10</a:t>
            </a:r>
            <a:r>
              <a:rPr lang="zh-CN" altLang="en-US"/>
              <a:t>轮里面，最优策略是背叛，可以拿到</a:t>
            </a:r>
            <a:r>
              <a:rPr lang="en-US" altLang="zh-CN"/>
              <a:t>5</a:t>
            </a:r>
            <a:r>
              <a:rPr lang="zh-CN" altLang="en-US"/>
              <a:t>，但是我的方法会合作，只能拿到</a:t>
            </a:r>
            <a:r>
              <a:rPr lang="en-US" altLang="zh-CN"/>
              <a:t>3</a:t>
            </a:r>
            <a:r>
              <a:rPr lang="zh-CN" altLang="en-US"/>
              <a:t>。但是如果我们的方法选择背叛纯合作，又会丢掉最后一个场景的</a:t>
            </a:r>
            <a:r>
              <a:rPr lang="en-US" altLang="zh-CN"/>
              <a:t>2</a:t>
            </a:r>
            <a:r>
              <a:rPr lang="zh-CN" altLang="en-US"/>
              <a:t>分，可能是得不偿失的。所以实验证明，这个策略选择是良好的。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16666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65271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80001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76777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77145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1201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42095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95291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67457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04906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52769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66076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5288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DB60B1-BEF5-4848-BB02-98EBFE355C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1"/>
            <a:ext cx="12191998" cy="685799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E7964CB-E75A-4A03-88D3-6A48EF650A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42012" y="2766219"/>
            <a:ext cx="6220101" cy="1325563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en-US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1440679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0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Patter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87E8F-5716-4A71-B64F-EC5A742B45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1"/>
            <a:ext cx="6477000" cy="1189038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spcBef>
                <a:spcPts val="1000"/>
              </a:spcBef>
              <a:defRPr sz="40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E8DBED36-2461-46D0-AF71-79E0064B37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905000"/>
            <a:ext cx="6340929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228600">
              <a:lnSpc>
                <a:spcPct val="100000"/>
              </a:lnSpc>
              <a:spcBef>
                <a:spcPts val="1000"/>
              </a:spcBef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Insert subtitle here</a:t>
            </a:r>
          </a:p>
          <a:p>
            <a:pPr lvl="1"/>
            <a:r>
              <a:rPr lang="en-US"/>
              <a:t>Insert content here</a:t>
            </a:r>
          </a:p>
        </p:txBody>
      </p:sp>
      <p:pic>
        <p:nvPicPr>
          <p:cNvPr id="6" name="Picture Placeholder 5" descr="Red, blue grey white pattern background">
            <a:extLst>
              <a:ext uri="{FF2B5EF4-FFF2-40B4-BE49-F238E27FC236}">
                <a16:creationId xmlns:a16="http://schemas.microsoft.com/office/drawing/2014/main" id="{8FD53BA4-73D2-4CCA-8580-11F4221524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27166" y="0"/>
            <a:ext cx="47648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26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6" descr="White Striped background">
            <a:extLst>
              <a:ext uri="{FF2B5EF4-FFF2-40B4-BE49-F238E27FC236}">
                <a16:creationId xmlns:a16="http://schemas.microsoft.com/office/drawing/2014/main" id="{3917D528-010E-4303-97BF-F7F67BC661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D9303A2-B30A-054C-B809-053B909E12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5301" y="1995467"/>
            <a:ext cx="9141397" cy="615553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1" i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0F58DD1-3970-D84D-8040-EF33B0971D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96307" y="3260705"/>
            <a:ext cx="7799387" cy="15347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Insert content here</a:t>
            </a:r>
          </a:p>
        </p:txBody>
      </p:sp>
    </p:spTree>
    <p:extLst>
      <p:ext uri="{BB962C8B-B14F-4D97-AF65-F5344CB8AC3E}">
        <p14:creationId xmlns:p14="http://schemas.microsoft.com/office/powerpoint/2010/main" val="32408829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3" userDrawn="1">
          <p15:clr>
            <a:srgbClr val="5ACBF0"/>
          </p15:clr>
        </p15:guide>
        <p15:guide id="4" orient="horz" pos="2488" userDrawn="1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13624-9AD4-4B61-B3D1-7B21213507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4"/>
            <a:ext cx="10591800" cy="646332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1000"/>
              </a:spcBef>
              <a:defRPr sz="40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780F473D-F2DF-4163-AB6E-F7327F60EC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432562"/>
            <a:ext cx="10667999" cy="115823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 marL="228600">
              <a:lnSpc>
                <a:spcPct val="100000"/>
              </a:lnSpc>
              <a:spcBef>
                <a:spcPts val="1000"/>
              </a:spcBef>
              <a:defRPr sz="1800" b="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Insert subtitle here</a:t>
            </a:r>
          </a:p>
          <a:p>
            <a:pPr lvl="1"/>
            <a:r>
              <a:rPr lang="en-US"/>
              <a:t>Insert content here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7DC18506-6205-438F-AA5C-D337F9975FC3}"/>
              </a:ext>
            </a:extLst>
          </p:cNvPr>
          <p:cNvSpPr>
            <a:spLocks noGrp="1"/>
          </p:cNvSpPr>
          <p:nvPr>
            <p:ph type="tbl" sz="quarter" idx="12" hasCustomPrompt="1"/>
          </p:nvPr>
        </p:nvSpPr>
        <p:spPr>
          <a:xfrm>
            <a:off x="757381" y="2591662"/>
            <a:ext cx="10667999" cy="2833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/>
            </a:lvl1pPr>
          </a:lstStyle>
          <a:p>
            <a:r>
              <a:rPr lang="en-US"/>
              <a:t>Insert content here</a:t>
            </a:r>
          </a:p>
        </p:txBody>
      </p:sp>
      <p:pic>
        <p:nvPicPr>
          <p:cNvPr id="7" name="Picture Placeholder 5" descr="Red, blue grey white pattern background">
            <a:extLst>
              <a:ext uri="{FF2B5EF4-FFF2-40B4-BE49-F238E27FC236}">
                <a16:creationId xmlns:a16="http://schemas.microsoft.com/office/drawing/2014/main" id="{CD2D4C14-919B-45F8-8FB9-55AAC8A8FC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90252"/>
            <a:ext cx="12192000" cy="86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917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Patter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668F4E-0433-49FD-9D92-3B60E9B0AE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9742" y="715961"/>
            <a:ext cx="6477000" cy="118903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Bef>
                <a:spcPts val="1000"/>
              </a:spcBef>
              <a:defRPr sz="4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E8DBED36-2461-46D0-AF71-79E0064B37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99743" y="1905000"/>
            <a:ext cx="64770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228600" indent="-228600">
              <a:lnSpc>
                <a:spcPct val="100000"/>
              </a:lnSpc>
              <a:spcBef>
                <a:spcPts val="1000"/>
              </a:spcBef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Insert subtitle here</a:t>
            </a:r>
          </a:p>
          <a:p>
            <a:pPr lvl="1"/>
            <a:r>
              <a:rPr lang="en-US"/>
              <a:t>Insert content here</a:t>
            </a:r>
          </a:p>
        </p:txBody>
      </p:sp>
      <p:pic>
        <p:nvPicPr>
          <p:cNvPr id="6" name="Picture Placeholder 6" descr="Red, blue grey white pattern background">
            <a:extLst>
              <a:ext uri="{FF2B5EF4-FFF2-40B4-BE49-F238E27FC236}">
                <a16:creationId xmlns:a16="http://schemas.microsoft.com/office/drawing/2014/main" id="{3A82D859-AED3-485F-A04E-40320B1043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7679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876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08" userDrawn="1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13624-9AD4-4B61-B3D1-7B21213507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4"/>
            <a:ext cx="10591800" cy="646332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1000"/>
              </a:spcBef>
              <a:defRPr sz="4000" b="1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DF03C311-DDF4-44A3-9D51-D5FDC4A8E7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432562"/>
            <a:ext cx="10667999" cy="9274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 marL="228600">
              <a:lnSpc>
                <a:spcPct val="100000"/>
              </a:lnSpc>
              <a:spcBef>
                <a:spcPts val="1000"/>
              </a:spcBef>
              <a:defRPr sz="1800" b="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Insert subtitle here</a:t>
            </a:r>
          </a:p>
          <a:p>
            <a:pPr lvl="1"/>
            <a:r>
              <a:rPr lang="en-US"/>
              <a:t>Insert content here</a:t>
            </a:r>
          </a:p>
        </p:txBody>
      </p:sp>
      <p:sp>
        <p:nvSpPr>
          <p:cNvPr id="8" name="SmartArt Placeholder 7">
            <a:extLst>
              <a:ext uri="{FF2B5EF4-FFF2-40B4-BE49-F238E27FC236}">
                <a16:creationId xmlns:a16="http://schemas.microsoft.com/office/drawing/2014/main" id="{9FD563C5-3DFB-47DD-8A9E-30D8084590F6}"/>
              </a:ext>
            </a:extLst>
          </p:cNvPr>
          <p:cNvSpPr>
            <a:spLocks noGrp="1"/>
          </p:cNvSpPr>
          <p:nvPr>
            <p:ph type="dgm" sz="quarter" idx="14" hasCustomPrompt="1"/>
          </p:nvPr>
        </p:nvSpPr>
        <p:spPr>
          <a:xfrm>
            <a:off x="762001" y="2369129"/>
            <a:ext cx="10667998" cy="33436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/>
            </a:lvl1pPr>
          </a:lstStyle>
          <a:p>
            <a:r>
              <a:rPr lang="en-US"/>
              <a:t>Insert Content here</a:t>
            </a:r>
          </a:p>
        </p:txBody>
      </p:sp>
      <p:pic>
        <p:nvPicPr>
          <p:cNvPr id="9" name="Picture Placeholder 8" descr="Red, blue grey white pattern background">
            <a:extLst>
              <a:ext uri="{FF2B5EF4-FFF2-40B4-BE49-F238E27FC236}">
                <a16:creationId xmlns:a16="http://schemas.microsoft.com/office/drawing/2014/main" id="{EFDBB6A3-9760-4B41-9E31-6D5DD396E1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99582"/>
            <a:ext cx="12192000" cy="85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626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3F45076F-4240-4B40-8CE4-637DD751A6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3"/>
            <a:ext cx="5334000" cy="118903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Bef>
                <a:spcPts val="1000"/>
              </a:spcBef>
              <a:defRPr sz="40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498B63D-F60C-4A9D-8D3E-0C7CD748FE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905000"/>
            <a:ext cx="53340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228600">
              <a:lnSpc>
                <a:spcPct val="100000"/>
              </a:lnSpc>
              <a:spcBef>
                <a:spcPts val="1000"/>
              </a:spcBef>
              <a:defRPr sz="1800"/>
            </a:lvl2pPr>
          </a:lstStyle>
          <a:p>
            <a:pPr lvl="0"/>
            <a:r>
              <a:rPr lang="en-US"/>
              <a:t>Insert subtitle here</a:t>
            </a:r>
          </a:p>
          <a:p>
            <a:pPr lvl="1"/>
            <a:r>
              <a:rPr lang="en-US"/>
              <a:t>Insert content here</a:t>
            </a:r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827A95C0-AE8D-46E1-9EF9-64504CBEF99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58000" y="715963"/>
            <a:ext cx="4572000" cy="2362200"/>
          </a:xfrm>
          <a:prstGeom prst="rect">
            <a:avLst/>
          </a:prstGeom>
          <a:solidFill>
            <a:schemeClr val="tx2"/>
          </a:solidFill>
        </p:spPr>
        <p:txBody>
          <a:bodyPr>
            <a:normAutofit/>
          </a:bodyPr>
          <a:lstStyle>
            <a:lvl1pPr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89E410BA-B0FE-4F0E-8BE5-D33CC01663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58000" y="3305541"/>
            <a:ext cx="4572000" cy="2362200"/>
          </a:xfrm>
          <a:prstGeom prst="rect">
            <a:avLst/>
          </a:prstGeom>
          <a:solidFill>
            <a:schemeClr val="tx2"/>
          </a:solidFill>
        </p:spPr>
        <p:txBody>
          <a:bodyPr>
            <a:normAutofit/>
          </a:bodyPr>
          <a:lstStyle>
            <a:lvl1pPr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1" name="Picture Placeholder 5" descr="Red, blue grey white pattern background">
            <a:extLst>
              <a:ext uri="{FF2B5EF4-FFF2-40B4-BE49-F238E27FC236}">
                <a16:creationId xmlns:a16="http://schemas.microsoft.com/office/drawing/2014/main" id="{1014381E-E235-4624-9267-69EEEE9826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80922"/>
            <a:ext cx="12192000" cy="877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801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Pattern Content Gra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87E8F-5716-4A71-B64F-EC5A742B45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1"/>
            <a:ext cx="6477000" cy="1189038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spcBef>
                <a:spcPts val="1000"/>
              </a:spcBef>
              <a:defRPr sz="4000" b="1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E8DBED36-2461-46D0-AF71-79E0064B37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905000"/>
            <a:ext cx="64770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228600">
              <a:lnSpc>
                <a:spcPct val="100000"/>
              </a:lnSpc>
              <a:spcBef>
                <a:spcPts val="1000"/>
              </a:spcBef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Insert subtitle here</a:t>
            </a:r>
          </a:p>
          <a:p>
            <a:pPr lvl="1"/>
            <a:r>
              <a:rPr lang="en-US"/>
              <a:t>Insert content here</a:t>
            </a:r>
          </a:p>
        </p:txBody>
      </p:sp>
      <p:pic>
        <p:nvPicPr>
          <p:cNvPr id="5" name="Picture Placeholder 6" descr="Red, blue grey white pattern background">
            <a:extLst>
              <a:ext uri="{FF2B5EF4-FFF2-40B4-BE49-F238E27FC236}">
                <a16:creationId xmlns:a16="http://schemas.microsoft.com/office/drawing/2014/main" id="{6696C96D-182E-490E-A117-B60FF18536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27166" y="0"/>
            <a:ext cx="47648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428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6" descr="Picture placeholder ">
            <a:extLst>
              <a:ext uri="{FF2B5EF4-FFF2-40B4-BE49-F238E27FC236}">
                <a16:creationId xmlns:a16="http://schemas.microsoft.com/office/drawing/2014/main" id="{21F9B252-B7D4-4DA8-92E8-8A98BFEF41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D9303A2-B30A-054C-B809-053B909E12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5301" y="1995467"/>
            <a:ext cx="9141397" cy="615553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1" i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0F58DD1-3970-D84D-8040-EF33B0971D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96307" y="3260705"/>
            <a:ext cx="7799387" cy="15347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Insert content here</a:t>
            </a:r>
          </a:p>
        </p:txBody>
      </p:sp>
    </p:spTree>
    <p:extLst>
      <p:ext uri="{BB962C8B-B14F-4D97-AF65-F5344CB8AC3E}">
        <p14:creationId xmlns:p14="http://schemas.microsoft.com/office/powerpoint/2010/main" val="4100711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3" userDrawn="1">
          <p15:clr>
            <a:srgbClr val="5ACBF0"/>
          </p15:clr>
        </p15:guide>
        <p15:guide id="4" orient="horz" pos="2488" userDrawn="1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7724906-4405-47F4-B533-7291B003B0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5301" y="1995467"/>
            <a:ext cx="9141397" cy="615553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1" i="0" kern="1200" cap="none" spc="-50" baseline="0" dirty="0">
                <a:ln w="3175"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1EEF53A4-35A6-4E43-B220-67DA381C591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96307" y="3260705"/>
            <a:ext cx="7799387" cy="15347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Insert content here</a:t>
            </a:r>
          </a:p>
        </p:txBody>
      </p:sp>
      <p:pic>
        <p:nvPicPr>
          <p:cNvPr id="6" name="Picture Placeholder 5" descr="Red, blue grey white pattern background">
            <a:extLst>
              <a:ext uri="{FF2B5EF4-FFF2-40B4-BE49-F238E27FC236}">
                <a16:creationId xmlns:a16="http://schemas.microsoft.com/office/drawing/2014/main" id="{906BF34F-6945-4E11-BAEC-F66F7254C4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99582"/>
            <a:ext cx="12192000" cy="85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523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Pattern Content Blu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668F4E-0433-49FD-9D92-3B60E9B0AE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9742" y="715961"/>
            <a:ext cx="6477000" cy="118903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Bef>
                <a:spcPts val="1000"/>
              </a:spcBef>
              <a:defRPr sz="4000" b="1" spc="-5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E8DBED36-2461-46D0-AF71-79E0064B37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99743" y="1905000"/>
            <a:ext cx="64770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228600" indent="-228600">
              <a:lnSpc>
                <a:spcPct val="100000"/>
              </a:lnSpc>
              <a:spcBef>
                <a:spcPts val="1000"/>
              </a:spcBef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Insert subtitle here</a:t>
            </a:r>
          </a:p>
          <a:p>
            <a:pPr lvl="1"/>
            <a:r>
              <a:rPr lang="en-US"/>
              <a:t>Insert content here</a:t>
            </a:r>
          </a:p>
        </p:txBody>
      </p:sp>
      <p:pic>
        <p:nvPicPr>
          <p:cNvPr id="5" name="Picture Placeholder 6" descr="Red, blue grey white pattern background">
            <a:extLst>
              <a:ext uri="{FF2B5EF4-FFF2-40B4-BE49-F238E27FC236}">
                <a16:creationId xmlns:a16="http://schemas.microsoft.com/office/drawing/2014/main" id="{BC85C715-EF0D-4E33-AC89-C35DD2596E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7679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3759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08" userDrawn="1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96904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99" r:id="rId2"/>
    <p:sldLayoutId id="2147483700" r:id="rId3"/>
    <p:sldLayoutId id="2147483691" r:id="rId4"/>
    <p:sldLayoutId id="2147483701" r:id="rId5"/>
    <p:sldLayoutId id="2147483706" r:id="rId6"/>
    <p:sldLayoutId id="2147483702" r:id="rId7"/>
    <p:sldLayoutId id="2147483704" r:id="rId8"/>
    <p:sldLayoutId id="2147483703" r:id="rId9"/>
    <p:sldLayoutId id="2147483690" r:id="rId10"/>
    <p:sldLayoutId id="214748370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D2DB031-9003-4F74-A88F-FE2A2ABABC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42012" y="2766219"/>
            <a:ext cx="6220101" cy="1325563"/>
          </a:xfrm>
        </p:spPr>
        <p:txBody>
          <a:bodyPr anchor="ctr">
            <a:noAutofit/>
          </a:bodyPr>
          <a:lstStyle/>
          <a:p>
            <a:r>
              <a:rPr lang="en-US" altLang="en-US">
                <a:solidFill>
                  <a:schemeClr val="accent2"/>
                </a:solidFill>
              </a:rPr>
              <a:t>AI3617 Game Theory</a:t>
            </a:r>
            <a:br>
              <a:rPr lang="en-US" altLang="en-US">
                <a:solidFill>
                  <a:schemeClr val="accent2"/>
                </a:solidFill>
              </a:rPr>
            </a:br>
            <a:r>
              <a:rPr lang="en-US" altLang="en-US">
                <a:solidFill>
                  <a:schemeClr val="accent2"/>
                </a:solidFill>
              </a:rPr>
              <a:t>Course Project</a:t>
            </a:r>
            <a:endParaRPr lang="en-US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E170C72-48E0-EA6A-450D-10947A2F4E2C}"/>
              </a:ext>
            </a:extLst>
          </p:cNvPr>
          <p:cNvSpPr txBox="1">
            <a:spLocks noChangeArrowheads="1"/>
          </p:cNvSpPr>
          <p:nvPr/>
        </p:nvSpPr>
        <p:spPr>
          <a:xfrm>
            <a:off x="5442012" y="4310098"/>
            <a:ext cx="6220101" cy="1325563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en-US" sz="2800">
                <a:solidFill>
                  <a:srgbClr val="E23042"/>
                </a:solidFill>
              </a:rPr>
              <a:t>Group 4</a:t>
            </a:r>
            <a:r>
              <a:rPr lang="zh-CN" altLang="en-US" sz="2800">
                <a:solidFill>
                  <a:srgbClr val="E23042"/>
                </a:solidFill>
              </a:rPr>
              <a:t>  </a:t>
            </a:r>
            <a:endParaRPr lang="en-US" altLang="zh-CN" sz="2800">
              <a:solidFill>
                <a:srgbClr val="E23042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rgbClr val="FF0000"/>
                </a:solidFill>
                <a:latin typeface="Microsoft YaHei"/>
                <a:ea typeface="Microsoft YaHei"/>
              </a:rPr>
              <a:t>李天骅 毛宇琛 王鼎居 </a:t>
            </a:r>
            <a:r>
              <a:rPr lang="zh-CN" altLang="en-US" sz="2000" u="sng">
                <a:solidFill>
                  <a:srgbClr val="FF0000"/>
                </a:solidFill>
                <a:latin typeface="Microsoft YaHei"/>
                <a:ea typeface="Microsoft YaHei"/>
              </a:rPr>
              <a:t>王凯灵</a:t>
            </a:r>
            <a:r>
              <a:rPr lang="zh-CN" altLang="en-US" sz="2000">
                <a:solidFill>
                  <a:srgbClr val="FF0000"/>
                </a:solidFill>
                <a:latin typeface="Microsoft YaHei"/>
                <a:ea typeface="Microsoft YaHei"/>
              </a:rPr>
              <a:t> </a:t>
            </a:r>
            <a:r>
              <a:rPr lang="zh-CN" altLang="en-US" sz="2000" u="sng">
                <a:solidFill>
                  <a:srgbClr val="FF0000"/>
                </a:solidFill>
                <a:latin typeface="Microsoft YaHei"/>
                <a:ea typeface="Microsoft YaHei"/>
              </a:rPr>
              <a:t>谢炜基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522D27-267C-25AD-BD9C-9C5146A5B134}"/>
              </a:ext>
            </a:extLst>
          </p:cNvPr>
          <p:cNvSpPr txBox="1"/>
          <p:nvPr/>
        </p:nvSpPr>
        <p:spPr>
          <a:xfrm>
            <a:off x="11867406" y="6396335"/>
            <a:ext cx="308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5BB822F-DF31-934E-A779-6010B632803B}" type="slidenum">
              <a:rPr lang="en-US" sz="2400" smtClean="0">
                <a:solidFill>
                  <a:schemeClr val="bg1"/>
                </a:solidFill>
              </a:rPr>
              <a:t>1</a:t>
            </a:fld>
            <a:endParaRPr lang="en-US" sz="2400">
              <a:solidFill>
                <a:schemeClr val="bg1"/>
              </a:solidFill>
            </a:endParaRPr>
          </a:p>
        </p:txBody>
      </p:sp>
      <p:pic>
        <p:nvPicPr>
          <p:cNvPr id="5" name="图片 6">
            <a:extLst>
              <a:ext uri="{FF2B5EF4-FFF2-40B4-BE49-F238E27FC236}">
                <a16:creationId xmlns:a16="http://schemas.microsoft.com/office/drawing/2014/main" id="{A6B3BFA0-DB38-8290-70E3-9B3B4904E6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98656" y="0"/>
            <a:ext cx="1277509" cy="1277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265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8FBE6B-DC67-4E64-80F4-CADE978D2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719" y="501652"/>
            <a:ext cx="10591800" cy="646332"/>
          </a:xfrm>
        </p:spPr>
        <p:txBody>
          <a:bodyPr lIns="91440" tIns="45720" rIns="91440" bIns="45720" anchor="t">
            <a:noAutofit/>
          </a:bodyPr>
          <a:lstStyle/>
          <a:p>
            <a:r>
              <a:rPr lang="zh-CN" altLang="en-US">
                <a:cs typeface="Segoe UI"/>
              </a:rPr>
              <a:t>We are the champion!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9FAB7E1-4775-808B-52B8-98095D77FD7C}"/>
              </a:ext>
            </a:extLst>
          </p:cNvPr>
          <p:cNvSpPr txBox="1"/>
          <p:nvPr/>
        </p:nvSpPr>
        <p:spPr>
          <a:xfrm>
            <a:off x="11867406" y="6396335"/>
            <a:ext cx="308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5BB822F-DF31-934E-A779-6010B632803B}" type="slidenum">
              <a:rPr lang="en-US" sz="2400" smtClean="0">
                <a:solidFill>
                  <a:schemeClr val="bg1"/>
                </a:solidFill>
              </a:rPr>
              <a:t>2</a:t>
            </a:fld>
            <a:endParaRPr lang="en-US" sz="2400">
              <a:solidFill>
                <a:schemeClr val="bg1"/>
              </a:solidFill>
            </a:endParaRPr>
          </a:p>
        </p:txBody>
      </p:sp>
      <p:pic>
        <p:nvPicPr>
          <p:cNvPr id="51" name="图片 6">
            <a:extLst>
              <a:ext uri="{FF2B5EF4-FFF2-40B4-BE49-F238E27FC236}">
                <a16:creationId xmlns:a16="http://schemas.microsoft.com/office/drawing/2014/main" id="{8F6D981D-2B9E-1FF9-2807-BF7FC2975C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800" y="-47500"/>
            <a:ext cx="874156" cy="874156"/>
          </a:xfrm>
          <a:prstGeom prst="rect">
            <a:avLst/>
          </a:prstGeom>
        </p:spPr>
      </p:pic>
      <p:pic>
        <p:nvPicPr>
          <p:cNvPr id="14" name="图片 13" descr="图片包含 文本&#10;&#10;已自动生成说明">
            <a:extLst>
              <a:ext uri="{FF2B5EF4-FFF2-40B4-BE49-F238E27FC236}">
                <a16:creationId xmlns:a16="http://schemas.microsoft.com/office/drawing/2014/main" id="{B8FEAF1F-F925-6D4D-8082-1DD5DD4B09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602" y="3257357"/>
            <a:ext cx="7856775" cy="266500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187EA8F-3749-D410-3ED4-F31CD87E39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4934" y="1121177"/>
            <a:ext cx="8003022" cy="2803618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ECCA5F7A-0297-624A-A802-F2A0C117A16E}"/>
              </a:ext>
            </a:extLst>
          </p:cNvPr>
          <p:cNvSpPr txBox="1"/>
          <p:nvPr/>
        </p:nvSpPr>
        <p:spPr>
          <a:xfrm>
            <a:off x="7852173" y="5090492"/>
            <a:ext cx="419694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0E0E0E"/>
                </a:solidFill>
                <a:effectLst/>
                <a:latin typeface="+mn-lt"/>
              </a:rPr>
              <a:t>In the open scenario, our agent defeated all opponents without losing!</a:t>
            </a:r>
          </a:p>
        </p:txBody>
      </p:sp>
    </p:spTree>
    <p:extLst>
      <p:ext uri="{BB962C8B-B14F-4D97-AF65-F5344CB8AC3E}">
        <p14:creationId xmlns:p14="http://schemas.microsoft.com/office/powerpoint/2010/main" val="865065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7BA0B6F-5258-479C-87B7-C806E6757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15961"/>
            <a:ext cx="6477000" cy="1189038"/>
          </a:xfrm>
        </p:spPr>
        <p:txBody>
          <a:bodyPr/>
          <a:lstStyle/>
          <a:p>
            <a:r>
              <a:rPr lang="en-US"/>
              <a:t>Introduction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91720E7-9B71-E48F-C44A-4554EBBB43B3}"/>
              </a:ext>
            </a:extLst>
          </p:cNvPr>
          <p:cNvGrpSpPr/>
          <p:nvPr/>
        </p:nvGrpSpPr>
        <p:grpSpPr>
          <a:xfrm>
            <a:off x="891284" y="3861619"/>
            <a:ext cx="5870402" cy="1523999"/>
            <a:chOff x="883333" y="2954645"/>
            <a:chExt cx="5204716" cy="135118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FB36365-6948-95E4-8529-4CD3321BA7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3333" y="3738303"/>
              <a:ext cx="3482535" cy="567524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8B8724B-7B9D-1470-32F9-00E832D641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23477" y="2954645"/>
              <a:ext cx="1964572" cy="68615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D0930BA-F295-2EAF-B834-3F3E03DFE6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44271" y="3052147"/>
              <a:ext cx="2732599" cy="491153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3F36812B-2065-4A2B-B59B-8957022687BC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762000" y="1905000"/>
                <a:ext cx="7693742" cy="1524000"/>
              </a:xfrm>
            </p:spPr>
            <p:txBody>
              <a:bodyPr/>
              <a:lstStyle/>
              <a:p>
                <a:r>
                  <a:rPr lang="en-US" altLang="en-US" sz="2400"/>
                  <a:t>Prisoners Dilemma in the Matrix </a:t>
                </a:r>
              </a:p>
              <a:p>
                <a:r>
                  <a:rPr lang="en-US" altLang="en-US" sz="2400"/>
                  <a:t>(PD Matrix for short)</a:t>
                </a:r>
              </a:p>
              <a:p>
                <a:pPr lvl="1"/>
                <a:r>
                  <a:rPr lang="en-US" sz="2000"/>
                  <a:t>Collect</a:t>
                </a:r>
                <a:r>
                  <a:rPr lang="zh-CN" altLang="en-US" sz="2000"/>
                  <a:t> </a:t>
                </a:r>
                <a:r>
                  <a:rPr lang="en-US" altLang="zh-CN" sz="2000">
                    <a:solidFill>
                      <a:srgbClr val="01C2D1"/>
                    </a:solidFill>
                  </a:rPr>
                  <a:t>green/cooperate</a:t>
                </a:r>
                <a:r>
                  <a:rPr lang="en-US" altLang="zh-CN" sz="2000"/>
                  <a:t> and </a:t>
                </a:r>
                <a:r>
                  <a:rPr lang="en-US" altLang="zh-CN" sz="2000">
                    <a:solidFill>
                      <a:schemeClr val="accent1">
                        <a:lumMod val="75000"/>
                      </a:schemeClr>
                    </a:solidFill>
                  </a:rPr>
                  <a:t>red/defect</a:t>
                </a:r>
                <a:r>
                  <a:rPr lang="en-US" altLang="zh-CN" sz="2000"/>
                  <a:t> resources.</a:t>
                </a:r>
              </a:p>
              <a:p>
                <a:pPr lvl="1"/>
                <a:r>
                  <a:rPr lang="en-US" sz="2000"/>
                  <a:t>Calculate reward: suppose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/>
                  <a:t> green,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/>
                  <a:t>red.</a:t>
                </a:r>
              </a:p>
            </p:txBody>
          </p:sp>
        </mc:Choice>
        <mc:Fallback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3F36812B-2065-4A2B-B59B-8957022687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762000" y="1905000"/>
                <a:ext cx="7693742" cy="1524000"/>
              </a:xfrm>
              <a:blipFill>
                <a:blip r:embed="rId5"/>
                <a:stretch>
                  <a:fillRect l="-1189" t="-2800"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A6A08BA6-0381-26DA-343B-FB9F14BD9BDB}"/>
              </a:ext>
            </a:extLst>
          </p:cNvPr>
          <p:cNvSpPr txBox="1"/>
          <p:nvPr/>
        </p:nvSpPr>
        <p:spPr>
          <a:xfrm>
            <a:off x="11867406" y="6396335"/>
            <a:ext cx="308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5BB822F-DF31-934E-A779-6010B632803B}" type="slidenum">
              <a:rPr lang="en-US" sz="2400" smtClean="0">
                <a:solidFill>
                  <a:schemeClr val="bg1"/>
                </a:solidFill>
              </a:rPr>
              <a:t>3</a:t>
            </a:fld>
            <a:endParaRPr lang="en-US" sz="2400">
              <a:solidFill>
                <a:schemeClr val="bg1"/>
              </a:solidFill>
            </a:endParaRPr>
          </a:p>
        </p:txBody>
      </p:sp>
      <p:pic>
        <p:nvPicPr>
          <p:cNvPr id="14" name="图片 6">
            <a:extLst>
              <a:ext uri="{FF2B5EF4-FFF2-40B4-BE49-F238E27FC236}">
                <a16:creationId xmlns:a16="http://schemas.microsoft.com/office/drawing/2014/main" id="{67DA937A-C577-E5AF-C84C-6E4B865C9B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750" y="6015005"/>
            <a:ext cx="874156" cy="874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669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7BA0B6F-5258-479C-87B7-C806E6757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15961"/>
            <a:ext cx="6477000" cy="1189038"/>
          </a:xfrm>
        </p:spPr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F36812B-2065-4A2B-B59B-8957022687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1999" y="1904999"/>
            <a:ext cx="6850083" cy="3913909"/>
          </a:xfrm>
        </p:spPr>
        <p:txBody>
          <a:bodyPr lIns="91440" tIns="45720" rIns="91440" bIns="45720" anchor="t"/>
          <a:lstStyle/>
          <a:p>
            <a:r>
              <a:rPr lang="en-US" altLang="en-US" sz="2400"/>
              <a:t>Clean Up</a:t>
            </a:r>
          </a:p>
          <a:p>
            <a:pPr lvl="1"/>
            <a:r>
              <a:rPr lang="en-US" sz="2000">
                <a:cs typeface="Segoe UI"/>
              </a:rPr>
              <a:t>7 players are rewarded for collecting </a:t>
            </a:r>
            <a:r>
              <a:rPr lang="en-US" sz="2000">
                <a:solidFill>
                  <a:srgbClr val="C00000"/>
                </a:solidFill>
                <a:cs typeface="Segoe UI"/>
              </a:rPr>
              <a:t>apples </a:t>
            </a:r>
            <a:r>
              <a:rPr lang="en-US" sz="2000">
                <a:cs typeface="Segoe UI"/>
              </a:rPr>
              <a:t>(reward +1) </a:t>
            </a:r>
          </a:p>
          <a:p>
            <a:pPr lvl="1"/>
            <a:r>
              <a:rPr lang="en-US" sz="2000">
                <a:solidFill>
                  <a:srgbClr val="007788"/>
                </a:solidFill>
                <a:cs typeface="Segoe UI"/>
              </a:rPr>
              <a:t>Pollution</a:t>
            </a:r>
            <a:r>
              <a:rPr lang="zh-CN" altLang="en-US" sz="2000">
                <a:solidFill>
                  <a:srgbClr val="007788"/>
                </a:solidFill>
                <a:cs typeface="Segoe UI"/>
              </a:rPr>
              <a:t> </a:t>
            </a:r>
            <a:r>
              <a:rPr lang="en-US" sz="2000">
                <a:cs typeface="Segoe UI"/>
              </a:rPr>
              <a:t>accumulates at a constant rate </a:t>
            </a:r>
          </a:p>
          <a:p>
            <a:pPr lvl="1"/>
            <a:r>
              <a:rPr lang="en-US" sz="2000">
                <a:solidFill>
                  <a:srgbClr val="C00000"/>
                </a:solidFill>
                <a:ea typeface="+mn-lt"/>
                <a:cs typeface="+mn-lt"/>
              </a:rPr>
              <a:t>Apple</a:t>
            </a:r>
            <a:r>
              <a:rPr lang="zh-CN" altLang="en-US" sz="2000">
                <a:ea typeface="+mn-lt"/>
                <a:cs typeface="+mn-lt"/>
              </a:rPr>
              <a:t> </a:t>
            </a:r>
            <a:r>
              <a:rPr lang="en-US" altLang="zh-CN" sz="2000">
                <a:ea typeface="+mn-lt"/>
                <a:cs typeface="+mn-lt"/>
              </a:rPr>
              <a:t>growth</a:t>
            </a:r>
            <a:r>
              <a:rPr lang="zh-CN" altLang="en-US" sz="2000">
                <a:ea typeface="+mn-lt"/>
                <a:cs typeface="+mn-lt"/>
              </a:rPr>
              <a:t> </a:t>
            </a:r>
            <a:r>
              <a:rPr lang="en-US" altLang="zh-CN" sz="2000">
                <a:ea typeface="+mn-lt"/>
                <a:cs typeface="+mn-lt"/>
              </a:rPr>
              <a:t>rate</a:t>
            </a:r>
            <a:r>
              <a:rPr lang="zh-CN" altLang="en-US" sz="2000">
                <a:ea typeface="+mn-lt"/>
                <a:cs typeface="+mn-lt"/>
              </a:rPr>
              <a:t> is linear to the amount of </a:t>
            </a:r>
            <a:r>
              <a:rPr lang="zh-CN" altLang="en-US" sz="2000">
                <a:solidFill>
                  <a:srgbClr val="007788"/>
                </a:solidFill>
                <a:ea typeface="+mn-lt"/>
                <a:cs typeface="+mn-lt"/>
              </a:rPr>
              <a:t>pollution</a:t>
            </a:r>
            <a:endParaRPr lang="en-US" altLang="zh-CN" sz="2000">
              <a:solidFill>
                <a:srgbClr val="007788"/>
              </a:solidFill>
              <a:ea typeface="+mn-lt"/>
              <a:cs typeface="+mn-lt"/>
            </a:endParaRPr>
          </a:p>
          <a:p>
            <a:pPr lvl="1"/>
            <a:endParaRPr lang="en-US" sz="2000">
              <a:ea typeface="+mn-lt"/>
              <a:cs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770792-4138-4BCC-38BF-AA2E5A60C9FA}"/>
              </a:ext>
            </a:extLst>
          </p:cNvPr>
          <p:cNvSpPr txBox="1"/>
          <p:nvPr/>
        </p:nvSpPr>
        <p:spPr>
          <a:xfrm>
            <a:off x="11867406" y="6396335"/>
            <a:ext cx="308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5BB822F-DF31-934E-A779-6010B632803B}" type="slidenum">
              <a:rPr lang="en-US" sz="2400" smtClean="0">
                <a:solidFill>
                  <a:schemeClr val="bg1"/>
                </a:solidFill>
              </a:rPr>
              <a:t>4</a:t>
            </a:fld>
            <a:endParaRPr lang="en-US" sz="2400">
              <a:solidFill>
                <a:schemeClr val="bg1"/>
              </a:solidFill>
            </a:endParaRPr>
          </a:p>
        </p:txBody>
      </p:sp>
      <p:pic>
        <p:nvPicPr>
          <p:cNvPr id="4" name="图片 6">
            <a:extLst>
              <a:ext uri="{FF2B5EF4-FFF2-40B4-BE49-F238E27FC236}">
                <a16:creationId xmlns:a16="http://schemas.microsoft.com/office/drawing/2014/main" id="{636CF427-33A9-3531-FC1E-2B6196F337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750" y="6015005"/>
            <a:ext cx="874156" cy="874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368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9E38B3-4686-8247-9625-49018D29F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5301" y="1995467"/>
            <a:ext cx="9141397" cy="615553"/>
          </a:xfrm>
        </p:spPr>
        <p:txBody>
          <a:bodyPr/>
          <a:lstStyle/>
          <a:p>
            <a:r>
              <a:rPr lang="en-US"/>
              <a:t>Solution Overview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CBA01B-ECA4-4938-872A-B38BEB13AC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96307" y="3260705"/>
            <a:ext cx="7799387" cy="1534757"/>
          </a:xfrm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/>
              <a:t>Rule Based Agent (for PD matrix only)</a:t>
            </a:r>
          </a:p>
          <a:p>
            <a:pPr>
              <a:lnSpc>
                <a:spcPct val="150000"/>
              </a:lnSpc>
            </a:pPr>
            <a:r>
              <a:rPr lang="en-US" sz="2000">
                <a:cs typeface="Segoe UI"/>
              </a:rPr>
              <a:t>RL Based Agent</a:t>
            </a:r>
            <a:endParaRPr lang="zh-CN" altLang="en-US" sz="200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803542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1262CD5-AD01-42E3-9173-97C12BB0D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0245" y="3213354"/>
            <a:ext cx="6477000" cy="1189037"/>
          </a:xfrm>
        </p:spPr>
        <p:txBody>
          <a:bodyPr/>
          <a:lstStyle/>
          <a:p>
            <a:r>
              <a:rPr lang="en-US">
                <a:solidFill>
                  <a:srgbClr val="3578AF"/>
                </a:solidFill>
              </a:rPr>
              <a:t>Rule</a:t>
            </a:r>
            <a:r>
              <a:rPr lang="zh-CN" altLang="en-US">
                <a:solidFill>
                  <a:srgbClr val="3578AF"/>
                </a:solidFill>
              </a:rPr>
              <a:t> </a:t>
            </a:r>
            <a:r>
              <a:rPr lang="en-US" altLang="zh-CN">
                <a:solidFill>
                  <a:srgbClr val="3578AF"/>
                </a:solidFill>
              </a:rPr>
              <a:t>Based</a:t>
            </a:r>
            <a:r>
              <a:rPr lang="zh-CN" altLang="en-US">
                <a:solidFill>
                  <a:srgbClr val="3578AF"/>
                </a:solidFill>
              </a:rPr>
              <a:t> </a:t>
            </a:r>
            <a:r>
              <a:rPr lang="en-US" altLang="zh-CN">
                <a:solidFill>
                  <a:srgbClr val="3578AF"/>
                </a:solidFill>
              </a:rPr>
              <a:t>Agent</a:t>
            </a:r>
            <a:endParaRPr lang="en-US">
              <a:solidFill>
                <a:srgbClr val="3578A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95C703-2B45-D580-7F93-79A3584F46ED}"/>
              </a:ext>
            </a:extLst>
          </p:cNvPr>
          <p:cNvSpPr txBox="1"/>
          <p:nvPr/>
        </p:nvSpPr>
        <p:spPr>
          <a:xfrm>
            <a:off x="11867406" y="6396335"/>
            <a:ext cx="308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5BB822F-DF31-934E-A779-6010B632803B}" type="slidenum">
              <a:rPr lang="en-US" sz="2400" smtClean="0">
                <a:solidFill>
                  <a:schemeClr val="bg1"/>
                </a:solidFill>
              </a:rPr>
              <a:t>6</a:t>
            </a:fld>
            <a:endParaRPr lang="en-US" sz="2400">
              <a:solidFill>
                <a:schemeClr val="bg1"/>
              </a:solidFill>
            </a:endParaRPr>
          </a:p>
        </p:txBody>
      </p:sp>
      <p:pic>
        <p:nvPicPr>
          <p:cNvPr id="8" name="图片 6">
            <a:extLst>
              <a:ext uri="{FF2B5EF4-FFF2-40B4-BE49-F238E27FC236}">
                <a16:creationId xmlns:a16="http://schemas.microsoft.com/office/drawing/2014/main" id="{57798B4A-B0A7-F8CB-22D2-24498A1172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750" y="6015005"/>
            <a:ext cx="874156" cy="874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83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8FBE6B-DC67-4E64-80F4-CADE978D2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15964"/>
            <a:ext cx="10591800" cy="646332"/>
          </a:xfrm>
        </p:spPr>
        <p:txBody>
          <a:bodyPr/>
          <a:lstStyle/>
          <a:p>
            <a:r>
              <a:rPr lang="en-US"/>
              <a:t>Rule</a:t>
            </a:r>
            <a:r>
              <a:rPr lang="zh-CN" altLang="en-US"/>
              <a:t> </a:t>
            </a:r>
            <a:r>
              <a:rPr lang="en-US" altLang="zh-CN"/>
              <a:t>Based</a:t>
            </a:r>
            <a:r>
              <a:rPr lang="zh-CN" altLang="en-US"/>
              <a:t> </a:t>
            </a:r>
            <a:r>
              <a:rPr lang="en-US" altLang="zh-CN"/>
              <a:t>Agent: Insight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C6A9FD9-630E-44B9-BED8-AFEA6C84A8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1432562"/>
            <a:ext cx="10667999" cy="1158237"/>
          </a:xfrm>
        </p:spPr>
        <p:txBody>
          <a:bodyPr/>
          <a:lstStyle/>
          <a:p>
            <a:r>
              <a:rPr lang="en-US" altLang="en-US" sz="2400" b="1"/>
              <a:t>The design of the rule should cover both purposes:</a:t>
            </a:r>
          </a:p>
        </p:txBody>
      </p:sp>
      <p:sp>
        <p:nvSpPr>
          <p:cNvPr id="5" name="Snip Diagonal Corner Rectangle 4">
            <a:extLst>
              <a:ext uri="{FF2B5EF4-FFF2-40B4-BE49-F238E27FC236}">
                <a16:creationId xmlns:a16="http://schemas.microsoft.com/office/drawing/2014/main" id="{4FFCBA73-2175-E4A8-F7F1-A5250D34DDDE}"/>
              </a:ext>
            </a:extLst>
          </p:cNvPr>
          <p:cNvSpPr/>
          <p:nvPr/>
        </p:nvSpPr>
        <p:spPr>
          <a:xfrm>
            <a:off x="6263146" y="2252815"/>
            <a:ext cx="5166853" cy="3046772"/>
          </a:xfrm>
          <a:prstGeom prst="snip2DiagRect">
            <a:avLst/>
          </a:prstGeom>
          <a:solidFill>
            <a:schemeClr val="accent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nip Diagonal Corner Rectangle 5">
            <a:extLst>
              <a:ext uri="{FF2B5EF4-FFF2-40B4-BE49-F238E27FC236}">
                <a16:creationId xmlns:a16="http://schemas.microsoft.com/office/drawing/2014/main" id="{3967A282-BCBD-EE2F-673E-489F3A2B8DC6}"/>
              </a:ext>
            </a:extLst>
          </p:cNvPr>
          <p:cNvSpPr/>
          <p:nvPr/>
        </p:nvSpPr>
        <p:spPr>
          <a:xfrm rot="5400000">
            <a:off x="1822040" y="1192776"/>
            <a:ext cx="3046771" cy="5166852"/>
          </a:xfrm>
          <a:prstGeom prst="snip2DiagRect">
            <a:avLst/>
          </a:prstGeom>
          <a:solidFill>
            <a:srgbClr val="E23042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6FB7AE-D827-9E32-6A70-DD71B7BE855D}"/>
              </a:ext>
            </a:extLst>
          </p:cNvPr>
          <p:cNvSpPr txBox="1"/>
          <p:nvPr/>
        </p:nvSpPr>
        <p:spPr>
          <a:xfrm>
            <a:off x="2062315" y="2485857"/>
            <a:ext cx="25662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E23042"/>
                </a:solidFill>
                <a:latin typeface="+mn-lt"/>
              </a:rPr>
              <a:t>Fixed Scenarios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2DAA9E-6421-209D-0894-65F016D1C8CA}"/>
              </a:ext>
            </a:extLst>
          </p:cNvPr>
          <p:cNvSpPr txBox="1"/>
          <p:nvPr/>
        </p:nvSpPr>
        <p:spPr>
          <a:xfrm>
            <a:off x="7563462" y="2485857"/>
            <a:ext cx="25662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E23042"/>
                </a:solidFill>
                <a:latin typeface="+mn-lt"/>
              </a:rPr>
              <a:t>Open Scenarios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9F307D-60A9-9084-A838-29E915E3F351}"/>
              </a:ext>
            </a:extLst>
          </p:cNvPr>
          <p:cNvSpPr txBox="1"/>
          <p:nvPr/>
        </p:nvSpPr>
        <p:spPr>
          <a:xfrm>
            <a:off x="1852149" y="3395951"/>
            <a:ext cx="2986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+mn-lt"/>
              </a:rPr>
              <a:t>As much reward as possible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A4D9F2-1342-B0CF-07C6-516B606FCC4C}"/>
              </a:ext>
            </a:extLst>
          </p:cNvPr>
          <p:cNvSpPr txBox="1"/>
          <p:nvPr/>
        </p:nvSpPr>
        <p:spPr>
          <a:xfrm>
            <a:off x="1143610" y="4221104"/>
            <a:ext cx="1417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+mn-lt"/>
              </a:rPr>
              <a:t>Good policy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F7D967-2209-170F-F9E3-1EE292708684}"/>
              </a:ext>
            </a:extLst>
          </p:cNvPr>
          <p:cNvSpPr txBox="1"/>
          <p:nvPr/>
        </p:nvSpPr>
        <p:spPr>
          <a:xfrm>
            <a:off x="3815604" y="4221104"/>
            <a:ext cx="1871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+mn-lt"/>
              </a:rPr>
              <a:t>Efficient gaming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74295C9-9E33-95DB-304B-7E10AEF7014D}"/>
              </a:ext>
            </a:extLst>
          </p:cNvPr>
          <p:cNvCxnSpPr>
            <a:stCxn id="8" idx="2"/>
            <a:endCxn id="10" idx="0"/>
          </p:cNvCxnSpPr>
          <p:nvPr/>
        </p:nvCxnSpPr>
        <p:spPr>
          <a:xfrm flipH="1">
            <a:off x="3345424" y="2947522"/>
            <a:ext cx="1" cy="448429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7E8D928-C8EB-EB67-9941-CF2E3A5EED5A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flipH="1">
            <a:off x="1852149" y="3765283"/>
            <a:ext cx="1493275" cy="455821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2EC6B3B-C472-9D57-CB8D-BAE273DBD3EB}"/>
              </a:ext>
            </a:extLst>
          </p:cNvPr>
          <p:cNvCxnSpPr>
            <a:cxnSpLocks/>
            <a:stCxn id="10" idx="2"/>
            <a:endCxn id="13" idx="0"/>
          </p:cNvCxnSpPr>
          <p:nvPr/>
        </p:nvCxnSpPr>
        <p:spPr>
          <a:xfrm>
            <a:off x="3345424" y="3765283"/>
            <a:ext cx="1405936" cy="455821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7C80F80-4759-A4BF-8CC2-6AF08428B024}"/>
              </a:ext>
            </a:extLst>
          </p:cNvPr>
          <p:cNvSpPr txBox="1"/>
          <p:nvPr/>
        </p:nvSpPr>
        <p:spPr>
          <a:xfrm>
            <a:off x="7019002" y="3395951"/>
            <a:ext cx="3655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+mn-lt"/>
              </a:rPr>
              <a:t>More reward while beat opponent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E09DDAB-9B77-FBBE-74C1-3547AA2BC729}"/>
              </a:ext>
            </a:extLst>
          </p:cNvPr>
          <p:cNvSpPr txBox="1"/>
          <p:nvPr/>
        </p:nvSpPr>
        <p:spPr>
          <a:xfrm>
            <a:off x="6459783" y="4221104"/>
            <a:ext cx="1710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+mn-lt"/>
              </a:rPr>
              <a:t>Tend</a:t>
            </a:r>
            <a:r>
              <a:rPr lang="zh-CN" altLang="en-US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>
                <a:solidFill>
                  <a:schemeClr val="bg1"/>
                </a:solidFill>
                <a:latin typeface="+mn-lt"/>
              </a:rPr>
              <a:t>to</a:t>
            </a:r>
            <a:r>
              <a:rPr lang="zh-CN" altLang="en-US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>
                <a:solidFill>
                  <a:schemeClr val="bg1"/>
                </a:solidFill>
                <a:latin typeface="+mn-lt"/>
              </a:rPr>
              <a:t>betray</a:t>
            </a:r>
            <a:endParaRPr lang="en-US">
              <a:solidFill>
                <a:schemeClr val="bg1"/>
              </a:solidFill>
              <a:latin typeface="+mn-lt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6C6BA1C-E1EA-A3A1-6DB5-30DB42C31342}"/>
              </a:ext>
            </a:extLst>
          </p:cNvPr>
          <p:cNvSpPr txBox="1"/>
          <p:nvPr/>
        </p:nvSpPr>
        <p:spPr>
          <a:xfrm>
            <a:off x="9369370" y="4221104"/>
            <a:ext cx="1871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+mn-lt"/>
              </a:rPr>
              <a:t>Ensure</a:t>
            </a:r>
            <a:r>
              <a:rPr lang="zh-CN" altLang="en-US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>
                <a:solidFill>
                  <a:schemeClr val="bg1"/>
                </a:solidFill>
                <a:latin typeface="+mn-lt"/>
              </a:rPr>
              <a:t>reward</a:t>
            </a:r>
            <a:endParaRPr lang="en-US">
              <a:solidFill>
                <a:schemeClr val="bg1"/>
              </a:solidFill>
              <a:latin typeface="+mn-lt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195429A-ED2F-4256-CAC0-D7559849A5F1}"/>
              </a:ext>
            </a:extLst>
          </p:cNvPr>
          <p:cNvCxnSpPr>
            <a:cxnSpLocks/>
            <a:stCxn id="9" idx="2"/>
            <a:endCxn id="28" idx="0"/>
          </p:cNvCxnSpPr>
          <p:nvPr/>
        </p:nvCxnSpPr>
        <p:spPr>
          <a:xfrm flipH="1">
            <a:off x="8846570" y="2947522"/>
            <a:ext cx="2" cy="448429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80B7F98-FE18-1175-4606-BA5DEABF83EA}"/>
              </a:ext>
            </a:extLst>
          </p:cNvPr>
          <p:cNvCxnSpPr>
            <a:cxnSpLocks/>
            <a:stCxn id="28" idx="2"/>
            <a:endCxn id="29" idx="0"/>
          </p:cNvCxnSpPr>
          <p:nvPr/>
        </p:nvCxnSpPr>
        <p:spPr>
          <a:xfrm flipH="1">
            <a:off x="7315195" y="3765283"/>
            <a:ext cx="1531375" cy="455821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28D8BFB-F248-7942-9A9D-F01512262308}"/>
              </a:ext>
            </a:extLst>
          </p:cNvPr>
          <p:cNvCxnSpPr>
            <a:cxnSpLocks/>
            <a:stCxn id="28" idx="2"/>
            <a:endCxn id="30" idx="0"/>
          </p:cNvCxnSpPr>
          <p:nvPr/>
        </p:nvCxnSpPr>
        <p:spPr>
          <a:xfrm>
            <a:off x="8846570" y="3765283"/>
            <a:ext cx="1458556" cy="455821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B9FAB7E1-4775-808B-52B8-98095D77FD7C}"/>
              </a:ext>
            </a:extLst>
          </p:cNvPr>
          <p:cNvSpPr txBox="1"/>
          <p:nvPr/>
        </p:nvSpPr>
        <p:spPr>
          <a:xfrm>
            <a:off x="11867406" y="6396335"/>
            <a:ext cx="308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5BB822F-DF31-934E-A779-6010B632803B}" type="slidenum">
              <a:rPr lang="en-US" sz="2400" smtClean="0">
                <a:solidFill>
                  <a:schemeClr val="bg1"/>
                </a:solidFill>
              </a:rPr>
              <a:t>7</a:t>
            </a:fld>
            <a:endParaRPr lang="en-US" sz="2400">
              <a:solidFill>
                <a:schemeClr val="bg1"/>
              </a:solidFill>
            </a:endParaRPr>
          </a:p>
        </p:txBody>
      </p:sp>
      <p:pic>
        <p:nvPicPr>
          <p:cNvPr id="51" name="图片 6">
            <a:extLst>
              <a:ext uri="{FF2B5EF4-FFF2-40B4-BE49-F238E27FC236}">
                <a16:creationId xmlns:a16="http://schemas.microsoft.com/office/drawing/2014/main" id="{8F6D981D-2B9E-1FF9-2807-BF7FC2975C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800" y="-47500"/>
            <a:ext cx="874156" cy="874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678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8FBE6B-DC67-4E64-80F4-CADE978D2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15964"/>
            <a:ext cx="10591800" cy="646332"/>
          </a:xfrm>
        </p:spPr>
        <p:txBody>
          <a:bodyPr/>
          <a:lstStyle/>
          <a:p>
            <a:r>
              <a:rPr lang="en-US"/>
              <a:t>Rule</a:t>
            </a:r>
            <a:r>
              <a:rPr lang="zh-CN" altLang="en-US"/>
              <a:t> </a:t>
            </a:r>
            <a:r>
              <a:rPr lang="en-US" altLang="zh-CN"/>
              <a:t>Based</a:t>
            </a:r>
            <a:r>
              <a:rPr lang="zh-CN" altLang="en-US"/>
              <a:t> </a:t>
            </a:r>
            <a:r>
              <a:rPr lang="en-US" altLang="zh-CN"/>
              <a:t>Agent: Key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B4E5F3-01A9-A4C9-EC80-42D8E23BA9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b="1"/>
              <a:t>Key</a:t>
            </a:r>
            <a:r>
              <a:rPr lang="zh-CN" altLang="en-US" sz="2400" b="1"/>
              <a:t> </a:t>
            </a:r>
            <a:r>
              <a:rPr lang="en-US" altLang="zh-CN" sz="2400" b="1"/>
              <a:t>of</a:t>
            </a:r>
            <a:r>
              <a:rPr lang="zh-CN" altLang="en-US" sz="2400" b="1"/>
              <a:t> </a:t>
            </a:r>
            <a:r>
              <a:rPr lang="en-US" altLang="zh-CN" sz="2400" b="1"/>
              <a:t>design: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/>
              <a:t>Dynamic Policy Sampler: To estimate opponent’s policy and react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/>
              <a:t>Efficient behavior logic: End game quickly and hinder the opponent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844FF5-DDD4-F48E-991C-EBFB4565A806}"/>
              </a:ext>
            </a:extLst>
          </p:cNvPr>
          <p:cNvSpPr txBox="1"/>
          <p:nvPr/>
        </p:nvSpPr>
        <p:spPr>
          <a:xfrm>
            <a:off x="11867406" y="6396335"/>
            <a:ext cx="308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5BB822F-DF31-934E-A779-6010B632803B}" type="slidenum">
              <a:rPr lang="en-US" sz="2400" smtClean="0">
                <a:solidFill>
                  <a:schemeClr val="bg1"/>
                </a:solidFill>
              </a:rPr>
              <a:t>8</a:t>
            </a:fld>
            <a:endParaRPr lang="en-US" sz="2400">
              <a:solidFill>
                <a:schemeClr val="bg1"/>
              </a:solidFill>
            </a:endParaRPr>
          </a:p>
        </p:txBody>
      </p:sp>
      <p:pic>
        <p:nvPicPr>
          <p:cNvPr id="14" name="图片 6">
            <a:extLst>
              <a:ext uri="{FF2B5EF4-FFF2-40B4-BE49-F238E27FC236}">
                <a16:creationId xmlns:a16="http://schemas.microsoft.com/office/drawing/2014/main" id="{CB40D4DE-E698-3DFB-CBDE-C3141932E9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800" y="-47500"/>
            <a:ext cx="874156" cy="874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007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8FBE6B-DC67-4E64-80F4-CADE978D2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15964"/>
            <a:ext cx="10591800" cy="646332"/>
          </a:xfrm>
        </p:spPr>
        <p:txBody>
          <a:bodyPr/>
          <a:lstStyle/>
          <a:p>
            <a:r>
              <a:rPr lang="en-US"/>
              <a:t>Rule</a:t>
            </a:r>
            <a:r>
              <a:rPr lang="zh-CN" altLang="en-US"/>
              <a:t> </a:t>
            </a:r>
            <a:r>
              <a:rPr lang="en-US" altLang="zh-CN"/>
              <a:t>Based</a:t>
            </a:r>
            <a:r>
              <a:rPr lang="zh-CN" altLang="en-US"/>
              <a:t> </a:t>
            </a:r>
            <a:r>
              <a:rPr lang="en-US" altLang="zh-CN"/>
              <a:t>Agent: Policy</a:t>
            </a:r>
            <a:r>
              <a:rPr lang="zh-CN" altLang="en-US"/>
              <a:t> </a:t>
            </a:r>
            <a:r>
              <a:rPr lang="en-US" altLang="zh-CN"/>
              <a:t>Sampler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00D874-B742-A5F3-0356-7A446C6F2A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>
                <a:latin typeface="+mn-ea"/>
              </a:rPr>
              <a:t>First</a:t>
            </a:r>
            <a:r>
              <a:rPr lang="zh-CN" altLang="en-US" sz="2400" b="1">
                <a:latin typeface="+mn-ea"/>
              </a:rPr>
              <a:t> </a:t>
            </a:r>
            <a:r>
              <a:rPr lang="en-US" altLang="zh-CN" sz="2400" b="1">
                <a:latin typeface="+mn-ea"/>
              </a:rPr>
              <a:t>round: Cooperate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>
                <a:latin typeface="+mn-ea"/>
              </a:rPr>
              <a:t>From second round:</a:t>
            </a:r>
          </a:p>
          <a:p>
            <a:pPr lvl="2" indent="0">
              <a:buNone/>
            </a:pPr>
            <a:r>
              <a:rPr lang="en-US" sz="2600">
                <a:latin typeface="+mn-ea"/>
              </a:rPr>
              <a:t>Let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>
              <a:latin typeface="+mn-ea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739EB8-2B75-8985-F34C-07AA452E9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6386" y="2383842"/>
            <a:ext cx="2788061" cy="4139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A10372-4DA8-B944-12E4-378E5E6755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5558" y="2931323"/>
            <a:ext cx="3497212" cy="61987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74F0306-B262-6CC9-DB93-2DEF90C89030}"/>
                  </a:ext>
                </a:extLst>
              </p:cNvPr>
              <p:cNvSpPr txBox="1"/>
              <p:nvPr/>
            </p:nvSpPr>
            <p:spPr>
              <a:xfrm>
                <a:off x="5813323" y="3055272"/>
                <a:ext cx="430932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>
                    <a:solidFill>
                      <a:schemeClr val="bg1"/>
                    </a:solidFill>
                  </a:rPr>
                  <a:t>: background player,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>
                    <a:solidFill>
                      <a:schemeClr val="bg1"/>
                    </a:solidFill>
                  </a:rPr>
                  <a:t>: round</a:t>
                </a:r>
                <a:r>
                  <a:rPr lang="zh-CN" altLang="en-US" sz="240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endParaRPr lang="en-US" sz="240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74F0306-B262-6CC9-DB93-2DEF90C890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3323" y="3055272"/>
                <a:ext cx="4309321" cy="369332"/>
              </a:xfrm>
              <a:prstGeom prst="rect">
                <a:avLst/>
              </a:prstGeom>
              <a:blipFill>
                <a:blip r:embed="rId5"/>
                <a:stretch>
                  <a:fillRect l="-2546" t="-22951" r="-1132" b="-508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907581C9-816B-98B0-AB47-1C0AAFB4F1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7123" y="3740958"/>
            <a:ext cx="7772400" cy="66557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56CB603-CCCB-ACDC-87C2-6EB92405C595}"/>
                  </a:ext>
                </a:extLst>
              </p:cNvPr>
              <p:cNvSpPr txBox="1"/>
              <p:nvPr/>
            </p:nvSpPr>
            <p:spPr>
              <a:xfrm>
                <a:off x="9902312" y="3889077"/>
                <a:ext cx="216405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lang="en-US" sz="2400">
                    <a:solidFill>
                      <a:schemeClr val="bg1"/>
                    </a:solidFill>
                  </a:rPr>
                  <a:t>: current round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56CB603-CCCB-ACDC-87C2-6EB92405C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2312" y="3889077"/>
                <a:ext cx="2164054" cy="369332"/>
              </a:xfrm>
              <a:prstGeom prst="rect">
                <a:avLst/>
              </a:prstGeom>
              <a:blipFill>
                <a:blip r:embed="rId7"/>
                <a:stretch>
                  <a:fillRect l="-5070" t="-24590" r="-7887" b="-491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A7ACCD13-0721-054D-D3C5-6A3B85FACB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45558" y="4598227"/>
            <a:ext cx="7772400" cy="63708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C81083F-590C-ECFA-85E0-BA2E9346ECA2}"/>
              </a:ext>
            </a:extLst>
          </p:cNvPr>
          <p:cNvSpPr txBox="1"/>
          <p:nvPr/>
        </p:nvSpPr>
        <p:spPr>
          <a:xfrm>
            <a:off x="11867406" y="6396335"/>
            <a:ext cx="308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5BB822F-DF31-934E-A779-6010B632803B}" type="slidenum">
              <a:rPr lang="en-US" sz="2400" smtClean="0">
                <a:solidFill>
                  <a:schemeClr val="bg1"/>
                </a:solidFill>
              </a:rPr>
              <a:t>9</a:t>
            </a:fld>
            <a:endParaRPr lang="en-US" sz="2400">
              <a:solidFill>
                <a:schemeClr val="bg1"/>
              </a:solidFill>
            </a:endParaRPr>
          </a:p>
        </p:txBody>
      </p:sp>
      <p:pic>
        <p:nvPicPr>
          <p:cNvPr id="16" name="图片 6">
            <a:extLst>
              <a:ext uri="{FF2B5EF4-FFF2-40B4-BE49-F238E27FC236}">
                <a16:creationId xmlns:a16="http://schemas.microsoft.com/office/drawing/2014/main" id="{ED715158-72E4-98C4-AE34-6595227811A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800" y="-47500"/>
            <a:ext cx="874156" cy="874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475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8FBE6B-DC67-4E64-80F4-CADE978D2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15964"/>
            <a:ext cx="10591800" cy="646332"/>
          </a:xfrm>
        </p:spPr>
        <p:txBody>
          <a:bodyPr/>
          <a:lstStyle/>
          <a:p>
            <a:r>
              <a:rPr lang="en-US"/>
              <a:t>Rule</a:t>
            </a:r>
            <a:r>
              <a:rPr lang="zh-CN" altLang="en-US"/>
              <a:t> </a:t>
            </a:r>
            <a:r>
              <a:rPr lang="en-US" altLang="zh-CN"/>
              <a:t>Based</a:t>
            </a:r>
            <a:r>
              <a:rPr lang="zh-CN" altLang="en-US"/>
              <a:t> </a:t>
            </a:r>
            <a:r>
              <a:rPr lang="en-US" altLang="zh-CN"/>
              <a:t>Agent: Policy</a:t>
            </a:r>
            <a:r>
              <a:rPr lang="zh-CN" altLang="en-US"/>
              <a:t> </a:t>
            </a:r>
            <a:r>
              <a:rPr lang="en-US" altLang="zh-CN"/>
              <a:t>Sampler</a:t>
            </a:r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07581C9-816B-98B0-AB47-1C0AAFB4F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362296"/>
            <a:ext cx="7772400" cy="6655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7ACCD13-0721-054D-D3C5-6A3B85FACB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005347"/>
            <a:ext cx="7772400" cy="637081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8BAF94A1-6168-F6CE-853A-F9793EEFBC1A}"/>
              </a:ext>
            </a:extLst>
          </p:cNvPr>
          <p:cNvSpPr/>
          <p:nvPr/>
        </p:nvSpPr>
        <p:spPr>
          <a:xfrm>
            <a:off x="7039897" y="2022360"/>
            <a:ext cx="540774" cy="51868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5287819-A529-D6B7-E05F-C6F78E0F7C7E}"/>
              </a:ext>
            </a:extLst>
          </p:cNvPr>
          <p:cNvSpPr/>
          <p:nvPr/>
        </p:nvSpPr>
        <p:spPr>
          <a:xfrm>
            <a:off x="7674078" y="2022360"/>
            <a:ext cx="929148" cy="51868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1B753A6-E8B1-9502-7A2D-6298E369883E}"/>
              </a:ext>
            </a:extLst>
          </p:cNvPr>
          <p:cNvSpPr/>
          <p:nvPr/>
        </p:nvSpPr>
        <p:spPr>
          <a:xfrm>
            <a:off x="3333136" y="1356788"/>
            <a:ext cx="776748" cy="665571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A graph of a green and blue line&#10;&#10;Description automatically generated">
            <a:extLst>
              <a:ext uri="{FF2B5EF4-FFF2-40B4-BE49-F238E27FC236}">
                <a16:creationId xmlns:a16="http://schemas.microsoft.com/office/drawing/2014/main" id="{F36621EF-4AD6-9973-5359-793E232FF1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670918"/>
            <a:ext cx="3201094" cy="3247086"/>
          </a:xfrm>
          <a:prstGeom prst="rect">
            <a:avLst/>
          </a:prstGeom>
        </p:spPr>
      </p:pic>
      <p:pic>
        <p:nvPicPr>
          <p:cNvPr id="33" name="Picture 32" descr="A comparison of a graph&#10;&#10;Description automatically generated">
            <a:extLst>
              <a:ext uri="{FF2B5EF4-FFF2-40B4-BE49-F238E27FC236}">
                <a16:creationId xmlns:a16="http://schemas.microsoft.com/office/drawing/2014/main" id="{9B751482-FD2E-999A-8C14-F25D73FEC3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5023" y="2693410"/>
            <a:ext cx="7248453" cy="3247086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5D51028-0746-2EFE-B6A2-A76F7543DF44}"/>
              </a:ext>
            </a:extLst>
          </p:cNvPr>
          <p:cNvSpPr txBox="1"/>
          <p:nvPr/>
        </p:nvSpPr>
        <p:spPr>
          <a:xfrm>
            <a:off x="11867406" y="6396335"/>
            <a:ext cx="308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5BB822F-DF31-934E-A779-6010B632803B}" type="slidenum">
              <a:rPr lang="en-US" sz="2400" smtClean="0">
                <a:solidFill>
                  <a:schemeClr val="bg1"/>
                </a:solidFill>
              </a:rPr>
              <a:t>10</a:t>
            </a:fld>
            <a:endParaRPr lang="en-US" sz="2400">
              <a:solidFill>
                <a:schemeClr val="bg1"/>
              </a:solidFill>
            </a:endParaRPr>
          </a:p>
        </p:txBody>
      </p:sp>
      <p:pic>
        <p:nvPicPr>
          <p:cNvPr id="35" name="图片 6">
            <a:extLst>
              <a:ext uri="{FF2B5EF4-FFF2-40B4-BE49-F238E27FC236}">
                <a16:creationId xmlns:a16="http://schemas.microsoft.com/office/drawing/2014/main" id="{16B35C1B-7C1E-1E01-22D3-DC10539D2A6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800" y="-47500"/>
            <a:ext cx="874156" cy="874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795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8FBE6B-DC67-4E64-80F4-CADE978D2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15964"/>
            <a:ext cx="10591800" cy="646332"/>
          </a:xfrm>
        </p:spPr>
        <p:txBody>
          <a:bodyPr/>
          <a:lstStyle/>
          <a:p>
            <a:r>
              <a:rPr lang="en-US"/>
              <a:t>Rule</a:t>
            </a:r>
            <a:r>
              <a:rPr lang="zh-CN" altLang="en-US"/>
              <a:t> </a:t>
            </a:r>
            <a:r>
              <a:rPr lang="en-US" altLang="zh-CN"/>
              <a:t>Based</a:t>
            </a:r>
            <a:r>
              <a:rPr lang="zh-CN" altLang="en-US"/>
              <a:t> </a:t>
            </a:r>
            <a:r>
              <a:rPr lang="en-US" altLang="zh-CN"/>
              <a:t>Agent: Behavior</a:t>
            </a:r>
            <a:r>
              <a:rPr lang="zh-CN" altLang="en-US"/>
              <a:t> </a:t>
            </a:r>
            <a:r>
              <a:rPr lang="en-US" altLang="zh-CN"/>
              <a:t>Logic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40B0B4-09D4-97F8-C10D-424CA24E7DE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0032"/>
          <a:stretch/>
        </p:blipFill>
        <p:spPr>
          <a:xfrm>
            <a:off x="6320173" y="1447015"/>
            <a:ext cx="5756537" cy="374843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FDDBE08-7A82-5B1B-502D-D922E2D56A93}"/>
              </a:ext>
            </a:extLst>
          </p:cNvPr>
          <p:cNvSpPr txBox="1"/>
          <p:nvPr/>
        </p:nvSpPr>
        <p:spPr>
          <a:xfrm>
            <a:off x="6320173" y="5410985"/>
            <a:ext cx="5973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Over</a:t>
            </a:r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en-US" altLang="zh-CN" b="1">
                <a:solidFill>
                  <a:schemeClr val="bg1"/>
                </a:solidFill>
              </a:rPr>
              <a:t>400</a:t>
            </a:r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en-US" altLang="zh-CN">
                <a:solidFill>
                  <a:schemeClr val="bg1"/>
                </a:solidFill>
              </a:rPr>
              <a:t>lines</a:t>
            </a:r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en-US" altLang="zh-CN">
                <a:solidFill>
                  <a:schemeClr val="bg1"/>
                </a:solidFill>
              </a:rPr>
              <a:t>of</a:t>
            </a:r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en-US" altLang="zh-CN">
                <a:solidFill>
                  <a:schemeClr val="bg1"/>
                </a:solidFill>
              </a:rPr>
              <a:t>code</a:t>
            </a:r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en-US" altLang="zh-CN">
                <a:solidFill>
                  <a:schemeClr val="bg1"/>
                </a:solidFill>
              </a:rPr>
              <a:t>for</a:t>
            </a:r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en-US" altLang="zh-CN">
                <a:solidFill>
                  <a:schemeClr val="bg1"/>
                </a:solidFill>
              </a:rPr>
              <a:t>Behavior</a:t>
            </a:r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en-US" altLang="zh-CN">
                <a:solidFill>
                  <a:schemeClr val="bg1"/>
                </a:solidFill>
              </a:rPr>
              <a:t>Logic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A9CE98-BAAD-1404-5049-04D240CBFF73}"/>
              </a:ext>
            </a:extLst>
          </p:cNvPr>
          <p:cNvSpPr txBox="1"/>
          <p:nvPr/>
        </p:nvSpPr>
        <p:spPr>
          <a:xfrm>
            <a:off x="431470" y="1662546"/>
            <a:ext cx="6303818" cy="223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</a:rPr>
              <a:t>Direction</a:t>
            </a:r>
            <a:r>
              <a:rPr lang="zh-CN" altLang="en-US" sz="2400">
                <a:solidFill>
                  <a:schemeClr val="bg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Sampler: walk away from walls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</a:rPr>
              <a:t>Localization: finish in 2-3 steps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err="1">
                <a:solidFill>
                  <a:schemeClr val="bg1"/>
                </a:solidFill>
              </a:rPr>
              <a:t>Astar</a:t>
            </a:r>
            <a:r>
              <a:rPr lang="zh-CN" altLang="en-US" sz="2400">
                <a:solidFill>
                  <a:schemeClr val="bg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Path</a:t>
            </a:r>
            <a:r>
              <a:rPr lang="zh-CN" altLang="en-US" sz="2400">
                <a:solidFill>
                  <a:schemeClr val="bg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Planning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</a:rPr>
              <a:t>Seek</a:t>
            </a:r>
            <a:r>
              <a:rPr lang="zh-CN" altLang="en-US" sz="2400">
                <a:solidFill>
                  <a:schemeClr val="bg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opponent</a:t>
            </a:r>
            <a:r>
              <a:rPr lang="zh-CN" altLang="en-US" sz="2400">
                <a:solidFill>
                  <a:schemeClr val="bg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and</a:t>
            </a:r>
            <a:r>
              <a:rPr lang="zh-CN" altLang="en-US" sz="2400">
                <a:solidFill>
                  <a:schemeClr val="bg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hit</a:t>
            </a:r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A25238-B97B-7EB6-67D2-6DD72156F56F}"/>
              </a:ext>
            </a:extLst>
          </p:cNvPr>
          <p:cNvSpPr txBox="1"/>
          <p:nvPr/>
        </p:nvSpPr>
        <p:spPr>
          <a:xfrm>
            <a:off x="11614068" y="6396335"/>
            <a:ext cx="562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5BB822F-DF31-934E-A779-6010B632803B}" type="slidenum">
              <a:rPr lang="en-US" sz="2400" smtClean="0">
                <a:solidFill>
                  <a:schemeClr val="bg1"/>
                </a:solidFill>
              </a:rPr>
              <a:t>11</a:t>
            </a:fld>
            <a:endParaRPr lang="en-US" sz="2400">
              <a:solidFill>
                <a:schemeClr val="bg1"/>
              </a:solidFill>
            </a:endParaRPr>
          </a:p>
        </p:txBody>
      </p:sp>
      <p:pic>
        <p:nvPicPr>
          <p:cNvPr id="8" name="图片 6">
            <a:extLst>
              <a:ext uri="{FF2B5EF4-FFF2-40B4-BE49-F238E27FC236}">
                <a16:creationId xmlns:a16="http://schemas.microsoft.com/office/drawing/2014/main" id="{B0636DE7-F71B-6DBB-7A84-7C4178A4D1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800" y="-47500"/>
            <a:ext cx="874156" cy="874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058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8FBE6B-DC67-4E64-80F4-CADE978D2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15964"/>
            <a:ext cx="10591800" cy="646332"/>
          </a:xfrm>
        </p:spPr>
        <p:txBody>
          <a:bodyPr/>
          <a:lstStyle/>
          <a:p>
            <a:r>
              <a:rPr lang="en-US"/>
              <a:t>Rule</a:t>
            </a:r>
            <a:r>
              <a:rPr lang="zh-CN" altLang="en-US"/>
              <a:t> </a:t>
            </a:r>
            <a:r>
              <a:rPr lang="en-US" altLang="zh-CN"/>
              <a:t>Based</a:t>
            </a:r>
            <a:r>
              <a:rPr lang="zh-CN" altLang="en-US"/>
              <a:t> </a:t>
            </a:r>
            <a:r>
              <a:rPr lang="en-US" altLang="zh-CN"/>
              <a:t>Agent: Behavior</a:t>
            </a:r>
            <a:r>
              <a:rPr lang="zh-CN" altLang="en-US"/>
              <a:t> </a:t>
            </a:r>
            <a:r>
              <a:rPr lang="en-US" altLang="zh-CN"/>
              <a:t>Logic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40B0B4-09D4-97F8-C10D-424CA24E7DE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0032"/>
          <a:stretch/>
        </p:blipFill>
        <p:spPr>
          <a:xfrm>
            <a:off x="6320173" y="1447015"/>
            <a:ext cx="5756537" cy="37484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DA9CE98-BAAD-1404-5049-04D240CBFF73}"/>
              </a:ext>
            </a:extLst>
          </p:cNvPr>
          <p:cNvSpPr txBox="1"/>
          <p:nvPr/>
        </p:nvSpPr>
        <p:spPr>
          <a:xfrm>
            <a:off x="431470" y="1662546"/>
            <a:ext cx="6303818" cy="223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</a:rPr>
              <a:t>Direction</a:t>
            </a:r>
            <a:r>
              <a:rPr lang="zh-CN" altLang="en-US" sz="2400">
                <a:solidFill>
                  <a:schemeClr val="bg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Sampler: walk away from walls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</a:rPr>
              <a:t>Localization: finish in 2-3 steps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err="1">
                <a:solidFill>
                  <a:schemeClr val="bg1"/>
                </a:solidFill>
              </a:rPr>
              <a:t>Astar</a:t>
            </a:r>
            <a:r>
              <a:rPr lang="zh-CN" altLang="en-US" sz="2400">
                <a:solidFill>
                  <a:schemeClr val="bg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Path</a:t>
            </a:r>
            <a:r>
              <a:rPr lang="zh-CN" altLang="en-US" sz="2400">
                <a:solidFill>
                  <a:schemeClr val="bg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Planning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</a:rPr>
              <a:t>Seek</a:t>
            </a:r>
            <a:r>
              <a:rPr lang="zh-CN" altLang="en-US" sz="2400">
                <a:solidFill>
                  <a:schemeClr val="bg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opponent</a:t>
            </a:r>
            <a:r>
              <a:rPr lang="zh-CN" altLang="en-US" sz="2400">
                <a:solidFill>
                  <a:schemeClr val="bg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and</a:t>
            </a:r>
            <a:r>
              <a:rPr lang="zh-CN" altLang="en-US" sz="2400">
                <a:solidFill>
                  <a:schemeClr val="bg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hit</a:t>
            </a:r>
            <a:endParaRPr lang="en-US" sz="240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48B377-C499-6EF3-798C-859A35549D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0173" y="1554780"/>
            <a:ext cx="5808783" cy="37484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2E25310-D865-96E5-A73D-B924681CA258}"/>
              </a:ext>
            </a:extLst>
          </p:cNvPr>
          <p:cNvSpPr txBox="1"/>
          <p:nvPr/>
        </p:nvSpPr>
        <p:spPr>
          <a:xfrm>
            <a:off x="11614068" y="6396335"/>
            <a:ext cx="562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5BB822F-DF31-934E-A779-6010B632803B}" type="slidenum">
              <a:rPr lang="en-US" sz="2400" smtClean="0">
                <a:solidFill>
                  <a:schemeClr val="bg1"/>
                </a:solidFill>
              </a:rPr>
              <a:t>12</a:t>
            </a:fld>
            <a:endParaRPr lang="en-US" sz="2400">
              <a:solidFill>
                <a:schemeClr val="bg1"/>
              </a:solidFill>
            </a:endParaRPr>
          </a:p>
        </p:txBody>
      </p:sp>
      <p:pic>
        <p:nvPicPr>
          <p:cNvPr id="8" name="图片 6">
            <a:extLst>
              <a:ext uri="{FF2B5EF4-FFF2-40B4-BE49-F238E27FC236}">
                <a16:creationId xmlns:a16="http://schemas.microsoft.com/office/drawing/2014/main" id="{4486880C-7EF7-BA5B-30CF-BAA94A89BC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800" y="-47500"/>
            <a:ext cx="874156" cy="8741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0EC97D5-0D7E-2E38-DC6E-C4C69C944859}"/>
              </a:ext>
            </a:extLst>
          </p:cNvPr>
          <p:cNvSpPr txBox="1"/>
          <p:nvPr/>
        </p:nvSpPr>
        <p:spPr>
          <a:xfrm>
            <a:off x="6320173" y="5410985"/>
            <a:ext cx="5973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Over</a:t>
            </a:r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en-US" altLang="zh-CN" b="1">
                <a:solidFill>
                  <a:schemeClr val="bg1"/>
                </a:solidFill>
              </a:rPr>
              <a:t>400</a:t>
            </a:r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en-US" altLang="zh-CN">
                <a:solidFill>
                  <a:schemeClr val="bg1"/>
                </a:solidFill>
              </a:rPr>
              <a:t>lines</a:t>
            </a:r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en-US" altLang="zh-CN">
                <a:solidFill>
                  <a:schemeClr val="bg1"/>
                </a:solidFill>
              </a:rPr>
              <a:t>of</a:t>
            </a:r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en-US" altLang="zh-CN">
                <a:solidFill>
                  <a:schemeClr val="bg1"/>
                </a:solidFill>
              </a:rPr>
              <a:t>code</a:t>
            </a:r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en-US" altLang="zh-CN">
                <a:solidFill>
                  <a:schemeClr val="bg1"/>
                </a:solidFill>
              </a:rPr>
              <a:t>for</a:t>
            </a:r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en-US" altLang="zh-CN">
                <a:solidFill>
                  <a:schemeClr val="bg1"/>
                </a:solidFill>
              </a:rPr>
              <a:t>Behavior</a:t>
            </a:r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en-US" altLang="zh-CN">
                <a:solidFill>
                  <a:schemeClr val="bg1"/>
                </a:solidFill>
              </a:rPr>
              <a:t>Logic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82924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8FBE6B-DC67-4E64-80F4-CADE978D2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15964"/>
            <a:ext cx="10591800" cy="646332"/>
          </a:xfrm>
        </p:spPr>
        <p:txBody>
          <a:bodyPr/>
          <a:lstStyle/>
          <a:p>
            <a:r>
              <a:rPr lang="en-US"/>
              <a:t>Rule</a:t>
            </a:r>
            <a:r>
              <a:rPr lang="zh-CN" altLang="en-US"/>
              <a:t> </a:t>
            </a:r>
            <a:r>
              <a:rPr lang="en-US" altLang="zh-CN"/>
              <a:t>Based</a:t>
            </a:r>
            <a:r>
              <a:rPr lang="zh-CN" altLang="en-US"/>
              <a:t> </a:t>
            </a:r>
            <a:r>
              <a:rPr lang="en-US" altLang="zh-CN"/>
              <a:t>Agent: Comparison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07C392C-365F-EB7D-7214-90F53302A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6342" y="2656650"/>
            <a:ext cx="8899316" cy="15447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D44B65B-B96A-ED9D-533D-DE61D6B4FBA6}"/>
              </a:ext>
            </a:extLst>
          </p:cNvPr>
          <p:cNvSpPr txBox="1"/>
          <p:nvPr/>
        </p:nvSpPr>
        <p:spPr>
          <a:xfrm>
            <a:off x="11614068" y="6396335"/>
            <a:ext cx="562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5BB822F-DF31-934E-A779-6010B632803B}" type="slidenum">
              <a:rPr lang="en-US" sz="2400" smtClean="0">
                <a:solidFill>
                  <a:schemeClr val="bg1"/>
                </a:solidFill>
              </a:rPr>
              <a:t>13</a:t>
            </a:fld>
            <a:endParaRPr lang="en-US" sz="2400">
              <a:solidFill>
                <a:schemeClr val="bg1"/>
              </a:solidFill>
            </a:endParaRPr>
          </a:p>
        </p:txBody>
      </p:sp>
      <p:pic>
        <p:nvPicPr>
          <p:cNvPr id="11" name="图片 6">
            <a:extLst>
              <a:ext uri="{FF2B5EF4-FFF2-40B4-BE49-F238E27FC236}">
                <a16:creationId xmlns:a16="http://schemas.microsoft.com/office/drawing/2014/main" id="{A7497090-A509-B090-C6FB-3647083131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800" y="-47500"/>
            <a:ext cx="874156" cy="874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716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1262CD5-AD01-42E3-9173-97C12BB0D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0245" y="3213354"/>
            <a:ext cx="6477000" cy="1189037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>
                <a:cs typeface="Segoe UI"/>
              </a:rPr>
              <a:t>RL Agent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9632A8-6623-8A6C-ED43-3B43F47132E6}"/>
              </a:ext>
            </a:extLst>
          </p:cNvPr>
          <p:cNvSpPr txBox="1"/>
          <p:nvPr/>
        </p:nvSpPr>
        <p:spPr>
          <a:xfrm>
            <a:off x="11614068" y="6396335"/>
            <a:ext cx="562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5BB822F-DF31-934E-A779-6010B632803B}" type="slidenum">
              <a:rPr lang="en-US" sz="2400" smtClean="0">
                <a:solidFill>
                  <a:schemeClr val="bg1"/>
                </a:solidFill>
              </a:rPr>
              <a:t>14</a:t>
            </a:fld>
            <a:endParaRPr lang="en-US" sz="2400">
              <a:solidFill>
                <a:schemeClr val="bg1"/>
              </a:solidFill>
            </a:endParaRPr>
          </a:p>
        </p:txBody>
      </p:sp>
      <p:pic>
        <p:nvPicPr>
          <p:cNvPr id="3" name="图片 6">
            <a:extLst>
              <a:ext uri="{FF2B5EF4-FFF2-40B4-BE49-F238E27FC236}">
                <a16:creationId xmlns:a16="http://schemas.microsoft.com/office/drawing/2014/main" id="{0AB3A7BF-1062-7929-3981-36A22012B7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800" y="-47500"/>
            <a:ext cx="874156" cy="874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454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8FBE6B-DC67-4E64-80F4-CADE978D2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382589"/>
            <a:ext cx="10591800" cy="646332"/>
          </a:xfrm>
        </p:spPr>
        <p:txBody>
          <a:bodyPr lIns="91440" tIns="45720" rIns="91440" bIns="45720" anchor="t">
            <a:noAutofit/>
          </a:bodyPr>
          <a:lstStyle/>
          <a:p>
            <a:r>
              <a:rPr lang="zh-CN" altLang="en-US">
                <a:cs typeface="Segoe UI"/>
              </a:rPr>
              <a:t>RL Agent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44B65B-B96A-ED9D-533D-DE61D6B4FBA6}"/>
              </a:ext>
            </a:extLst>
          </p:cNvPr>
          <p:cNvSpPr txBox="1"/>
          <p:nvPr/>
        </p:nvSpPr>
        <p:spPr>
          <a:xfrm>
            <a:off x="11614068" y="6396335"/>
            <a:ext cx="562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5BB822F-DF31-934E-A779-6010B632803B}" type="slidenum">
              <a:rPr lang="en-US" sz="2400" smtClean="0">
                <a:solidFill>
                  <a:schemeClr val="bg1"/>
                </a:solidFill>
              </a:rPr>
              <a:t>15</a:t>
            </a:fld>
            <a:endParaRPr lang="en-US" sz="2400">
              <a:solidFill>
                <a:schemeClr val="bg1"/>
              </a:solidFill>
            </a:endParaRPr>
          </a:p>
        </p:txBody>
      </p:sp>
      <p:pic>
        <p:nvPicPr>
          <p:cNvPr id="11" name="图片 6">
            <a:extLst>
              <a:ext uri="{FF2B5EF4-FFF2-40B4-BE49-F238E27FC236}">
                <a16:creationId xmlns:a16="http://schemas.microsoft.com/office/drawing/2014/main" id="{A7497090-A509-B090-C6FB-3647083131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800" y="-47500"/>
            <a:ext cx="874156" cy="8741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B6235A-E61D-E7BF-023C-192D6D553D5C}"/>
              </a:ext>
            </a:extLst>
          </p:cNvPr>
          <p:cNvSpPr txBox="1"/>
          <p:nvPr/>
        </p:nvSpPr>
        <p:spPr>
          <a:xfrm>
            <a:off x="479095" y="995796"/>
            <a:ext cx="11197285" cy="500983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chemeClr val="bg1"/>
                </a:solidFill>
                <a:latin typeface="Arial"/>
                <a:cs typeface="Arial"/>
              </a:rPr>
              <a:t>Ray Baseline: </a:t>
            </a:r>
            <a:r>
              <a:rPr lang="en-US" altLang="zh-CN" sz="2400">
                <a:solidFill>
                  <a:schemeClr val="bg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Independent PPO. Not so work, we</a:t>
            </a:r>
            <a:r>
              <a:rPr lang="en-US" altLang="zh-CN" sz="2400">
                <a:solidFill>
                  <a:schemeClr val="bg1"/>
                </a:solidFill>
                <a:latin typeface="Arial"/>
                <a:cs typeface="Arial"/>
              </a:rPr>
              <a:t> discarded </a:t>
            </a:r>
            <a:r>
              <a:rPr lang="en-US" altLang="zh-CN" sz="2400">
                <a:solidFill>
                  <a:schemeClr val="bg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it after attempts.</a:t>
            </a:r>
            <a:endParaRPr lang="en-US" altLang="zh-CN" sz="2400">
              <a:solidFill>
                <a:schemeClr val="bg1">
                  <a:lumMod val="50000"/>
                  <a:lumOff val="50000"/>
                </a:schemeClr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altLang="zh-CN" sz="2400">
                <a:solidFill>
                  <a:schemeClr val="bg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The code framework is </a:t>
            </a:r>
            <a:r>
              <a:rPr lang="en-US" altLang="zh-CN" sz="2400">
                <a:solidFill>
                  <a:schemeClr val="bg1"/>
                </a:solidFill>
                <a:latin typeface="Arial"/>
                <a:cs typeface="Arial"/>
              </a:rPr>
              <a:t>too complicated to modify</a:t>
            </a:r>
            <a:endParaRPr lang="en-US" altLang="zh-CN" sz="2400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altLang="zh-CN" sz="2400">
                <a:solidFill>
                  <a:schemeClr val="bg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Naïve self-play suffers from</a:t>
            </a:r>
            <a:r>
              <a:rPr lang="en-US" altLang="zh-CN" sz="2400">
                <a:solidFill>
                  <a:schemeClr val="bg1"/>
                </a:solidFill>
                <a:latin typeface="Arial"/>
                <a:cs typeface="Arial"/>
              </a:rPr>
              <a:t> severe inherent hardness</a:t>
            </a:r>
            <a:r>
              <a:rPr lang="en-US" altLang="zh-CN" sz="2400">
                <a:solidFill>
                  <a:schemeClr val="bg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. E.g.: </a:t>
            </a:r>
            <a:r>
              <a:rPr lang="en-US" altLang="zh-CN" sz="2400">
                <a:solidFill>
                  <a:schemeClr val="bg1"/>
                </a:solidFill>
                <a:latin typeface="Arial"/>
                <a:cs typeface="Arial"/>
              </a:rPr>
              <a:t>nobody clean</a:t>
            </a:r>
            <a:endParaRPr lang="en-US" altLang="zh-CN" sz="2400">
              <a:solidFill>
                <a:schemeClr val="bg1"/>
              </a:solidFill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chemeClr val="bg1"/>
                </a:solidFill>
                <a:latin typeface="Arial"/>
                <a:cs typeface="Arial"/>
              </a:rPr>
              <a:t>Tess: </a:t>
            </a:r>
            <a:r>
              <a:rPr lang="en-US" altLang="zh-CN" sz="2400">
                <a:solidFill>
                  <a:schemeClr val="bg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An opensource RL solution of Melting Pot Contest</a:t>
            </a: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altLang="zh-CN" sz="2400">
                <a:solidFill>
                  <a:schemeClr val="bg1"/>
                </a:solidFill>
                <a:latin typeface="Arial"/>
                <a:cs typeface="Arial"/>
              </a:rPr>
              <a:t>Framework: Params sharing PPO + Multi-task </a:t>
            </a:r>
            <a:r>
              <a:rPr lang="en-US" sz="2400">
                <a:solidFill>
                  <a:schemeClr val="bg1"/>
                </a:solidFill>
                <a:latin typeface="Arial"/>
                <a:cs typeface="Arial"/>
              </a:rPr>
              <a:t>+ Self-play</a:t>
            </a: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altLang="zh-CN" sz="2400">
                <a:solidFill>
                  <a:schemeClr val="bg1"/>
                </a:solidFill>
                <a:latin typeface="Arial"/>
                <a:cs typeface="Arial"/>
              </a:rPr>
              <a:t>PPO Implementation: </a:t>
            </a:r>
          </a:p>
          <a:p>
            <a:pPr marL="1200150" lvl="2" indent="-285750">
              <a:lnSpc>
                <a:spcPct val="150000"/>
              </a:lnSpc>
              <a:buFont typeface="Wingdings" panose="020B0604020202020204" pitchFamily="34" charset="0"/>
              <a:buChar char="§"/>
            </a:pPr>
            <a:r>
              <a:rPr lang="en-US" sz="2400">
                <a:solidFill>
                  <a:schemeClr val="bg1"/>
                </a:solidFill>
                <a:latin typeface="Arial"/>
                <a:cs typeface="Arial"/>
              </a:rPr>
              <a:t>Impala Arch</a:t>
            </a:r>
            <a:r>
              <a:rPr lang="en-US" sz="2400">
                <a:solidFill>
                  <a:schemeClr val="bg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: </a:t>
            </a:r>
            <a:r>
              <a:rPr lang="en-US" altLang="zh-CN" sz="2400">
                <a:solidFill>
                  <a:schemeClr val="bg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CNN + LSTM + Output Head (</a:t>
            </a:r>
            <a:r>
              <a:rPr lang="en-US" sz="2400">
                <a:solidFill>
                  <a:schemeClr val="bg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Multitask </a:t>
            </a:r>
            <a:r>
              <a:rPr lang="en-US" altLang="zh-CN" sz="2400">
                <a:solidFill>
                  <a:schemeClr val="bg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Value &amp; Actor)</a:t>
            </a:r>
            <a:endParaRPr lang="en-US">
              <a:solidFill>
                <a:schemeClr val="bg1">
                  <a:lumMod val="50000"/>
                  <a:lumOff val="50000"/>
                </a:schemeClr>
              </a:solidFill>
              <a:cs typeface="Arial" panose="020B0604020202020204" pitchFamily="34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20B0604020202020204" pitchFamily="34" charset="0"/>
              <a:buChar char="§"/>
            </a:pPr>
            <a:r>
              <a:rPr lang="en-US" altLang="zh-CN" sz="2400" err="1">
                <a:solidFill>
                  <a:schemeClr val="bg1"/>
                </a:solidFill>
                <a:latin typeface="Arial"/>
                <a:cs typeface="Arial"/>
              </a:rPr>
              <a:t>PopArt</a:t>
            </a:r>
            <a:r>
              <a:rPr lang="en-US" altLang="zh-CN" sz="2400">
                <a:solidFill>
                  <a:schemeClr val="bg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: Adaptive value normalization</a:t>
            </a: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altLang="zh-CN" sz="2400">
                <a:solidFill>
                  <a:schemeClr val="bg1"/>
                </a:solidFill>
                <a:latin typeface="Arial"/>
                <a:cs typeface="Arial"/>
              </a:rPr>
              <a:t>Multi-task: </a:t>
            </a:r>
            <a:r>
              <a:rPr lang="en-US" altLang="zh-CN" sz="2400">
                <a:solidFill>
                  <a:schemeClr val="bg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Design </a:t>
            </a:r>
            <a:r>
              <a:rPr lang="en-US" altLang="zh-CN" sz="2400">
                <a:solidFill>
                  <a:schemeClr val="bg1"/>
                </a:solidFill>
                <a:latin typeface="Arial"/>
                <a:cs typeface="Arial"/>
              </a:rPr>
              <a:t>two task reward </a:t>
            </a:r>
            <a:r>
              <a:rPr lang="en-US" altLang="zh-CN" sz="2400">
                <a:solidFill>
                  <a:schemeClr val="bg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for each scenario</a:t>
            </a:r>
            <a:endParaRPr lang="en-US" altLang="zh-CN" sz="2400">
              <a:solidFill>
                <a:schemeClr val="bg1">
                  <a:lumMod val="50000"/>
                  <a:lumOff val="50000"/>
                </a:schemeClr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560624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8FBE6B-DC67-4E64-80F4-CADE978D2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382589"/>
            <a:ext cx="11675267" cy="491552"/>
          </a:xfrm>
        </p:spPr>
        <p:txBody>
          <a:bodyPr lIns="91440" tIns="45720" rIns="91440" bIns="45720" anchor="t">
            <a:noAutofit/>
          </a:bodyPr>
          <a:lstStyle/>
          <a:p>
            <a:r>
              <a:rPr lang="zh-CN" altLang="en-US">
                <a:cs typeface="Segoe UI"/>
              </a:rPr>
              <a:t>RL Agent: </a:t>
            </a:r>
            <a:r>
              <a:rPr lang="zh-CN">
                <a:solidFill>
                  <a:srgbClr val="3578AF"/>
                </a:solidFill>
                <a:latin typeface="Segoe UI"/>
                <a:ea typeface="+mj-lt"/>
                <a:cs typeface="Segoe UI"/>
              </a:rPr>
              <a:t>(RIN) </a:t>
            </a:r>
            <a:r>
              <a:rPr lang="zh-CN" altLang="en-US">
                <a:solidFill>
                  <a:srgbClr val="3578AF"/>
                </a:solidFill>
                <a:latin typeface="Segoe UI"/>
                <a:ea typeface="+mj-lt"/>
                <a:cs typeface="Segoe UI"/>
              </a:rPr>
              <a:t>Reward shaping Is all you Need </a:t>
            </a:r>
            <a:endParaRPr lang="zh-CN">
              <a:solidFill>
                <a:srgbClr val="000000"/>
              </a:solidFill>
              <a:latin typeface="Segoe UI"/>
              <a:ea typeface="+mj-lt"/>
              <a:cs typeface="Segoe U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44B65B-B96A-ED9D-533D-DE61D6B4FBA6}"/>
              </a:ext>
            </a:extLst>
          </p:cNvPr>
          <p:cNvSpPr txBox="1"/>
          <p:nvPr/>
        </p:nvSpPr>
        <p:spPr>
          <a:xfrm>
            <a:off x="11614068" y="6396335"/>
            <a:ext cx="562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5BB822F-DF31-934E-A779-6010B632803B}" type="slidenum">
              <a:rPr lang="en-US" sz="2400" smtClean="0">
                <a:solidFill>
                  <a:schemeClr val="bg1"/>
                </a:solidFill>
              </a:rPr>
              <a:t>16</a:t>
            </a:fld>
            <a:endParaRPr lang="en-US" sz="2400">
              <a:solidFill>
                <a:schemeClr val="bg1"/>
              </a:solidFill>
            </a:endParaRPr>
          </a:p>
        </p:txBody>
      </p:sp>
      <p:pic>
        <p:nvPicPr>
          <p:cNvPr id="11" name="图片 6">
            <a:extLst>
              <a:ext uri="{FF2B5EF4-FFF2-40B4-BE49-F238E27FC236}">
                <a16:creationId xmlns:a16="http://schemas.microsoft.com/office/drawing/2014/main" id="{A7497090-A509-B090-C6FB-3647083131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800" y="-47500"/>
            <a:ext cx="874156" cy="8741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B6235A-E61D-E7BF-023C-192D6D553D5C}"/>
              </a:ext>
            </a:extLst>
          </p:cNvPr>
          <p:cNvSpPr txBox="1"/>
          <p:nvPr/>
        </p:nvSpPr>
        <p:spPr>
          <a:xfrm>
            <a:off x="479095" y="876735"/>
            <a:ext cx="11280629" cy="61178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chemeClr val="bg1"/>
                </a:solidFill>
                <a:latin typeface="Arial"/>
                <a:cs typeface="Arial"/>
              </a:rPr>
              <a:t>PD Matrix</a:t>
            </a:r>
            <a:endParaRPr lang="zh-CN" altLang="en-US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chemeClr val="bg1"/>
                </a:solidFill>
                <a:latin typeface="Arial"/>
                <a:cs typeface="Arial"/>
              </a:rPr>
              <a:t>Tess: </a:t>
            </a:r>
            <a:r>
              <a:rPr lang="en-US" altLang="zh-CN" sz="2400">
                <a:solidFill>
                  <a:schemeClr val="bg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Collection &amp; Interaction Tasks</a:t>
            </a: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altLang="zh-CN" sz="2400">
                <a:solidFill>
                  <a:schemeClr val="bg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Collection Reward: </a:t>
            </a:r>
            <a:r>
              <a:rPr lang="en-US" altLang="zh-CN" sz="2400">
                <a:solidFill>
                  <a:schemeClr val="bg1"/>
                </a:solidFill>
                <a:latin typeface="Arial"/>
                <a:cs typeface="Arial"/>
              </a:rPr>
              <a:t>0.1 </a:t>
            </a:r>
            <a:r>
              <a:rPr lang="en-US" altLang="zh-CN" sz="2400">
                <a:solidFill>
                  <a:schemeClr val="bg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for each collection of any color.</a:t>
            </a:r>
            <a:endParaRPr lang="en-US" altLang="zh-CN" sz="2400">
              <a:solidFill>
                <a:schemeClr val="bg1">
                  <a:lumMod val="50000"/>
                  <a:lumOff val="50000"/>
                </a:schemeClr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altLang="zh-CN" sz="2400">
                <a:solidFill>
                  <a:schemeClr val="bg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Interaction Reward: </a:t>
            </a:r>
            <a:r>
              <a:rPr lang="en-US" altLang="zh-CN" sz="2400">
                <a:solidFill>
                  <a:schemeClr val="bg1"/>
                </a:solidFill>
                <a:latin typeface="Arial"/>
                <a:cs typeface="Arial"/>
              </a:rPr>
              <a:t>sum of two</a:t>
            </a:r>
            <a:r>
              <a:rPr lang="en-US" altLang="zh-CN" sz="2400">
                <a:solidFill>
                  <a:schemeClr val="bg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 players' game reward</a:t>
            </a:r>
            <a:endParaRPr lang="en-US" altLang="zh-CN" sz="2400">
              <a:solidFill>
                <a:schemeClr val="bg1">
                  <a:lumMod val="50000"/>
                  <a:lumOff val="50000"/>
                </a:schemeClr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altLang="zh-CN" sz="2400">
                <a:solidFill>
                  <a:schemeClr val="bg1"/>
                </a:solidFill>
                <a:latin typeface="Arial"/>
                <a:cs typeface="Arial"/>
              </a:rPr>
              <a:t>A Pure Cooperation Agent!</a:t>
            </a:r>
            <a:r>
              <a:rPr lang="en-US" altLang="zh-CN" sz="2400">
                <a:solidFill>
                  <a:schemeClr val="bg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 Very friendly to PPO Learning</a:t>
            </a:r>
            <a:endParaRPr lang="en-US" altLang="zh-CN" sz="2400">
              <a:solidFill>
                <a:schemeClr val="bg1">
                  <a:lumMod val="50000"/>
                  <a:lumOff val="50000"/>
                </a:schemeClr>
              </a:solidFill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chemeClr val="bg1"/>
                </a:solidFill>
                <a:latin typeface="Arial"/>
                <a:cs typeface="Arial"/>
              </a:rPr>
              <a:t>RIN: </a:t>
            </a:r>
            <a:r>
              <a:rPr lang="en-US" altLang="zh-CN" sz="2400">
                <a:solidFill>
                  <a:schemeClr val="bg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we need a</a:t>
            </a:r>
            <a:r>
              <a:rPr lang="en-US" altLang="zh-CN" sz="2400">
                <a:solidFill>
                  <a:schemeClr val="bg1"/>
                </a:solidFill>
                <a:latin typeface="Arial"/>
                <a:cs typeface="Arial"/>
              </a:rPr>
              <a:t> Pure Betray Agent</a:t>
            </a:r>
            <a:endParaRPr lang="en-US" altLang="zh-CN" sz="2400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altLang="zh-CN" sz="2400">
                <a:solidFill>
                  <a:schemeClr val="bg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Collection Reward: </a:t>
            </a:r>
            <a:endParaRPr lang="en-US" altLang="zh-CN" sz="2400">
              <a:solidFill>
                <a:schemeClr val="bg1">
                  <a:lumMod val="50000"/>
                  <a:lumOff val="50000"/>
                </a:schemeClr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altLang="zh-CN" sz="2400">
                <a:solidFill>
                  <a:schemeClr val="bg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Interaction Reward:</a:t>
            </a:r>
            <a:endParaRPr lang="en-US" altLang="zh-CN" sz="2400">
              <a:solidFill>
                <a:schemeClr val="bg1">
                  <a:lumMod val="50000"/>
                  <a:lumOff val="50000"/>
                </a:schemeClr>
              </a:solidFill>
              <a:cs typeface="Arial"/>
            </a:endParaRPr>
          </a:p>
          <a:p>
            <a:pPr marL="1200150" lvl="2" indent="-285750">
              <a:lnSpc>
                <a:spcPct val="150000"/>
              </a:lnSpc>
              <a:buFont typeface="Wingdings" panose="020B0604020202020204" pitchFamily="34" charset="0"/>
              <a:buChar char="§"/>
            </a:pPr>
            <a:r>
              <a:rPr lang="en-US" altLang="zh-CN" sz="2400" err="1">
                <a:solidFill>
                  <a:schemeClr val="bg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Seeit</a:t>
            </a:r>
            <a:r>
              <a:rPr lang="en-US" altLang="zh-CN" sz="2400">
                <a:solidFill>
                  <a:schemeClr val="bg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 Bonus: </a:t>
            </a:r>
            <a:r>
              <a:rPr lang="en-US" altLang="zh-CN" sz="2400">
                <a:solidFill>
                  <a:schemeClr val="bg1"/>
                </a:solidFill>
                <a:latin typeface="Arial"/>
                <a:cs typeface="Arial"/>
              </a:rPr>
              <a:t>reward 1 </a:t>
            </a:r>
            <a:r>
              <a:rPr lang="en-US" altLang="zh-CN" sz="2400">
                <a:solidFill>
                  <a:schemeClr val="bg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when the</a:t>
            </a:r>
            <a:r>
              <a:rPr lang="en-US" altLang="zh-CN" sz="2400">
                <a:solidFill>
                  <a:schemeClr val="bg1"/>
                </a:solidFill>
                <a:latin typeface="Arial"/>
                <a:cs typeface="Arial"/>
              </a:rPr>
              <a:t> first time agent sees the opponent</a:t>
            </a:r>
            <a:endParaRPr lang="en-US" altLang="zh-CN" sz="2400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endParaRPr lang="en-US" altLang="zh-CN" sz="2400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endParaRPr lang="en-US" altLang="zh-CN" sz="2400">
              <a:solidFill>
                <a:schemeClr val="bg1"/>
              </a:solidFill>
              <a:cs typeface="Arial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058308A-FFD8-C0F6-030F-6AC82DCB97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6406" y="4783054"/>
            <a:ext cx="4238626" cy="73279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B06CBEE-B9AD-4064-411F-60964C8CA9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2359" y="4032691"/>
            <a:ext cx="3726657" cy="757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5795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8FBE6B-DC67-4E64-80F4-CADE978D2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382589"/>
            <a:ext cx="11675267" cy="491552"/>
          </a:xfrm>
        </p:spPr>
        <p:txBody>
          <a:bodyPr lIns="91440" tIns="45720" rIns="91440" bIns="45720" anchor="t">
            <a:noAutofit/>
          </a:bodyPr>
          <a:lstStyle/>
          <a:p>
            <a:r>
              <a:rPr lang="zh-CN" altLang="en-US">
                <a:cs typeface="Segoe UI"/>
              </a:rPr>
              <a:t>RL Agent: </a:t>
            </a:r>
            <a:r>
              <a:rPr lang="zh-CN">
                <a:solidFill>
                  <a:srgbClr val="3578AF"/>
                </a:solidFill>
                <a:latin typeface="Segoe UI"/>
                <a:ea typeface="+mj-lt"/>
                <a:cs typeface="Segoe UI"/>
              </a:rPr>
              <a:t>(RIN) </a:t>
            </a:r>
            <a:r>
              <a:rPr lang="zh-CN" altLang="en-US">
                <a:solidFill>
                  <a:srgbClr val="3578AF"/>
                </a:solidFill>
                <a:latin typeface="Segoe UI"/>
                <a:ea typeface="+mj-lt"/>
                <a:cs typeface="Segoe UI"/>
              </a:rPr>
              <a:t>Reward shaping Is all you Need </a:t>
            </a:r>
            <a:endParaRPr lang="zh-CN">
              <a:solidFill>
                <a:srgbClr val="000000"/>
              </a:solidFill>
              <a:latin typeface="Segoe UI"/>
              <a:ea typeface="+mj-lt"/>
              <a:cs typeface="Segoe U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44B65B-B96A-ED9D-533D-DE61D6B4FBA6}"/>
              </a:ext>
            </a:extLst>
          </p:cNvPr>
          <p:cNvSpPr txBox="1"/>
          <p:nvPr/>
        </p:nvSpPr>
        <p:spPr>
          <a:xfrm>
            <a:off x="11614068" y="6396335"/>
            <a:ext cx="562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5BB822F-DF31-934E-A779-6010B632803B}" type="slidenum">
              <a:rPr lang="en-US" sz="2400" smtClean="0">
                <a:solidFill>
                  <a:schemeClr val="bg1"/>
                </a:solidFill>
              </a:rPr>
              <a:t>17</a:t>
            </a:fld>
            <a:endParaRPr lang="en-US" sz="2400">
              <a:solidFill>
                <a:schemeClr val="bg1"/>
              </a:solidFill>
            </a:endParaRPr>
          </a:p>
        </p:txBody>
      </p:sp>
      <p:pic>
        <p:nvPicPr>
          <p:cNvPr id="11" name="图片 6">
            <a:extLst>
              <a:ext uri="{FF2B5EF4-FFF2-40B4-BE49-F238E27FC236}">
                <a16:creationId xmlns:a16="http://schemas.microsoft.com/office/drawing/2014/main" id="{A7497090-A509-B090-C6FB-3647083131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800" y="-47500"/>
            <a:ext cx="874156" cy="8741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B6235A-E61D-E7BF-023C-192D6D553D5C}"/>
              </a:ext>
            </a:extLst>
          </p:cNvPr>
          <p:cNvSpPr txBox="1"/>
          <p:nvPr/>
        </p:nvSpPr>
        <p:spPr>
          <a:xfrm>
            <a:off x="479095" y="876735"/>
            <a:ext cx="11280629" cy="22398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chemeClr val="bg1"/>
                </a:solidFill>
                <a:latin typeface="Arial"/>
                <a:cs typeface="Arial"/>
              </a:rPr>
              <a:t>PD Matrix</a:t>
            </a:r>
            <a:endParaRPr lang="zh-CN" altLang="en-US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endParaRPr lang="en-US" altLang="zh-CN" sz="2400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endParaRPr lang="en-US" altLang="zh-CN" sz="2400">
              <a:solidFill>
                <a:schemeClr val="bg1"/>
              </a:solidFill>
              <a:cs typeface="Arial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0AB08F4-0181-F136-9205-049C5E1EF7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2790" y="2296258"/>
            <a:ext cx="8586422" cy="2277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8007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8FBE6B-DC67-4E64-80F4-CADE978D2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382589"/>
            <a:ext cx="11675267" cy="491552"/>
          </a:xfrm>
        </p:spPr>
        <p:txBody>
          <a:bodyPr lIns="91440" tIns="45720" rIns="91440" bIns="45720" anchor="t">
            <a:noAutofit/>
          </a:bodyPr>
          <a:lstStyle/>
          <a:p>
            <a:r>
              <a:rPr lang="zh-CN" altLang="en-US">
                <a:cs typeface="Segoe UI"/>
              </a:rPr>
              <a:t>RL Agent: </a:t>
            </a:r>
            <a:r>
              <a:rPr lang="zh-CN">
                <a:solidFill>
                  <a:srgbClr val="3578AF"/>
                </a:solidFill>
                <a:latin typeface="Segoe UI"/>
                <a:ea typeface="+mj-lt"/>
                <a:cs typeface="Segoe UI"/>
              </a:rPr>
              <a:t>(RIN) </a:t>
            </a:r>
            <a:r>
              <a:rPr lang="zh-CN" altLang="en-US">
                <a:solidFill>
                  <a:srgbClr val="3578AF"/>
                </a:solidFill>
                <a:latin typeface="Segoe UI"/>
                <a:ea typeface="+mj-lt"/>
                <a:cs typeface="Segoe UI"/>
              </a:rPr>
              <a:t>Reward shaping Is all you Need </a:t>
            </a:r>
            <a:endParaRPr lang="zh-CN">
              <a:solidFill>
                <a:srgbClr val="000000"/>
              </a:solidFill>
              <a:latin typeface="Segoe UI"/>
              <a:ea typeface="+mj-lt"/>
              <a:cs typeface="Segoe U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44B65B-B96A-ED9D-533D-DE61D6B4FBA6}"/>
              </a:ext>
            </a:extLst>
          </p:cNvPr>
          <p:cNvSpPr txBox="1"/>
          <p:nvPr/>
        </p:nvSpPr>
        <p:spPr>
          <a:xfrm>
            <a:off x="11614068" y="6396335"/>
            <a:ext cx="562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5BB822F-DF31-934E-A779-6010B632803B}" type="slidenum">
              <a:rPr lang="en-US" sz="2400" smtClean="0">
                <a:solidFill>
                  <a:schemeClr val="bg1"/>
                </a:solidFill>
              </a:rPr>
              <a:t>18</a:t>
            </a:fld>
            <a:endParaRPr lang="en-US" sz="2400">
              <a:solidFill>
                <a:schemeClr val="bg1"/>
              </a:solidFill>
            </a:endParaRPr>
          </a:p>
        </p:txBody>
      </p:sp>
      <p:pic>
        <p:nvPicPr>
          <p:cNvPr id="11" name="图片 6">
            <a:extLst>
              <a:ext uri="{FF2B5EF4-FFF2-40B4-BE49-F238E27FC236}">
                <a16:creationId xmlns:a16="http://schemas.microsoft.com/office/drawing/2014/main" id="{A7497090-A509-B090-C6FB-3647083131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800" y="-47500"/>
            <a:ext cx="874156" cy="8741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B6235A-E61D-E7BF-023C-192D6D553D5C}"/>
              </a:ext>
            </a:extLst>
          </p:cNvPr>
          <p:cNvSpPr txBox="1"/>
          <p:nvPr/>
        </p:nvSpPr>
        <p:spPr>
          <a:xfrm>
            <a:off x="479095" y="876735"/>
            <a:ext cx="11280629" cy="72258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chemeClr val="bg1"/>
                </a:solidFill>
                <a:latin typeface="Arial"/>
                <a:cs typeface="Arial"/>
              </a:rPr>
              <a:t>Clean Up</a:t>
            </a:r>
            <a:endParaRPr lang="en-US" altLang="zh-CN" sz="2400">
              <a:solidFill>
                <a:schemeClr val="bg1"/>
              </a:solidFill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chemeClr val="bg1"/>
                </a:solidFill>
                <a:latin typeface="Arial"/>
                <a:cs typeface="Arial"/>
              </a:rPr>
              <a:t>Tess</a:t>
            </a:r>
            <a:endParaRPr lang="en-US" altLang="zh-CN" sz="2400" err="1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altLang="zh-CN" sz="2400">
                <a:solidFill>
                  <a:schemeClr val="bg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Clean Reward:</a:t>
            </a:r>
            <a:endParaRPr lang="en-US" altLang="zh-CN" sz="2400">
              <a:solidFill>
                <a:schemeClr val="bg1">
                  <a:lumMod val="50000"/>
                  <a:lumOff val="50000"/>
                </a:schemeClr>
              </a:solidFill>
              <a:cs typeface="Arial"/>
            </a:endParaRPr>
          </a:p>
          <a:p>
            <a:pPr marL="1200150" lvl="2" indent="-285750">
              <a:lnSpc>
                <a:spcPct val="150000"/>
              </a:lnSpc>
              <a:buFont typeface="Wingdings" panose="020B0604020202020204" pitchFamily="34" charset="0"/>
              <a:buChar char="§"/>
            </a:pPr>
            <a:r>
              <a:rPr lang="en-US" altLang="zh-CN" sz="2400">
                <a:solidFill>
                  <a:schemeClr val="bg1"/>
                </a:solidFill>
                <a:latin typeface="Arial"/>
                <a:cs typeface="Arial"/>
              </a:rPr>
              <a:t>0.1</a:t>
            </a:r>
            <a:r>
              <a:rPr lang="en-US" altLang="zh-CN" sz="2400">
                <a:solidFill>
                  <a:schemeClr val="bg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 for each cleared dirty. </a:t>
            </a:r>
            <a:endParaRPr lang="en-US">
              <a:solidFill>
                <a:schemeClr val="bg1">
                  <a:lumMod val="50000"/>
                  <a:lumOff val="50000"/>
                </a:schemeClr>
              </a:solidFill>
              <a:cs typeface="Arial" panose="020B0604020202020204" pitchFamily="34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20B0604020202020204" pitchFamily="34" charset="0"/>
              <a:buChar char="§"/>
            </a:pPr>
            <a:r>
              <a:rPr lang="en-US" altLang="zh-CN" sz="2400">
                <a:solidFill>
                  <a:schemeClr val="bg1"/>
                </a:solidFill>
                <a:latin typeface="Arial"/>
                <a:cs typeface="Arial"/>
              </a:rPr>
              <a:t>Keep 10 </a:t>
            </a:r>
            <a:r>
              <a:rPr lang="en-US" altLang="zh-CN" sz="2400">
                <a:solidFill>
                  <a:schemeClr val="bg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steps clean history.</a:t>
            </a:r>
            <a:r>
              <a:rPr lang="en-US" altLang="zh-CN" sz="2400">
                <a:solidFill>
                  <a:schemeClr val="bg1"/>
                </a:solidFill>
                <a:latin typeface="Arial"/>
                <a:cs typeface="Arial"/>
              </a:rPr>
              <a:t> Whenever someone eat, </a:t>
            </a:r>
            <a:r>
              <a:rPr lang="en-US" altLang="zh-CN" sz="2400">
                <a:solidFill>
                  <a:schemeClr val="bg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every worker gets a </a:t>
            </a:r>
            <a:r>
              <a:rPr lang="en-US" altLang="zh-CN" sz="2400">
                <a:solidFill>
                  <a:schemeClr val="bg1"/>
                </a:solidFill>
                <a:latin typeface="Arial"/>
                <a:cs typeface="Arial"/>
              </a:rPr>
              <a:t>reward of sum of its clean history</a:t>
            </a:r>
            <a:endParaRPr lang="en-US"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altLang="zh-CN" sz="2400">
                <a:solidFill>
                  <a:schemeClr val="bg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Eat Reward: </a:t>
            </a:r>
            <a:r>
              <a:rPr lang="en-US" altLang="zh-CN" sz="2400">
                <a:solidFill>
                  <a:schemeClr val="bg1"/>
                </a:solidFill>
                <a:latin typeface="Arial"/>
                <a:cs typeface="Arial"/>
              </a:rPr>
              <a:t>0.1 </a:t>
            </a:r>
            <a:r>
              <a:rPr lang="en-US" altLang="zh-CN" sz="2400">
                <a:solidFill>
                  <a:schemeClr val="bg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for each apple</a:t>
            </a:r>
            <a:endParaRPr lang="en-US" altLang="zh-CN" sz="2400">
              <a:solidFill>
                <a:schemeClr val="bg1">
                  <a:lumMod val="50000"/>
                  <a:lumOff val="50000"/>
                </a:schemeClr>
              </a:solidFill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chemeClr val="bg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Underlying Idea: Hardworking should be consistently encouraged</a:t>
            </a:r>
            <a:endParaRPr lang="en-US" altLang="zh-CN" sz="2400">
              <a:solidFill>
                <a:schemeClr val="bg1">
                  <a:lumMod val="50000"/>
                  <a:lumOff val="50000"/>
                </a:schemeClr>
              </a:solidFill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chemeClr val="bg1"/>
                </a:solidFill>
                <a:latin typeface="Arial"/>
                <a:cs typeface="Arial"/>
              </a:rPr>
              <a:t>Result: Easy training, but Uneven Distribution and Overproduction</a:t>
            </a:r>
            <a:endParaRPr lang="en-US" altLang="zh-CN" sz="2400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endParaRPr lang="en-US" altLang="zh-CN" sz="2400">
              <a:solidFill>
                <a:schemeClr val="bg1"/>
              </a:solidFill>
              <a:cs typeface="Arial"/>
            </a:endParaRPr>
          </a:p>
          <a:p>
            <a:pPr marL="1200150" lvl="2" indent="-285750">
              <a:lnSpc>
                <a:spcPct val="150000"/>
              </a:lnSpc>
              <a:buFont typeface="Wingdings" panose="020B0604020202020204" pitchFamily="34" charset="0"/>
              <a:buChar char="§"/>
            </a:pPr>
            <a:endParaRPr lang="en-US" altLang="zh-CN" sz="2400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endParaRPr lang="en-US" altLang="zh-CN" sz="2400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endParaRPr lang="en-US" altLang="zh-CN" sz="2400">
              <a:solidFill>
                <a:schemeClr val="bg1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311175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8FBE6B-DC67-4E64-80F4-CADE978D2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382589"/>
            <a:ext cx="11675267" cy="491552"/>
          </a:xfrm>
        </p:spPr>
        <p:txBody>
          <a:bodyPr lIns="91440" tIns="45720" rIns="91440" bIns="45720" anchor="t">
            <a:noAutofit/>
          </a:bodyPr>
          <a:lstStyle/>
          <a:p>
            <a:r>
              <a:rPr lang="zh-CN" altLang="en-US">
                <a:cs typeface="Segoe UI"/>
              </a:rPr>
              <a:t>RL Agent: </a:t>
            </a:r>
            <a:r>
              <a:rPr lang="zh-CN">
                <a:solidFill>
                  <a:srgbClr val="3578AF"/>
                </a:solidFill>
                <a:latin typeface="Segoe UI"/>
                <a:ea typeface="+mj-lt"/>
                <a:cs typeface="Segoe UI"/>
              </a:rPr>
              <a:t>(RIN) </a:t>
            </a:r>
            <a:r>
              <a:rPr lang="zh-CN" altLang="en-US">
                <a:solidFill>
                  <a:srgbClr val="3578AF"/>
                </a:solidFill>
                <a:latin typeface="Segoe UI"/>
                <a:ea typeface="+mj-lt"/>
                <a:cs typeface="Segoe UI"/>
              </a:rPr>
              <a:t>Reward shaping Is all you Need </a:t>
            </a:r>
            <a:endParaRPr lang="zh-CN">
              <a:solidFill>
                <a:srgbClr val="000000"/>
              </a:solidFill>
              <a:latin typeface="Segoe UI"/>
              <a:ea typeface="+mj-lt"/>
              <a:cs typeface="Segoe U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44B65B-B96A-ED9D-533D-DE61D6B4FBA6}"/>
              </a:ext>
            </a:extLst>
          </p:cNvPr>
          <p:cNvSpPr txBox="1"/>
          <p:nvPr/>
        </p:nvSpPr>
        <p:spPr>
          <a:xfrm>
            <a:off x="11614068" y="6396335"/>
            <a:ext cx="562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5BB822F-DF31-934E-A779-6010B632803B}" type="slidenum">
              <a:rPr lang="en-US" sz="2400" smtClean="0">
                <a:solidFill>
                  <a:schemeClr val="bg1"/>
                </a:solidFill>
              </a:rPr>
              <a:t>19</a:t>
            </a:fld>
            <a:endParaRPr lang="en-US" sz="2400">
              <a:solidFill>
                <a:schemeClr val="bg1"/>
              </a:solidFill>
            </a:endParaRPr>
          </a:p>
        </p:txBody>
      </p:sp>
      <p:pic>
        <p:nvPicPr>
          <p:cNvPr id="11" name="图片 6">
            <a:extLst>
              <a:ext uri="{FF2B5EF4-FFF2-40B4-BE49-F238E27FC236}">
                <a16:creationId xmlns:a16="http://schemas.microsoft.com/office/drawing/2014/main" id="{A7497090-A509-B090-C6FB-3647083131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800" y="-47500"/>
            <a:ext cx="874156" cy="8741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B6235A-E61D-E7BF-023C-192D6D553D5C}"/>
              </a:ext>
            </a:extLst>
          </p:cNvPr>
          <p:cNvSpPr txBox="1"/>
          <p:nvPr/>
        </p:nvSpPr>
        <p:spPr>
          <a:xfrm>
            <a:off x="479095" y="876735"/>
            <a:ext cx="11280629" cy="61178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chemeClr val="bg1"/>
                </a:solidFill>
                <a:latin typeface="Arial"/>
                <a:cs typeface="Arial"/>
              </a:rPr>
              <a:t>Clean Up</a:t>
            </a:r>
            <a:endParaRPr lang="en-US" altLang="zh-CN" sz="2400">
              <a:solidFill>
                <a:schemeClr val="bg1"/>
              </a:solidFill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chemeClr val="bg1"/>
                </a:solidFill>
                <a:latin typeface="Arial"/>
                <a:cs typeface="Arial"/>
              </a:rPr>
              <a:t>RIN: </a:t>
            </a:r>
            <a:endParaRPr lang="en-US" altLang="zh-CN" sz="2400" err="1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altLang="zh-CN" sz="2400">
                <a:solidFill>
                  <a:schemeClr val="bg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Idea: </a:t>
            </a:r>
            <a:r>
              <a:rPr lang="en-US" altLang="zh-CN" sz="2400">
                <a:solidFill>
                  <a:schemeClr val="bg1"/>
                </a:solidFill>
                <a:latin typeface="Arial"/>
                <a:cs typeface="Arial"/>
              </a:rPr>
              <a:t>Shift Work </a:t>
            </a:r>
            <a:r>
              <a:rPr lang="en-US" altLang="zh-CN" sz="2400">
                <a:solidFill>
                  <a:schemeClr val="bg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is necessary</a:t>
            </a:r>
            <a:endParaRPr lang="en-US" altLang="zh-CN" sz="2400">
              <a:solidFill>
                <a:schemeClr val="bg1">
                  <a:lumMod val="50000"/>
                  <a:lumOff val="50000"/>
                </a:schemeClr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altLang="zh-CN" sz="2400">
                <a:solidFill>
                  <a:schemeClr val="bg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Clean Reward:</a:t>
            </a:r>
            <a:endParaRPr lang="en-US" altLang="zh-CN" sz="2400">
              <a:solidFill>
                <a:schemeClr val="bg1">
                  <a:lumMod val="50000"/>
                  <a:lumOff val="50000"/>
                </a:schemeClr>
              </a:solidFill>
              <a:cs typeface="Arial"/>
            </a:endParaRPr>
          </a:p>
          <a:p>
            <a:pPr marL="1200150" lvl="2" indent="-285750">
              <a:lnSpc>
                <a:spcPct val="150000"/>
              </a:lnSpc>
              <a:buFont typeface="Wingdings" panose="020B0604020202020204" pitchFamily="34" charset="0"/>
              <a:buChar char="§"/>
            </a:pPr>
            <a:r>
              <a:rPr lang="en-US" altLang="zh-CN" sz="2400">
                <a:solidFill>
                  <a:schemeClr val="bg1"/>
                </a:solidFill>
                <a:latin typeface="Arial"/>
                <a:cs typeface="Arial"/>
              </a:rPr>
              <a:t>Keep 400 </a:t>
            </a:r>
            <a:r>
              <a:rPr lang="en-US" altLang="zh-CN" sz="2400">
                <a:solidFill>
                  <a:schemeClr val="bg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steps clean history</a:t>
            </a:r>
            <a:endParaRPr lang="en-US" altLang="zh-CN" sz="2400">
              <a:solidFill>
                <a:schemeClr val="bg1">
                  <a:lumMod val="50000"/>
                  <a:lumOff val="50000"/>
                </a:schemeClr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altLang="zh-CN" sz="2400">
                <a:solidFill>
                  <a:schemeClr val="bg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Eat Reward: unchanged</a:t>
            </a:r>
            <a:endParaRPr lang="en-US" altLang="zh-CN" sz="2400">
              <a:solidFill>
                <a:schemeClr val="bg1">
                  <a:lumMod val="50000"/>
                  <a:lumOff val="50000"/>
                </a:schemeClr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altLang="zh-CN" sz="2400">
                <a:solidFill>
                  <a:schemeClr val="bg1"/>
                </a:solidFill>
                <a:latin typeface="Arial"/>
                <a:cs typeface="Arial"/>
              </a:rPr>
              <a:t>Successfully drive agents to Periodic shifts</a:t>
            </a:r>
            <a:endParaRPr lang="en-US" altLang="zh-CN" sz="2400" err="1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endParaRPr lang="en-US" altLang="zh-CN" sz="2400">
              <a:solidFill>
                <a:schemeClr val="bg1"/>
              </a:solidFill>
              <a:cs typeface="Arial"/>
            </a:endParaRPr>
          </a:p>
          <a:p>
            <a:pPr marL="1200150" lvl="2" indent="-285750">
              <a:lnSpc>
                <a:spcPct val="150000"/>
              </a:lnSpc>
              <a:buFont typeface="Wingdings" panose="020B0604020202020204" pitchFamily="34" charset="0"/>
              <a:buChar char="§"/>
            </a:pPr>
            <a:endParaRPr lang="en-US" altLang="zh-CN" sz="2400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endParaRPr lang="en-US" altLang="zh-CN" sz="2400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endParaRPr lang="en-US" altLang="zh-CN" sz="2400">
              <a:solidFill>
                <a:schemeClr val="bg1"/>
              </a:solidFill>
              <a:cs typeface="Arial"/>
            </a:endParaRPr>
          </a:p>
        </p:txBody>
      </p:sp>
      <p:pic>
        <p:nvPicPr>
          <p:cNvPr id="3" name="图片 2" descr="文本, 信件&#10;&#10;已自动生成说明">
            <a:extLst>
              <a:ext uri="{FF2B5EF4-FFF2-40B4-BE49-F238E27FC236}">
                <a16:creationId xmlns:a16="http://schemas.microsoft.com/office/drawing/2014/main" id="{F6D26E26-529B-DA77-61F3-7B88EE1F02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2427" y="1459523"/>
            <a:ext cx="5360377" cy="2754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0403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8FBE6B-DC67-4E64-80F4-CADE978D2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382589"/>
            <a:ext cx="11675267" cy="491552"/>
          </a:xfrm>
        </p:spPr>
        <p:txBody>
          <a:bodyPr lIns="91440" tIns="45720" rIns="91440" bIns="45720" anchor="t">
            <a:noAutofit/>
          </a:bodyPr>
          <a:lstStyle/>
          <a:p>
            <a:r>
              <a:rPr lang="zh-CN" altLang="en-US">
                <a:cs typeface="Segoe UI"/>
              </a:rPr>
              <a:t>RL Agent: </a:t>
            </a:r>
            <a:r>
              <a:rPr lang="zh-CN">
                <a:solidFill>
                  <a:srgbClr val="3578AF"/>
                </a:solidFill>
                <a:latin typeface="Segoe UI"/>
                <a:ea typeface="+mj-lt"/>
                <a:cs typeface="Segoe UI"/>
              </a:rPr>
              <a:t>(RIN) </a:t>
            </a:r>
            <a:r>
              <a:rPr lang="zh-CN" altLang="en-US">
                <a:solidFill>
                  <a:srgbClr val="3578AF"/>
                </a:solidFill>
                <a:latin typeface="Segoe UI"/>
                <a:ea typeface="+mj-lt"/>
                <a:cs typeface="Segoe UI"/>
              </a:rPr>
              <a:t>Reward shaping Is all you Need </a:t>
            </a:r>
            <a:endParaRPr lang="zh-CN">
              <a:solidFill>
                <a:srgbClr val="000000"/>
              </a:solidFill>
              <a:latin typeface="Segoe UI"/>
              <a:ea typeface="+mj-lt"/>
              <a:cs typeface="Segoe U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44B65B-B96A-ED9D-533D-DE61D6B4FBA6}"/>
              </a:ext>
            </a:extLst>
          </p:cNvPr>
          <p:cNvSpPr txBox="1"/>
          <p:nvPr/>
        </p:nvSpPr>
        <p:spPr>
          <a:xfrm>
            <a:off x="11614068" y="6396335"/>
            <a:ext cx="562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5BB822F-DF31-934E-A779-6010B632803B}" type="slidenum">
              <a:rPr lang="en-US" sz="2400" smtClean="0">
                <a:solidFill>
                  <a:schemeClr val="bg1"/>
                </a:solidFill>
              </a:rPr>
              <a:t>20</a:t>
            </a:fld>
            <a:endParaRPr lang="en-US" sz="2400">
              <a:solidFill>
                <a:schemeClr val="bg1"/>
              </a:solidFill>
            </a:endParaRPr>
          </a:p>
        </p:txBody>
      </p:sp>
      <p:pic>
        <p:nvPicPr>
          <p:cNvPr id="11" name="图片 6">
            <a:extLst>
              <a:ext uri="{FF2B5EF4-FFF2-40B4-BE49-F238E27FC236}">
                <a16:creationId xmlns:a16="http://schemas.microsoft.com/office/drawing/2014/main" id="{A7497090-A509-B090-C6FB-3647083131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800" y="-47500"/>
            <a:ext cx="874156" cy="8741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B6235A-E61D-E7BF-023C-192D6D553D5C}"/>
              </a:ext>
            </a:extLst>
          </p:cNvPr>
          <p:cNvSpPr txBox="1"/>
          <p:nvPr/>
        </p:nvSpPr>
        <p:spPr>
          <a:xfrm>
            <a:off x="479095" y="876735"/>
            <a:ext cx="11280629" cy="44558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chemeClr val="bg1"/>
                </a:solidFill>
                <a:latin typeface="Arial"/>
                <a:cs typeface="Arial"/>
              </a:rPr>
              <a:t>Clean Up</a:t>
            </a:r>
            <a:endParaRPr lang="en-US" altLang="zh-CN" sz="2400">
              <a:solidFill>
                <a:schemeClr val="bg1"/>
              </a:solidFill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chemeClr val="bg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Self-Play: all 7 players are focal.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chemeClr val="bg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Clean Up 7: 5 bot, 2 focal player</a:t>
            </a:r>
            <a:endParaRPr lang="en-US" altLang="zh-CN" sz="2400">
              <a:solidFill>
                <a:schemeClr val="bg1">
                  <a:lumMod val="50000"/>
                  <a:lumOff val="50000"/>
                </a:schemeClr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altLang="zh-CN" sz="2400">
                <a:solidFill>
                  <a:schemeClr val="bg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If 2 focal player go to clean, bots will go to clean spontaneously.</a:t>
            </a:r>
            <a:endParaRPr lang="en-US" altLang="zh-CN" sz="2400">
              <a:solidFill>
                <a:schemeClr val="bg1">
                  <a:lumMod val="50000"/>
                  <a:lumOff val="50000"/>
                </a:schemeClr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endParaRPr lang="en-US" altLang="zh-CN" sz="2400">
              <a:solidFill>
                <a:schemeClr val="bg1"/>
              </a:solidFill>
              <a:cs typeface="Arial"/>
            </a:endParaRPr>
          </a:p>
          <a:p>
            <a:pPr marL="1200150" lvl="2" indent="-285750">
              <a:lnSpc>
                <a:spcPct val="150000"/>
              </a:lnSpc>
              <a:buFont typeface="Wingdings" panose="020B0604020202020204" pitchFamily="34" charset="0"/>
              <a:buChar char="§"/>
            </a:pPr>
            <a:endParaRPr lang="en-US" altLang="zh-CN" sz="2400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endParaRPr lang="en-US" altLang="zh-CN" sz="2400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endParaRPr lang="en-US" altLang="zh-CN" sz="2400">
              <a:solidFill>
                <a:schemeClr val="bg1"/>
              </a:solidFill>
              <a:cs typeface="Arial"/>
            </a:endParaRPr>
          </a:p>
        </p:txBody>
      </p:sp>
      <p:pic>
        <p:nvPicPr>
          <p:cNvPr id="2" name="图片 1" descr="文本, 表格&#10;&#10;已自动生成说明">
            <a:extLst>
              <a:ext uri="{FF2B5EF4-FFF2-40B4-BE49-F238E27FC236}">
                <a16:creationId xmlns:a16="http://schemas.microsoft.com/office/drawing/2014/main" id="{0FDE3708-5237-AD1D-7F75-A50031CCE8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908" y="3113758"/>
            <a:ext cx="10187354" cy="2939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5913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8FBE6B-DC67-4E64-80F4-CADE978D2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382589"/>
            <a:ext cx="11675267" cy="491552"/>
          </a:xfrm>
        </p:spPr>
        <p:txBody>
          <a:bodyPr lIns="91440" tIns="45720" rIns="91440" bIns="45720" anchor="t">
            <a:noAutofit/>
          </a:bodyPr>
          <a:lstStyle/>
          <a:p>
            <a:r>
              <a:rPr lang="zh-CN" altLang="en-US">
                <a:cs typeface="Segoe UI"/>
              </a:rPr>
              <a:t>RL Agent: </a:t>
            </a:r>
            <a:r>
              <a:rPr lang="zh-CN">
                <a:solidFill>
                  <a:srgbClr val="3578AF"/>
                </a:solidFill>
                <a:latin typeface="Segoe UI"/>
                <a:ea typeface="+mj-lt"/>
                <a:cs typeface="Segoe UI"/>
              </a:rPr>
              <a:t>(RIN) </a:t>
            </a:r>
            <a:r>
              <a:rPr lang="zh-CN" altLang="en-US">
                <a:solidFill>
                  <a:srgbClr val="3578AF"/>
                </a:solidFill>
                <a:latin typeface="Segoe UI"/>
                <a:ea typeface="+mj-lt"/>
                <a:cs typeface="Segoe UI"/>
              </a:rPr>
              <a:t>Reward shaping Is all you Need </a:t>
            </a:r>
            <a:endParaRPr lang="zh-CN">
              <a:solidFill>
                <a:srgbClr val="000000"/>
              </a:solidFill>
              <a:latin typeface="Segoe UI"/>
              <a:ea typeface="+mj-lt"/>
              <a:cs typeface="Segoe U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44B65B-B96A-ED9D-533D-DE61D6B4FBA6}"/>
              </a:ext>
            </a:extLst>
          </p:cNvPr>
          <p:cNvSpPr txBox="1"/>
          <p:nvPr/>
        </p:nvSpPr>
        <p:spPr>
          <a:xfrm>
            <a:off x="11614068" y="6396335"/>
            <a:ext cx="562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5BB822F-DF31-934E-A779-6010B632803B}" type="slidenum">
              <a:rPr lang="en-US" sz="2400" smtClean="0">
                <a:solidFill>
                  <a:schemeClr val="bg1"/>
                </a:solidFill>
              </a:rPr>
              <a:t>21</a:t>
            </a:fld>
            <a:endParaRPr lang="en-US" sz="2400">
              <a:solidFill>
                <a:schemeClr val="bg1"/>
              </a:solidFill>
            </a:endParaRPr>
          </a:p>
        </p:txBody>
      </p:sp>
      <p:pic>
        <p:nvPicPr>
          <p:cNvPr id="11" name="图片 6">
            <a:extLst>
              <a:ext uri="{FF2B5EF4-FFF2-40B4-BE49-F238E27FC236}">
                <a16:creationId xmlns:a16="http://schemas.microsoft.com/office/drawing/2014/main" id="{A7497090-A509-B090-C6FB-3647083131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800" y="-47500"/>
            <a:ext cx="874156" cy="8741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B6235A-E61D-E7BF-023C-192D6D553D5C}"/>
              </a:ext>
            </a:extLst>
          </p:cNvPr>
          <p:cNvSpPr txBox="1"/>
          <p:nvPr/>
        </p:nvSpPr>
        <p:spPr>
          <a:xfrm>
            <a:off x="479095" y="876735"/>
            <a:ext cx="11280629" cy="33478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chemeClr val="bg1"/>
                </a:solidFill>
                <a:latin typeface="Arial"/>
                <a:cs typeface="Arial"/>
              </a:rPr>
              <a:t>Clean Up</a:t>
            </a:r>
            <a:endParaRPr lang="en-US" altLang="zh-CN" sz="2400">
              <a:solidFill>
                <a:schemeClr val="bg1"/>
              </a:solidFill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chemeClr val="bg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Demo: Self-Play</a:t>
            </a:r>
            <a:endParaRPr lang="en-US" altLang="zh-CN" sz="2400">
              <a:solidFill>
                <a:schemeClr val="bg1">
                  <a:lumMod val="50000"/>
                  <a:lumOff val="50000"/>
                </a:schemeClr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endParaRPr lang="en-US" altLang="zh-CN" sz="2400">
              <a:solidFill>
                <a:schemeClr val="bg1"/>
              </a:solidFill>
              <a:cs typeface="Arial"/>
            </a:endParaRPr>
          </a:p>
          <a:p>
            <a:pPr marL="1200150" lvl="2" indent="-285750">
              <a:lnSpc>
                <a:spcPct val="150000"/>
              </a:lnSpc>
              <a:buFont typeface="Wingdings" panose="020B0604020202020204" pitchFamily="34" charset="0"/>
              <a:buChar char="§"/>
            </a:pPr>
            <a:endParaRPr lang="en-US" altLang="zh-CN" sz="2400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endParaRPr lang="en-US" altLang="zh-CN" sz="2400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endParaRPr lang="en-US" altLang="zh-CN" sz="2400">
              <a:solidFill>
                <a:schemeClr val="bg1"/>
              </a:solidFill>
              <a:cs typeface="Arial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E227E3-390B-B1D3-4138-05657D938C6A}"/>
              </a:ext>
            </a:extLst>
          </p:cNvPr>
          <p:cNvSpPr txBox="1"/>
          <p:nvPr/>
        </p:nvSpPr>
        <p:spPr>
          <a:xfrm>
            <a:off x="2176481" y="2047367"/>
            <a:ext cx="151247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400">
                <a:solidFill>
                  <a:schemeClr val="bg1"/>
                </a:solidFill>
                <a:latin typeface="Arial"/>
                <a:cs typeface="Arial"/>
              </a:rPr>
              <a:t>Tess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A54A4FD-37E4-C463-8799-5E8D9F5DA610}"/>
              </a:ext>
            </a:extLst>
          </p:cNvPr>
          <p:cNvSpPr txBox="1"/>
          <p:nvPr/>
        </p:nvSpPr>
        <p:spPr>
          <a:xfrm>
            <a:off x="8579738" y="2047366"/>
            <a:ext cx="151247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400">
                <a:solidFill>
                  <a:schemeClr val="bg1"/>
                </a:solidFill>
                <a:latin typeface="Arial"/>
                <a:cs typeface="Arial"/>
              </a:rPr>
              <a:t>RIN</a:t>
            </a:r>
          </a:p>
        </p:txBody>
      </p:sp>
    </p:spTree>
    <p:extLst>
      <p:ext uri="{BB962C8B-B14F-4D97-AF65-F5344CB8AC3E}">
        <p14:creationId xmlns:p14="http://schemas.microsoft.com/office/powerpoint/2010/main" val="8707758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8FBE6B-DC67-4E64-80F4-CADE978D2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382589"/>
            <a:ext cx="11675267" cy="491552"/>
          </a:xfrm>
        </p:spPr>
        <p:txBody>
          <a:bodyPr lIns="91440" tIns="45720" rIns="91440" bIns="45720" anchor="t">
            <a:noAutofit/>
          </a:bodyPr>
          <a:lstStyle/>
          <a:p>
            <a:r>
              <a:rPr lang="zh-CN" altLang="en-US">
                <a:cs typeface="Segoe UI"/>
              </a:rPr>
              <a:t>RL Agent: </a:t>
            </a:r>
            <a:r>
              <a:rPr lang="zh-CN">
                <a:solidFill>
                  <a:srgbClr val="3578AF"/>
                </a:solidFill>
                <a:latin typeface="Segoe UI"/>
                <a:ea typeface="+mj-lt"/>
                <a:cs typeface="Segoe UI"/>
              </a:rPr>
              <a:t>(RIN) </a:t>
            </a:r>
            <a:r>
              <a:rPr lang="zh-CN" altLang="en-US">
                <a:solidFill>
                  <a:srgbClr val="3578AF"/>
                </a:solidFill>
                <a:latin typeface="Segoe UI"/>
                <a:ea typeface="+mj-lt"/>
                <a:cs typeface="Segoe UI"/>
              </a:rPr>
              <a:t>Reward shaping Is all you Need </a:t>
            </a:r>
            <a:endParaRPr lang="zh-CN">
              <a:solidFill>
                <a:srgbClr val="000000"/>
              </a:solidFill>
              <a:latin typeface="Segoe UI"/>
              <a:ea typeface="+mj-lt"/>
              <a:cs typeface="Segoe U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44B65B-B96A-ED9D-533D-DE61D6B4FBA6}"/>
              </a:ext>
            </a:extLst>
          </p:cNvPr>
          <p:cNvSpPr txBox="1"/>
          <p:nvPr/>
        </p:nvSpPr>
        <p:spPr>
          <a:xfrm>
            <a:off x="11614068" y="6396335"/>
            <a:ext cx="562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5BB822F-DF31-934E-A779-6010B632803B}" type="slidenum">
              <a:rPr lang="en-US" sz="2400" smtClean="0">
                <a:solidFill>
                  <a:schemeClr val="bg1"/>
                </a:solidFill>
              </a:rPr>
              <a:t>22</a:t>
            </a:fld>
            <a:endParaRPr lang="en-US" sz="2400">
              <a:solidFill>
                <a:schemeClr val="bg1"/>
              </a:solidFill>
            </a:endParaRPr>
          </a:p>
        </p:txBody>
      </p:sp>
      <p:pic>
        <p:nvPicPr>
          <p:cNvPr id="11" name="图片 6">
            <a:extLst>
              <a:ext uri="{FF2B5EF4-FFF2-40B4-BE49-F238E27FC236}">
                <a16:creationId xmlns:a16="http://schemas.microsoft.com/office/drawing/2014/main" id="{A7497090-A509-B090-C6FB-3647083131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800" y="-47500"/>
            <a:ext cx="874156" cy="8741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B6235A-E61D-E7BF-023C-192D6D553D5C}"/>
              </a:ext>
            </a:extLst>
          </p:cNvPr>
          <p:cNvSpPr txBox="1"/>
          <p:nvPr/>
        </p:nvSpPr>
        <p:spPr>
          <a:xfrm>
            <a:off x="479095" y="876735"/>
            <a:ext cx="11280629" cy="33478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chemeClr val="bg1"/>
                </a:solidFill>
                <a:latin typeface="Arial"/>
                <a:cs typeface="Arial"/>
              </a:rPr>
              <a:t>Clean Up</a:t>
            </a:r>
            <a:endParaRPr lang="en-US" altLang="zh-CN" sz="2400">
              <a:solidFill>
                <a:schemeClr val="bg1"/>
              </a:solidFill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chemeClr val="bg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Demo: Clean Up 7</a:t>
            </a:r>
            <a:endParaRPr lang="en-US" altLang="zh-CN" sz="2400">
              <a:solidFill>
                <a:schemeClr val="bg1">
                  <a:lumMod val="50000"/>
                  <a:lumOff val="50000"/>
                </a:schemeClr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endParaRPr lang="en-US" altLang="zh-CN" sz="2400">
              <a:solidFill>
                <a:schemeClr val="bg1"/>
              </a:solidFill>
              <a:cs typeface="Arial"/>
            </a:endParaRPr>
          </a:p>
          <a:p>
            <a:pPr marL="1200150" lvl="2" indent="-285750">
              <a:lnSpc>
                <a:spcPct val="150000"/>
              </a:lnSpc>
              <a:buFont typeface="Wingdings" panose="020B0604020202020204" pitchFamily="34" charset="0"/>
              <a:buChar char="§"/>
            </a:pPr>
            <a:endParaRPr lang="en-US" altLang="zh-CN" sz="2400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endParaRPr lang="en-US" altLang="zh-CN" sz="2400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endParaRPr lang="en-US" altLang="zh-CN" sz="2400">
              <a:solidFill>
                <a:schemeClr val="bg1"/>
              </a:solidFill>
              <a:cs typeface="Arial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E227E3-390B-B1D3-4138-05657D938C6A}"/>
              </a:ext>
            </a:extLst>
          </p:cNvPr>
          <p:cNvSpPr txBox="1"/>
          <p:nvPr/>
        </p:nvSpPr>
        <p:spPr>
          <a:xfrm>
            <a:off x="2176481" y="2047367"/>
            <a:ext cx="151247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400">
                <a:solidFill>
                  <a:schemeClr val="bg1"/>
                </a:solidFill>
                <a:latin typeface="Arial"/>
                <a:cs typeface="Arial"/>
              </a:rPr>
              <a:t>Tess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A54A4FD-37E4-C463-8799-5E8D9F5DA610}"/>
              </a:ext>
            </a:extLst>
          </p:cNvPr>
          <p:cNvSpPr txBox="1"/>
          <p:nvPr/>
        </p:nvSpPr>
        <p:spPr>
          <a:xfrm>
            <a:off x="8579738" y="2047366"/>
            <a:ext cx="151247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400">
                <a:solidFill>
                  <a:schemeClr val="bg1"/>
                </a:solidFill>
                <a:latin typeface="Arial"/>
                <a:cs typeface="Arial"/>
              </a:rPr>
              <a:t>RIN</a:t>
            </a:r>
          </a:p>
        </p:txBody>
      </p:sp>
    </p:spTree>
    <p:extLst>
      <p:ext uri="{BB962C8B-B14F-4D97-AF65-F5344CB8AC3E}">
        <p14:creationId xmlns:p14="http://schemas.microsoft.com/office/powerpoint/2010/main" val="29641976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8FBE6B-DC67-4E64-80F4-CADE978D2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382589"/>
            <a:ext cx="11675267" cy="491552"/>
          </a:xfrm>
        </p:spPr>
        <p:txBody>
          <a:bodyPr lIns="91440" tIns="45720" rIns="91440" bIns="45720" anchor="t">
            <a:noAutofit/>
          </a:bodyPr>
          <a:lstStyle/>
          <a:p>
            <a:r>
              <a:rPr lang="en-US" altLang="zh-CN">
                <a:cs typeface="Segoe UI"/>
              </a:rPr>
              <a:t>Conclusion</a:t>
            </a:r>
            <a:endParaRPr lang="zh-CN" altLang="en-US">
              <a:cs typeface="Segoe U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44B65B-B96A-ED9D-533D-DE61D6B4FBA6}"/>
              </a:ext>
            </a:extLst>
          </p:cNvPr>
          <p:cNvSpPr txBox="1"/>
          <p:nvPr/>
        </p:nvSpPr>
        <p:spPr>
          <a:xfrm>
            <a:off x="11614068" y="6396335"/>
            <a:ext cx="562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5BB822F-DF31-934E-A779-6010B632803B}" type="slidenum">
              <a:rPr lang="en-US" sz="2400" smtClean="0">
                <a:solidFill>
                  <a:schemeClr val="bg1"/>
                </a:solidFill>
              </a:rPr>
              <a:t>23</a:t>
            </a:fld>
            <a:endParaRPr lang="en-US" sz="2400">
              <a:solidFill>
                <a:schemeClr val="bg1"/>
              </a:solidFill>
            </a:endParaRPr>
          </a:p>
        </p:txBody>
      </p:sp>
      <p:pic>
        <p:nvPicPr>
          <p:cNvPr id="11" name="图片 6">
            <a:extLst>
              <a:ext uri="{FF2B5EF4-FFF2-40B4-BE49-F238E27FC236}">
                <a16:creationId xmlns:a16="http://schemas.microsoft.com/office/drawing/2014/main" id="{A7497090-A509-B090-C6FB-3647083131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800" y="-47500"/>
            <a:ext cx="874156" cy="8741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B6235A-E61D-E7BF-023C-192D6D553D5C}"/>
              </a:ext>
            </a:extLst>
          </p:cNvPr>
          <p:cNvSpPr txBox="1"/>
          <p:nvPr/>
        </p:nvSpPr>
        <p:spPr>
          <a:xfrm>
            <a:off x="479095" y="839865"/>
            <a:ext cx="11305209" cy="66718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chemeClr val="bg1"/>
                </a:solidFill>
                <a:latin typeface="Arial"/>
                <a:cs typeface="Arial"/>
              </a:rPr>
              <a:t>Rule Based </a:t>
            </a:r>
            <a:endParaRPr lang="en-US" altLang="zh-CN" sz="2400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altLang="zh-CN" sz="2400">
                <a:solidFill>
                  <a:schemeClr val="bg1"/>
                </a:solidFill>
                <a:latin typeface="Arial"/>
                <a:cs typeface="Arial"/>
              </a:rPr>
              <a:t>Policy Sampler + Global Navigation</a:t>
            </a:r>
            <a:endParaRPr lang="en-US" altLang="zh-CN" sz="2400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endParaRPr lang="en-US" altLang="zh-CN" sz="2400">
              <a:solidFill>
                <a:schemeClr val="bg1"/>
              </a:solidFill>
              <a:latin typeface="Arial"/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chemeClr val="bg1"/>
                </a:solidFill>
                <a:latin typeface="Arial"/>
                <a:cs typeface="Arial"/>
              </a:rPr>
              <a:t>RL Based </a:t>
            </a:r>
            <a:endParaRPr lang="en-US" altLang="zh-CN" sz="2400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altLang="zh-CN" sz="2400">
                <a:solidFill>
                  <a:schemeClr val="bg1"/>
                </a:solidFill>
                <a:latin typeface="Arial"/>
                <a:cs typeface="Arial"/>
              </a:rPr>
              <a:t>Modern PPO </a:t>
            </a:r>
            <a:r>
              <a:rPr lang="en-US" altLang="zh-CN" sz="2400" err="1">
                <a:solidFill>
                  <a:schemeClr val="bg1"/>
                </a:solidFill>
                <a:latin typeface="Arial"/>
                <a:cs typeface="Arial"/>
              </a:rPr>
              <a:t>Impl</a:t>
            </a:r>
            <a:r>
              <a:rPr lang="en-US" altLang="zh-CN" sz="2400">
                <a:solidFill>
                  <a:schemeClr val="bg1"/>
                </a:solidFill>
                <a:latin typeface="Arial"/>
                <a:cs typeface="Arial"/>
              </a:rPr>
              <a:t>. + Self-Play + Multitask</a:t>
            </a:r>
            <a:endParaRPr lang="en-US" altLang="zh-CN" sz="2400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,monospace" panose="020B0604020202020204" pitchFamily="34" charset="0"/>
              <a:buChar char="o"/>
            </a:pPr>
            <a:r>
              <a:rPr lang="en-US" sz="2400">
                <a:solidFill>
                  <a:schemeClr val="bg1"/>
                </a:solidFill>
                <a:latin typeface="Arial"/>
                <a:cs typeface="Arial"/>
              </a:rPr>
              <a:t>Multitask reward: </a:t>
            </a:r>
            <a:endParaRPr lang="en-US"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20B0604020202020204" pitchFamily="34" charset="0"/>
              <a:buChar char="§"/>
            </a:pPr>
            <a:r>
              <a:rPr lang="en-US" sz="2400">
                <a:solidFill>
                  <a:schemeClr val="bg1"/>
                </a:solidFill>
                <a:latin typeface="Arial"/>
                <a:cs typeface="Arial"/>
              </a:rPr>
              <a:t>Explicit Advantage Decomposition</a:t>
            </a:r>
          </a:p>
          <a:p>
            <a:pPr marL="1200150" lvl="2" indent="-285750">
              <a:lnSpc>
                <a:spcPct val="150000"/>
              </a:lnSpc>
              <a:buFont typeface="Wingdings" panose="020B0604020202020204" pitchFamily="34" charset="0"/>
              <a:buChar char="§"/>
            </a:pPr>
            <a:r>
              <a:rPr lang="en-US" sz="2400">
                <a:solidFill>
                  <a:schemeClr val="bg1"/>
                </a:solidFill>
                <a:latin typeface="Arial"/>
                <a:cs typeface="Arial"/>
              </a:rPr>
              <a:t>Need to consider the benefits of teammates</a:t>
            </a:r>
            <a:endParaRPr lang="en-US">
              <a:solidFill>
                <a:schemeClr val="bg1"/>
              </a:solidFill>
            </a:endParaRP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altLang="zh-CN" sz="2400">
                <a:solidFill>
                  <a:schemeClr val="bg1"/>
                </a:solidFill>
                <a:latin typeface="Arial"/>
                <a:cs typeface="Arial"/>
              </a:rPr>
              <a:t>The right REWARD is the shortest path to success.</a:t>
            </a:r>
            <a:endParaRPr lang="en-US" altLang="zh-CN" sz="2400">
              <a:solidFill>
                <a:schemeClr val="bg1"/>
              </a:solidFill>
              <a:cs typeface="Arial"/>
            </a:endParaRPr>
          </a:p>
          <a:p>
            <a:pPr marL="1200150" lvl="2" indent="-285750">
              <a:lnSpc>
                <a:spcPct val="150000"/>
              </a:lnSpc>
              <a:buFont typeface="Wingdings" panose="020B0604020202020204" pitchFamily="34" charset="0"/>
              <a:buChar char="§"/>
            </a:pPr>
            <a:endParaRPr lang="en-US" altLang="zh-CN" sz="2400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endParaRPr lang="en-US" altLang="zh-CN" sz="2400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endParaRPr lang="en-US" altLang="zh-CN" sz="2400">
              <a:solidFill>
                <a:schemeClr val="bg1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540926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02AD8E-4C7C-4A1B-89B1-9A0997F4F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161" y="396413"/>
            <a:ext cx="6477000" cy="1189038"/>
          </a:xfrm>
        </p:spPr>
        <p:txBody>
          <a:bodyPr/>
          <a:lstStyle/>
          <a:p>
            <a:r>
              <a:rPr lang="en-US"/>
              <a:t>Team</a:t>
            </a:r>
            <a:r>
              <a:rPr lang="zh-CN" altLang="en-US"/>
              <a:t> </a:t>
            </a:r>
            <a:r>
              <a:rPr lang="en-US" altLang="zh-CN"/>
              <a:t>Contribution</a:t>
            </a:r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5A8ACB1-6D36-496B-91DD-D1C3128C1C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7111" y="1743076"/>
            <a:ext cx="6526778" cy="4371973"/>
          </a:xfrm>
        </p:spPr>
        <p:txBody>
          <a:bodyPr lIns="91440" tIns="45720" rIns="91440" bIns="45720" anchor="t"/>
          <a:lstStyle/>
          <a:p>
            <a:pPr>
              <a:lnSpc>
                <a:spcPct val="150000"/>
              </a:lnSpc>
            </a:pPr>
            <a:r>
              <a:rPr lang="en-US" err="1"/>
              <a:t>王</a:t>
            </a:r>
            <a:r>
              <a:rPr lang="en-US" err="1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凯灵</a:t>
            </a:r>
            <a:r>
              <a:rPr lang="zh-CN" altLang="en-US"/>
              <a:t>：</a:t>
            </a:r>
            <a:r>
              <a:rPr lang="en-US" altLang="zh-CN" b="0"/>
              <a:t>Design and implement the rule-based. Experiments of rule-based part. Report writing. Presentation</a:t>
            </a:r>
          </a:p>
          <a:p>
            <a:pPr>
              <a:lnSpc>
                <a:spcPct val="150000"/>
              </a:lnSpc>
            </a:pPr>
            <a:r>
              <a:rPr lang="zh-CN" altLang="en-US">
                <a:cs typeface="Segoe UI"/>
              </a:rPr>
              <a:t>谢炜基：</a:t>
            </a:r>
            <a:r>
              <a:rPr lang="zh-CN" altLang="en-US" b="0">
                <a:cs typeface="Segoe UI"/>
              </a:rPr>
              <a:t>Codes and Exps of </a:t>
            </a:r>
            <a:r>
              <a:rPr lang="en-US" altLang="zh-CN" b="0">
                <a:cs typeface="Segoe UI"/>
              </a:rPr>
              <a:t>RL based methods. Experiments,</a:t>
            </a:r>
            <a:r>
              <a:rPr lang="zh-CN" altLang="en-US" b="0">
                <a:cs typeface="Segoe UI"/>
              </a:rPr>
              <a:t> </a:t>
            </a:r>
            <a:r>
              <a:rPr lang="en-US" altLang="zh-CN" b="0">
                <a:cs typeface="Segoe UI"/>
              </a:rPr>
              <a:t> Report Writing, Presentation</a:t>
            </a:r>
          </a:p>
          <a:p>
            <a:pPr>
              <a:lnSpc>
                <a:spcPct val="150000"/>
              </a:lnSpc>
            </a:pPr>
            <a:r>
              <a:rPr lang="en-US" err="1">
                <a:ea typeface="+mn-lt"/>
                <a:cs typeface="+mn-lt"/>
              </a:rPr>
              <a:t>李天骅</a:t>
            </a:r>
            <a:r>
              <a:rPr lang="zh-CN" altLang="en-US">
                <a:ea typeface="+mn-lt"/>
                <a:cs typeface="+mn-lt"/>
              </a:rPr>
              <a:t>：</a:t>
            </a:r>
            <a:r>
              <a:rPr lang="en-US" altLang="zh-CN" b="0">
                <a:cs typeface="Segoe UI"/>
              </a:rPr>
              <a:t> Review code of the Melting Pot env. </a:t>
            </a:r>
            <a:r>
              <a:rPr lang="zh-CN" altLang="en-US" b="0">
                <a:ea typeface="+mn-lt"/>
                <a:cs typeface="+mn-lt"/>
              </a:rPr>
              <a:t>P</a:t>
            </a:r>
            <a:r>
              <a:rPr lang="en-US" b="0">
                <a:ea typeface="+mn-lt"/>
                <a:cs typeface="+mn-lt"/>
              </a:rPr>
              <a:t>art of code and experiments running, Report Writing</a:t>
            </a:r>
            <a:endParaRPr lang="en-US" b="0"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ea typeface="+mn-lt"/>
                <a:cs typeface="+mn-lt"/>
              </a:rPr>
              <a:t>毛宇琛：</a:t>
            </a:r>
            <a:r>
              <a:rPr lang="en-US" altLang="zh-CN" b="0">
                <a:ea typeface="+mn-lt"/>
                <a:cs typeface="+mn-lt"/>
              </a:rPr>
              <a:t>Survey. P</a:t>
            </a:r>
            <a:r>
              <a:rPr lang="en-US" b="0">
                <a:ea typeface="+mn-lt"/>
                <a:cs typeface="+mn-lt"/>
              </a:rPr>
              <a:t>art of experiments,</a:t>
            </a:r>
            <a:r>
              <a:rPr lang="en-US" altLang="zh-CN" b="0">
                <a:ea typeface="+mn-lt"/>
                <a:cs typeface="+mn-lt"/>
              </a:rPr>
              <a:t> Report Writing</a:t>
            </a:r>
          </a:p>
          <a:p>
            <a:pPr>
              <a:lnSpc>
                <a:spcPct val="150000"/>
              </a:lnSpc>
            </a:pPr>
            <a:r>
              <a:rPr lang="zh-CN" altLang="en-US">
                <a:ea typeface="+mn-lt"/>
                <a:cs typeface="+mn-lt"/>
              </a:rPr>
              <a:t>王鼎居：</a:t>
            </a:r>
            <a:r>
              <a:rPr lang="en-US" altLang="zh-CN" b="0">
                <a:ea typeface="+mn-lt"/>
                <a:cs typeface="+mn-lt"/>
              </a:rPr>
              <a:t>Env analysis. P</a:t>
            </a:r>
            <a:r>
              <a:rPr lang="en-US" b="0">
                <a:ea typeface="+mn-lt"/>
                <a:cs typeface="+mn-lt"/>
              </a:rPr>
              <a:t>art of experiments</a:t>
            </a:r>
            <a:r>
              <a:rPr lang="en-US" altLang="zh-CN" b="0">
                <a:ea typeface="+mn-lt"/>
                <a:cs typeface="+mn-lt"/>
              </a:rPr>
              <a:t>, Report Writing</a:t>
            </a:r>
            <a:endParaRPr lang="zh-CN" b="0">
              <a:ea typeface="+mn-lt"/>
              <a:cs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D11DE9-B115-2AC6-5EEB-20D8059D39AC}"/>
              </a:ext>
            </a:extLst>
          </p:cNvPr>
          <p:cNvSpPr txBox="1"/>
          <p:nvPr/>
        </p:nvSpPr>
        <p:spPr>
          <a:xfrm>
            <a:off x="11614068" y="6396335"/>
            <a:ext cx="562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5BB822F-DF31-934E-A779-6010B632803B}" type="slidenum">
              <a:rPr lang="en-US" sz="2400" smtClean="0">
                <a:solidFill>
                  <a:schemeClr val="bg1"/>
                </a:solidFill>
              </a:rPr>
              <a:t>24</a:t>
            </a:fld>
            <a:endParaRPr lang="en-US" sz="2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940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A36B3A-558B-413E-877B-7275290AB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742" y="715961"/>
            <a:ext cx="6477000" cy="1189037"/>
          </a:xfrm>
        </p:spPr>
        <p:txBody>
          <a:bodyPr/>
          <a:lstStyle/>
          <a:p>
            <a:r>
              <a:rPr lang="en-US"/>
              <a:t>Resources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75CE5-70A2-411D-881E-7B75B82931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99743" y="1905000"/>
            <a:ext cx="6477000" cy="3276600"/>
          </a:xfrm>
        </p:spPr>
        <p:txBody>
          <a:bodyPr/>
          <a:lstStyle/>
          <a:p>
            <a:r>
              <a:rPr lang="en-US" altLang="en-US"/>
              <a:t>GitHub</a:t>
            </a:r>
            <a:r>
              <a:rPr lang="zh-CN" altLang="en-US"/>
              <a:t> </a:t>
            </a:r>
            <a:r>
              <a:rPr lang="en-US" altLang="zh-CN"/>
              <a:t>Repos</a:t>
            </a:r>
            <a:r>
              <a:rPr lang="zh-CN" altLang="en-US"/>
              <a:t>：</a:t>
            </a:r>
            <a:endParaRPr lang="en-US" altLang="en-US"/>
          </a:p>
          <a:p>
            <a:pPr lvl="1"/>
            <a:r>
              <a:rPr lang="fr-FR"/>
              <a:t>Source #1</a:t>
            </a:r>
          </a:p>
          <a:p>
            <a:pPr lvl="1"/>
            <a:r>
              <a:rPr lang="fr-FR"/>
              <a:t>Source #2</a:t>
            </a:r>
          </a:p>
          <a:p>
            <a:pPr lvl="1"/>
            <a:r>
              <a:rPr lang="fr-FR"/>
              <a:t>Source #3</a:t>
            </a:r>
          </a:p>
          <a:p>
            <a:pPr marL="0" lvl="1" indent="0">
              <a:buNone/>
            </a:pPr>
            <a:r>
              <a:rPr lang="fr-FR" b="1"/>
              <a:t>Documents</a:t>
            </a:r>
            <a:r>
              <a:rPr lang="zh-CN" altLang="en-US" b="1"/>
              <a:t>：</a:t>
            </a:r>
            <a:endParaRPr lang="en-US" altLang="zh-CN" b="1"/>
          </a:p>
          <a:p>
            <a:pPr lvl="1"/>
            <a:r>
              <a:rPr lang="en-US"/>
              <a:t>Melting Pot 2.0 [https://</a:t>
            </a:r>
            <a:r>
              <a:rPr lang="en-US" err="1"/>
              <a:t>arxiv.org</a:t>
            </a:r>
            <a:r>
              <a:rPr lang="en-US"/>
              <a:t>/abs/2211.13746]</a:t>
            </a:r>
            <a:endParaRPr lang="fr-FR"/>
          </a:p>
          <a:p>
            <a:r>
              <a:rPr lang="en-US" err="1"/>
              <a:t>有空就写没空删了</a:t>
            </a:r>
            <a:endParaRPr lang="en-US"/>
          </a:p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32AAA5-F64E-EBF1-E0B2-90AD2B9B3F0B}"/>
              </a:ext>
            </a:extLst>
          </p:cNvPr>
          <p:cNvSpPr txBox="1"/>
          <p:nvPr/>
        </p:nvSpPr>
        <p:spPr>
          <a:xfrm>
            <a:off x="11614068" y="6396335"/>
            <a:ext cx="562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5BB822F-DF31-934E-A779-6010B632803B}" type="slidenum">
              <a:rPr lang="en-US" sz="2400" smtClean="0">
                <a:solidFill>
                  <a:schemeClr val="bg1"/>
                </a:solidFill>
              </a:rPr>
              <a:t>25</a:t>
            </a:fld>
            <a:endParaRPr lang="en-US" sz="2400">
              <a:solidFill>
                <a:schemeClr val="bg1"/>
              </a:solidFill>
            </a:endParaRPr>
          </a:p>
        </p:txBody>
      </p:sp>
      <p:pic>
        <p:nvPicPr>
          <p:cNvPr id="5" name="图片 6">
            <a:extLst>
              <a:ext uri="{FF2B5EF4-FFF2-40B4-BE49-F238E27FC236}">
                <a16:creationId xmlns:a16="http://schemas.microsoft.com/office/drawing/2014/main" id="{F7E62F8B-38F7-EA3B-EA8D-59B8030A59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750" y="6015005"/>
            <a:ext cx="874156" cy="874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5277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68DF32A-D165-40DA-AAE8-A6E9579E2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5301" y="3054855"/>
            <a:ext cx="9141397" cy="615553"/>
          </a:xfrm>
        </p:spPr>
        <p:txBody>
          <a:bodyPr/>
          <a:lstStyle/>
          <a:p>
            <a:r>
              <a:rPr lang="en-US"/>
              <a:t>Questions </a:t>
            </a:r>
            <a:r>
              <a:rPr lang="en-US">
                <a:solidFill>
                  <a:schemeClr val="accent2"/>
                </a:solidFill>
              </a:rPr>
              <a:t>&amp;</a:t>
            </a:r>
            <a:r>
              <a:rPr lang="en-US"/>
              <a:t> Answers</a:t>
            </a:r>
          </a:p>
        </p:txBody>
      </p:sp>
      <p:pic>
        <p:nvPicPr>
          <p:cNvPr id="8" name="图片 6">
            <a:extLst>
              <a:ext uri="{FF2B5EF4-FFF2-40B4-BE49-F238E27FC236}">
                <a16:creationId xmlns:a16="http://schemas.microsoft.com/office/drawing/2014/main" id="{D558427D-07D4-062C-11B7-DAB0A68726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800" y="-47500"/>
            <a:ext cx="874156" cy="874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7161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9E38B3-4686-8247-9625-49018D29F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5301" y="3121223"/>
            <a:ext cx="9141397" cy="615553"/>
          </a:xfrm>
        </p:spPr>
        <p:txBody>
          <a:bodyPr/>
          <a:lstStyle/>
          <a:p>
            <a:r>
              <a:rPr lang="en-US"/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4244761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1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23042"/>
      </a:accent1>
      <a:accent2>
        <a:srgbClr val="3578AF"/>
      </a:accent2>
      <a:accent3>
        <a:srgbClr val="C4C4C4"/>
      </a:accent3>
      <a:accent4>
        <a:srgbClr val="A80B22"/>
      </a:accent4>
      <a:accent5>
        <a:srgbClr val="E2E2E2"/>
      </a:accent5>
      <a:accent6>
        <a:srgbClr val="2A6187"/>
      </a:accent6>
      <a:hlink>
        <a:srgbClr val="0563C1"/>
      </a:hlink>
      <a:folHlink>
        <a:srgbClr val="954F72"/>
      </a:folHlink>
    </a:clrScheme>
    <a:fontScheme name="Custom 8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ewish American Heritage Month_Win32_JC_SL_v3" id="{5A91364D-DD38-4994-BB9C-41D074FD197A}" vid="{8577DF34-D72C-48EB-902A-0A54C766E053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D4EE2DFF-920A-42C9-AEE0-3A0BF6AF4609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15C1F8C-D27A-4CE7-9DF4-4AFDB2880FA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DF283A3-AA81-4663-8764-64F64C723FD1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>
  <clbl:label id="{72f988bf-86f1-41af-91ab-2d7cd011db47}" enabled="0" method="" siteId="{72f988bf-86f1-41af-91ab-2d7cd011db4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27</Slides>
  <Notes>23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AI3617 Game Theory Course Project</vt:lpstr>
      <vt:lpstr>We are the champion!</vt:lpstr>
      <vt:lpstr>Introduction</vt:lpstr>
      <vt:lpstr>Introduction</vt:lpstr>
      <vt:lpstr>Solution Overview</vt:lpstr>
      <vt:lpstr>Rule Based Agent</vt:lpstr>
      <vt:lpstr>Rule Based Agent: Insight</vt:lpstr>
      <vt:lpstr>Rule Based Agent: Key</vt:lpstr>
      <vt:lpstr>Rule Based Agent: Policy Sampler</vt:lpstr>
      <vt:lpstr>Rule Based Agent: Policy Sampler</vt:lpstr>
      <vt:lpstr>Rule Based Agent: Behavior Logic</vt:lpstr>
      <vt:lpstr>Rule Based Agent: Behavior Logic</vt:lpstr>
      <vt:lpstr>Rule Based Agent: Comparison</vt:lpstr>
      <vt:lpstr>RL Agent</vt:lpstr>
      <vt:lpstr>RL Agent</vt:lpstr>
      <vt:lpstr>RL Agent: (RIN) Reward shaping Is all you Need </vt:lpstr>
      <vt:lpstr>RL Agent: (RIN) Reward shaping Is all you Need </vt:lpstr>
      <vt:lpstr>RL Agent: (RIN) Reward shaping Is all you Need </vt:lpstr>
      <vt:lpstr>RL Agent: (RIN) Reward shaping Is all you Need </vt:lpstr>
      <vt:lpstr>RL Agent: (RIN) Reward shaping Is all you Need </vt:lpstr>
      <vt:lpstr>RL Agent: (RIN) Reward shaping Is all you Need </vt:lpstr>
      <vt:lpstr>RL Agent: (RIN) Reward shaping Is all you Need </vt:lpstr>
      <vt:lpstr>Conclusion</vt:lpstr>
      <vt:lpstr>Team Contribution</vt:lpstr>
      <vt:lpstr>Resources</vt:lpstr>
      <vt:lpstr>Questions &amp; Answers</vt:lpstr>
      <vt:lpstr>Thanks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AI3617 Game Theory Course Project</dc:title>
  <dc:subject/>
  <dc:creator>Kailing Wang</dc:creator>
  <cp:keywords/>
  <dc:description/>
  <cp:revision>1</cp:revision>
  <dcterms:created xsi:type="dcterms:W3CDTF">2024-06-03T11:54:26Z</dcterms:created>
  <dcterms:modified xsi:type="dcterms:W3CDTF">2024-06-04T14:53:25Z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