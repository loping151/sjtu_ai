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D7D0A4-1F42-48C0-97B1-A571E3A371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D9F9B26-0A81-40C0-A6D4-B21D943A91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E56598-CCC2-477F-B21C-DC13738BB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3EF4-5830-442D-AFE8-76626760B51B}" type="datetimeFigureOut">
              <a:rPr lang="zh-CN" altLang="en-US" smtClean="0"/>
              <a:t>2024/5/21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9D6B43-205E-4108-975F-817E157C2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E10485-BC84-46DA-883E-6F3FABF99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F3874-5EEF-413F-AA62-A8E2AC1A9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18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13D0D6-5D96-426C-8226-FBD9B6CA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0DBECA-26A3-4B26-ACB0-99E5DE873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31C2D6-8207-497B-B371-3C609B9CA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3EF4-5830-442D-AFE8-76626760B51B}" type="datetimeFigureOut">
              <a:rPr lang="zh-CN" altLang="en-US" smtClean="0"/>
              <a:t>2024/5/21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752134-FB85-4975-B578-51353A4BB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5AC762-E5CD-41C7-9A8C-94CC0B137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F3874-5EEF-413F-AA62-A8E2AC1A9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855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40F71-0A0A-4548-AD82-B83F7857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EF1021-A2B5-48E1-BFE3-EE0D4F9E0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357F42-5A36-4148-B3E6-F4B4FD2A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3EF4-5830-442D-AFE8-76626760B51B}" type="datetimeFigureOut">
              <a:rPr lang="zh-CN" altLang="en-US" smtClean="0"/>
              <a:t>2024/5/21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6FA8DC-77FC-43FD-83DC-353A562E0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EDCDDE-0C5F-42F6-9B10-306026E88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F3874-5EEF-413F-AA62-A8E2AC1A9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562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F0AA0A-F87F-44F2-8546-39822B26C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A3B79-4BB4-41B2-890C-BA259D97A8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22A443-BD01-42F4-A937-C0EABB486F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604CB2-DEDD-4531-9503-69DEC0C05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3EF4-5830-442D-AFE8-76626760B51B}" type="datetimeFigureOut">
              <a:rPr lang="zh-CN" altLang="en-US" smtClean="0"/>
              <a:t>2024/5/21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FD162B-B72B-4DC8-B2C5-7AAC7A635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5A1926-9595-42B5-98FE-C3CDA19B9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F3874-5EEF-413F-AA62-A8E2AC1A9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395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7686C1-915A-497C-9286-7E7454405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CAA33A-D8D4-4805-A53C-8279DE5C1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564D45E-F628-4F26-A23B-44C1E1C2F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BBEA861-73BD-4D08-8F57-EBB66774F2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05E4880-0A60-42BC-B933-AE602BECC3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C3A0AF9-A825-4678-8C97-024C2559E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3EF4-5830-442D-AFE8-76626760B51B}" type="datetimeFigureOut">
              <a:rPr lang="zh-CN" altLang="en-US" smtClean="0"/>
              <a:t>2024/5/21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F8B76B1-7059-41F2-AEA0-0C6A59F40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BA5FE22-89F1-468E-AA32-775926A8D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F3874-5EEF-413F-AA62-A8E2AC1A9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999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C87A10-908D-47FE-9933-7AD6169EA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40D1BE6-A722-4B42-8AAD-9F1ED2F6F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3EF4-5830-442D-AFE8-76626760B51B}" type="datetimeFigureOut">
              <a:rPr lang="zh-CN" altLang="en-US" smtClean="0"/>
              <a:t>2024/5/21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FE945E6-08E4-4B37-B249-8EE55A1F4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07CF93-4305-4B48-8854-5BF0B3844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F3874-5EEF-413F-AA62-A8E2AC1A9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200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1110146-5798-4E31-97DD-241FC329A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3EF4-5830-442D-AFE8-76626760B51B}" type="datetimeFigureOut">
              <a:rPr lang="zh-CN" altLang="en-US" smtClean="0"/>
              <a:t>2024/5/21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2517CC-967D-4EF4-9047-3EA648B76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BCF1FF-D469-43E2-B85F-47463D407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F3874-5EEF-413F-AA62-A8E2AC1A9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57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300EE2-A787-4C74-80CF-DE48C536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6E97E8-E775-47D7-A150-1444D4B45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A68BD1-220B-4D9E-8CC0-F9A540DEB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FB0C16-3F40-41F7-82B2-CA30C47E3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3EF4-5830-442D-AFE8-76626760B51B}" type="datetimeFigureOut">
              <a:rPr lang="zh-CN" altLang="en-US" smtClean="0"/>
              <a:t>2024/5/21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A41504-E4B7-4D3A-B2AE-2A22CA60F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A145E1-64EF-492C-8735-2D7DE84F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F3874-5EEF-413F-AA62-A8E2AC1A9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169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318DBC-F56C-43A9-B78A-9A7B43EB4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264D189-3136-488A-8860-A50BC1ED5E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A3D79F-493C-4A86-9D2D-C44C67F11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C9AEFE-4098-4E67-B8D4-C975BEF51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3EF4-5830-442D-AFE8-76626760B51B}" type="datetimeFigureOut">
              <a:rPr lang="zh-CN" altLang="en-US" smtClean="0"/>
              <a:t>2024/5/21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E1362B-CA1B-41EB-8F71-86B2C9122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5859D0-0606-498B-BA91-480FA37E8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F3874-5EEF-413F-AA62-A8E2AC1A9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691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318612-921B-440A-BECF-BDB0D323B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CE39852-7212-4FA0-9ABC-8561183D8F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C80558-9B5A-4D2C-93BA-BD81095D7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3EF4-5830-442D-AFE8-76626760B51B}" type="datetimeFigureOut">
              <a:rPr lang="zh-CN" altLang="en-US" smtClean="0"/>
              <a:t>2024/5/21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B12723-163B-4FB9-A5BE-69C1BDA39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8BC920-589C-41E3-8414-CE18DD464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F3874-5EEF-413F-AA62-A8E2AC1A9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7542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4AD0E02-2AFE-41D8-A9DA-3CD6B673D1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222DA18-9235-4502-B97B-848C8D6612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6A86A1-058F-42BC-803E-0F906A2CA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3EF4-5830-442D-AFE8-76626760B51B}" type="datetimeFigureOut">
              <a:rPr lang="zh-CN" altLang="en-US" smtClean="0"/>
              <a:t>2024/5/21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CB1DA1-FD92-477D-BDA8-C39F4B06A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8E952E-C556-4D12-B87D-26A13A834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F3874-5EEF-413F-AA62-A8E2AC1A9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4454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A0A599F-1406-4CF3-AE42-54EBB422E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D5790C-4601-4DD4-BD4E-0875ADD59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8A6D5C-53F5-414C-8171-835C8CEB09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CB3EF4-5830-442D-AFE8-76626760B51B}" type="datetimeFigureOut">
              <a:rPr lang="zh-CN" altLang="en-US" smtClean="0"/>
              <a:t>2024/5/21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3F9E46-B8CD-44AF-998F-8C01E1214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E4E63F-82B3-4423-B9EA-DC84C8735C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F3874-5EEF-413F-AA62-A8E2AC1A9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354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组合 60">
            <a:extLst>
              <a:ext uri="{FF2B5EF4-FFF2-40B4-BE49-F238E27FC236}">
                <a16:creationId xmlns:a16="http://schemas.microsoft.com/office/drawing/2014/main" id="{21CA2658-EFF5-46DC-A5A8-CC519D69B706}"/>
              </a:ext>
            </a:extLst>
          </p:cNvPr>
          <p:cNvGrpSpPr/>
          <p:nvPr/>
        </p:nvGrpSpPr>
        <p:grpSpPr>
          <a:xfrm>
            <a:off x="1960330" y="1852180"/>
            <a:ext cx="8021013" cy="3248276"/>
            <a:chOff x="1960330" y="1852180"/>
            <a:chExt cx="8021013" cy="3248276"/>
          </a:xfrm>
        </p:grpSpPr>
        <p:sp>
          <p:nvSpPr>
            <p:cNvPr id="4" name="圆角矩形 76">
              <a:extLst>
                <a:ext uri="{FF2B5EF4-FFF2-40B4-BE49-F238E27FC236}">
                  <a16:creationId xmlns:a16="http://schemas.microsoft.com/office/drawing/2014/main" id="{E7CB63D1-24A7-41A0-A949-331884009270}"/>
                </a:ext>
              </a:extLst>
            </p:cNvPr>
            <p:cNvSpPr/>
            <p:nvPr/>
          </p:nvSpPr>
          <p:spPr>
            <a:xfrm>
              <a:off x="1962640" y="2974168"/>
              <a:ext cx="457199" cy="100643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vert="eaVert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</a:t>
              </a:r>
            </a:p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State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圆角矩形 76">
              <a:extLst>
                <a:ext uri="{FF2B5EF4-FFF2-40B4-BE49-F238E27FC236}">
                  <a16:creationId xmlns:a16="http://schemas.microsoft.com/office/drawing/2014/main" id="{0F7FAAB8-CEBB-463F-872C-D6058D8834B5}"/>
                </a:ext>
              </a:extLst>
            </p:cNvPr>
            <p:cNvSpPr/>
            <p:nvPr/>
          </p:nvSpPr>
          <p:spPr>
            <a:xfrm>
              <a:off x="1960330" y="4094018"/>
              <a:ext cx="457199" cy="100643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vert="eaVert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Task</a:t>
              </a:r>
            </a:p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Identity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流程图: 或者 7">
              <a:extLst>
                <a:ext uri="{FF2B5EF4-FFF2-40B4-BE49-F238E27FC236}">
                  <a16:creationId xmlns:a16="http://schemas.microsoft.com/office/drawing/2014/main" id="{11E3D49D-7B24-49E7-A99D-813E37CA1A90}"/>
                </a:ext>
              </a:extLst>
            </p:cNvPr>
            <p:cNvSpPr/>
            <p:nvPr/>
          </p:nvSpPr>
          <p:spPr>
            <a:xfrm>
              <a:off x="5245446" y="3361837"/>
              <a:ext cx="224317" cy="231102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4C7208E3-6B07-4630-B7EC-8BD78EB3B7EF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>
              <a:off x="2417529" y="4597236"/>
              <a:ext cx="1126292" cy="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梯形 10">
              <a:extLst>
                <a:ext uri="{FF2B5EF4-FFF2-40B4-BE49-F238E27FC236}">
                  <a16:creationId xmlns:a16="http://schemas.microsoft.com/office/drawing/2014/main" id="{83DDB421-46A1-4937-8A10-18F9B706F179}"/>
                </a:ext>
              </a:extLst>
            </p:cNvPr>
            <p:cNvSpPr/>
            <p:nvPr/>
          </p:nvSpPr>
          <p:spPr>
            <a:xfrm rot="5400000">
              <a:off x="3269200" y="4368639"/>
              <a:ext cx="1006437" cy="457196"/>
            </a:xfrm>
            <a:prstGeom prst="trapezoid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Embedding</a:t>
              </a:r>
            </a:p>
            <a:p>
              <a:pPr algn="ctr"/>
              <a:r>
                <a:rPr lang="en-US" altLang="zh-CN" sz="1050" dirty="0"/>
                <a:t>Layer</a:t>
              </a:r>
              <a:endParaRPr lang="zh-CN" altLang="en-US" sz="1050" dirty="0"/>
            </a:p>
          </p:txBody>
        </p: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DACFD7F7-12E4-49BC-B89D-185099CC4305}"/>
                </a:ext>
              </a:extLst>
            </p:cNvPr>
            <p:cNvCxnSpPr>
              <a:cxnSpLocks/>
              <a:stCxn id="4" idx="3"/>
              <a:endCxn id="8" idx="2"/>
            </p:cNvCxnSpPr>
            <p:nvPr/>
          </p:nvCxnSpPr>
          <p:spPr>
            <a:xfrm>
              <a:off x="2419839" y="3477387"/>
              <a:ext cx="2825607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DB2D5CB2-91C8-49BC-BC10-1595565977F3}"/>
                </a:ext>
              </a:extLst>
            </p:cNvPr>
            <p:cNvCxnSpPr>
              <a:cxnSpLocks/>
              <a:stCxn id="22" idx="0"/>
              <a:endCxn id="8" idx="4"/>
            </p:cNvCxnSpPr>
            <p:nvPr/>
          </p:nvCxnSpPr>
          <p:spPr>
            <a:xfrm flipV="1">
              <a:off x="5355334" y="3592939"/>
              <a:ext cx="2271" cy="50107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圆角矩形 76">
              <a:extLst>
                <a:ext uri="{FF2B5EF4-FFF2-40B4-BE49-F238E27FC236}">
                  <a16:creationId xmlns:a16="http://schemas.microsoft.com/office/drawing/2014/main" id="{6875D1C6-55A0-4AB9-AD2F-56E86738396F}"/>
                </a:ext>
              </a:extLst>
            </p:cNvPr>
            <p:cNvSpPr/>
            <p:nvPr/>
          </p:nvSpPr>
          <p:spPr>
            <a:xfrm>
              <a:off x="5126734" y="4094018"/>
              <a:ext cx="457199" cy="100643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vert="eaVert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Task</a:t>
              </a:r>
            </a:p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Embedding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6E91F819-67DB-4A38-ADC7-5EA9B673CBC5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V="1">
              <a:off x="4001017" y="4597236"/>
              <a:ext cx="1126291" cy="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BDC2B3EB-A003-419A-B7D7-46D4A8EA9E56}"/>
                </a:ext>
              </a:extLst>
            </p:cNvPr>
            <p:cNvCxnSpPr>
              <a:cxnSpLocks/>
            </p:cNvCxnSpPr>
            <p:nvPr/>
          </p:nvCxnSpPr>
          <p:spPr>
            <a:xfrm>
              <a:off x="5469763" y="3477386"/>
              <a:ext cx="112571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圆角矩形 76">
              <a:extLst>
                <a:ext uri="{FF2B5EF4-FFF2-40B4-BE49-F238E27FC236}">
                  <a16:creationId xmlns:a16="http://schemas.microsoft.com/office/drawing/2014/main" id="{140B1F32-161D-4415-B4B4-6551FFCA0F37}"/>
                </a:ext>
              </a:extLst>
            </p:cNvPr>
            <p:cNvSpPr/>
            <p:nvPr/>
          </p:nvSpPr>
          <p:spPr>
            <a:xfrm>
              <a:off x="6591197" y="2974168"/>
              <a:ext cx="457199" cy="100643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vert="eaVert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Embedded</a:t>
              </a:r>
            </a:p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State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梯形 32">
              <a:extLst>
                <a:ext uri="{FF2B5EF4-FFF2-40B4-BE49-F238E27FC236}">
                  <a16:creationId xmlns:a16="http://schemas.microsoft.com/office/drawing/2014/main" id="{181E1345-11CD-4E85-96C9-51EAB176F372}"/>
                </a:ext>
              </a:extLst>
            </p:cNvPr>
            <p:cNvSpPr/>
            <p:nvPr/>
          </p:nvSpPr>
          <p:spPr>
            <a:xfrm rot="5400000">
              <a:off x="7670894" y="2126801"/>
              <a:ext cx="1006437" cy="457196"/>
            </a:xfrm>
            <a:prstGeom prst="trapezoid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Critic</a:t>
              </a:r>
            </a:p>
            <a:p>
              <a:pPr algn="ctr"/>
              <a:r>
                <a:rPr lang="en-US" altLang="zh-CN" sz="1050" dirty="0"/>
                <a:t>Network</a:t>
              </a:r>
              <a:endParaRPr lang="zh-CN" altLang="en-US" sz="1050" dirty="0"/>
            </a:p>
          </p:txBody>
        </p:sp>
        <p:sp>
          <p:nvSpPr>
            <p:cNvPr id="34" name="圆角矩形 76">
              <a:extLst>
                <a:ext uri="{FF2B5EF4-FFF2-40B4-BE49-F238E27FC236}">
                  <a16:creationId xmlns:a16="http://schemas.microsoft.com/office/drawing/2014/main" id="{CA7FF8EE-AC08-468C-B7E5-474ACD944857}"/>
                </a:ext>
              </a:extLst>
            </p:cNvPr>
            <p:cNvSpPr/>
            <p:nvPr/>
          </p:nvSpPr>
          <p:spPr>
            <a:xfrm>
              <a:off x="1962641" y="1852181"/>
              <a:ext cx="457199" cy="100643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vert="eaVert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</a:t>
              </a:r>
            </a:p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Action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连接符: 肘形 34">
              <a:extLst>
                <a:ext uri="{FF2B5EF4-FFF2-40B4-BE49-F238E27FC236}">
                  <a16:creationId xmlns:a16="http://schemas.microsoft.com/office/drawing/2014/main" id="{E7E6D6CE-E87C-4180-9EE0-B11F10AD830C}"/>
                </a:ext>
              </a:extLst>
            </p:cNvPr>
            <p:cNvCxnSpPr>
              <a:cxnSpLocks/>
              <a:stCxn id="32" idx="3"/>
              <a:endCxn id="33" idx="3"/>
            </p:cNvCxnSpPr>
            <p:nvPr/>
          </p:nvCxnSpPr>
          <p:spPr>
            <a:xfrm flipV="1">
              <a:off x="7048396" y="2801469"/>
              <a:ext cx="1125717" cy="675918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3F1AA286-8325-4365-A65C-762B77D229D3}"/>
                </a:ext>
              </a:extLst>
            </p:cNvPr>
            <p:cNvCxnSpPr>
              <a:cxnSpLocks/>
              <a:stCxn id="34" idx="3"/>
              <a:endCxn id="33" idx="2"/>
            </p:cNvCxnSpPr>
            <p:nvPr/>
          </p:nvCxnSpPr>
          <p:spPr>
            <a:xfrm>
              <a:off x="2419840" y="2355400"/>
              <a:ext cx="55256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梯形 46">
              <a:extLst>
                <a:ext uri="{FF2B5EF4-FFF2-40B4-BE49-F238E27FC236}">
                  <a16:creationId xmlns:a16="http://schemas.microsoft.com/office/drawing/2014/main" id="{E4D4CFE3-3C8E-471D-B20F-4B3318584502}"/>
                </a:ext>
              </a:extLst>
            </p:cNvPr>
            <p:cNvSpPr/>
            <p:nvPr/>
          </p:nvSpPr>
          <p:spPr>
            <a:xfrm rot="5400000">
              <a:off x="7670893" y="4368640"/>
              <a:ext cx="1006437" cy="457196"/>
            </a:xfrm>
            <a:prstGeom prst="trapezoid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Actor</a:t>
              </a:r>
            </a:p>
            <a:p>
              <a:pPr algn="ctr"/>
              <a:r>
                <a:rPr lang="en-US" altLang="zh-CN" sz="1050" dirty="0"/>
                <a:t>Network</a:t>
              </a:r>
              <a:endParaRPr lang="zh-CN" altLang="en-US" sz="1050" dirty="0"/>
            </a:p>
          </p:txBody>
        </p:sp>
        <p:cxnSp>
          <p:nvCxnSpPr>
            <p:cNvPr id="48" name="连接符: 肘形 47">
              <a:extLst>
                <a:ext uri="{FF2B5EF4-FFF2-40B4-BE49-F238E27FC236}">
                  <a16:creationId xmlns:a16="http://schemas.microsoft.com/office/drawing/2014/main" id="{1BDB4307-B1FA-4078-8608-68459618F659}"/>
                </a:ext>
              </a:extLst>
            </p:cNvPr>
            <p:cNvCxnSpPr>
              <a:cxnSpLocks/>
              <a:stCxn id="32" idx="2"/>
              <a:endCxn id="47" idx="2"/>
            </p:cNvCxnSpPr>
            <p:nvPr/>
          </p:nvCxnSpPr>
          <p:spPr>
            <a:xfrm rot="16200000" flipH="1">
              <a:off x="7074338" y="3726063"/>
              <a:ext cx="616634" cy="1125717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99B3478D-7BA8-4729-9463-D28F8A5BEECE}"/>
                </a:ext>
              </a:extLst>
            </p:cNvPr>
            <p:cNvCxnSpPr>
              <a:cxnSpLocks/>
            </p:cNvCxnSpPr>
            <p:nvPr/>
          </p:nvCxnSpPr>
          <p:spPr>
            <a:xfrm>
              <a:off x="8402710" y="4597236"/>
              <a:ext cx="112143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圆角矩形 76">
              <a:extLst>
                <a:ext uri="{FF2B5EF4-FFF2-40B4-BE49-F238E27FC236}">
                  <a16:creationId xmlns:a16="http://schemas.microsoft.com/office/drawing/2014/main" id="{804F02B6-1B69-4070-ABEC-7E3E128233F8}"/>
                </a:ext>
              </a:extLst>
            </p:cNvPr>
            <p:cNvSpPr/>
            <p:nvPr/>
          </p:nvSpPr>
          <p:spPr>
            <a:xfrm>
              <a:off x="9524144" y="4094018"/>
              <a:ext cx="457199" cy="100643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vert="eaVert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</a:p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Action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FA1CE3FD-BB2E-4B95-92D9-08D0945CC2C1}"/>
                </a:ext>
              </a:extLst>
            </p:cNvPr>
            <p:cNvCxnSpPr>
              <a:cxnSpLocks/>
            </p:cNvCxnSpPr>
            <p:nvPr/>
          </p:nvCxnSpPr>
          <p:spPr>
            <a:xfrm>
              <a:off x="8402710" y="2361937"/>
              <a:ext cx="112143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圆角矩形 76">
              <a:extLst>
                <a:ext uri="{FF2B5EF4-FFF2-40B4-BE49-F238E27FC236}">
                  <a16:creationId xmlns:a16="http://schemas.microsoft.com/office/drawing/2014/main" id="{75A897E0-0D22-48DF-A3DA-BD37C5658D96}"/>
                </a:ext>
              </a:extLst>
            </p:cNvPr>
            <p:cNvSpPr/>
            <p:nvPr/>
          </p:nvSpPr>
          <p:spPr>
            <a:xfrm>
              <a:off x="9524143" y="1852180"/>
              <a:ext cx="457199" cy="100643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vert="eaVert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</a:p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Value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2762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20</Words>
  <Application>Microsoft Office PowerPoint</Application>
  <PresentationFormat>宽屏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xxy QwQ</dc:creator>
  <cp:lastModifiedBy>xxy QwQ</cp:lastModifiedBy>
  <cp:revision>385</cp:revision>
  <dcterms:created xsi:type="dcterms:W3CDTF">2023-12-16T11:39:07Z</dcterms:created>
  <dcterms:modified xsi:type="dcterms:W3CDTF">2024-05-21T14:11:53Z</dcterms:modified>
</cp:coreProperties>
</file>