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14"/>
  </p:notesMasterIdLst>
  <p:handoutMasterIdLst>
    <p:handoutMasterId r:id="rId15"/>
  </p:handoutMasterIdLst>
  <p:sldIdLst>
    <p:sldId id="325" r:id="rId3"/>
    <p:sldId id="467" r:id="rId4"/>
    <p:sldId id="524" r:id="rId5"/>
    <p:sldId id="525" r:id="rId6"/>
    <p:sldId id="527" r:id="rId7"/>
    <p:sldId id="528" r:id="rId8"/>
    <p:sldId id="529" r:id="rId9"/>
    <p:sldId id="530" r:id="rId10"/>
    <p:sldId id="531" r:id="rId11"/>
    <p:sldId id="526" r:id="rId12"/>
    <p:sldId id="532" r:id="rId13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o Ma" initials="CM" lastIdx="1" clrIdx="0">
    <p:extLst>
      <p:ext uri="{19B8F6BF-5375-455C-9EA6-DF929625EA0E}">
        <p15:presenceInfo xmlns:p15="http://schemas.microsoft.com/office/powerpoint/2012/main" userId="818eff4b2b87d1a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5A57"/>
    <a:srgbClr val="7E44AA"/>
    <a:srgbClr val="610E44"/>
    <a:srgbClr val="28A744"/>
    <a:srgbClr val="B5DF90"/>
    <a:srgbClr val="9FD081"/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32" y="186"/>
      </p:cViewPr>
      <p:guideLst>
        <p:guide pos="3863"/>
        <p:guide orient="horz" pos="1003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Kailing" userId="291a47e472658d09" providerId="Windows Live" clId="Web-{328A736F-A12C-4797-8735-0AB93C7F9EC6}"/>
    <pc:docChg chg="modSld">
      <pc:chgData name="Wang Kailing" userId="291a47e472658d09" providerId="Windows Live" clId="Web-{328A736F-A12C-4797-8735-0AB93C7F9EC6}" dt="2024-04-10T15:14:28.699" v="20" actId="1076"/>
      <pc:docMkLst>
        <pc:docMk/>
      </pc:docMkLst>
      <pc:sldChg chg="modSp">
        <pc:chgData name="Wang Kailing" userId="291a47e472658d09" providerId="Windows Live" clId="Web-{328A736F-A12C-4797-8735-0AB93C7F9EC6}" dt="2024-04-10T11:31:47.129" v="13" actId="14100"/>
        <pc:sldMkLst>
          <pc:docMk/>
          <pc:sldMk cId="2521375032" sldId="467"/>
        </pc:sldMkLst>
        <pc:spChg chg="mod">
          <ac:chgData name="Wang Kailing" userId="291a47e472658d09" providerId="Windows Live" clId="Web-{328A736F-A12C-4797-8735-0AB93C7F9EC6}" dt="2024-04-10T11:31:47.129" v="13" actId="14100"/>
          <ac:spMkLst>
            <pc:docMk/>
            <pc:sldMk cId="2521375032" sldId="467"/>
            <ac:spMk id="12" creationId="{AA0577D6-C5AC-AA43-25EC-9324CE1E6F84}"/>
          </ac:spMkLst>
        </pc:spChg>
      </pc:sldChg>
      <pc:sldChg chg="modSp">
        <pc:chgData name="Wang Kailing" userId="291a47e472658d09" providerId="Windows Live" clId="Web-{328A736F-A12C-4797-8735-0AB93C7F9EC6}" dt="2024-04-10T15:14:11.371" v="16" actId="20577"/>
        <pc:sldMkLst>
          <pc:docMk/>
          <pc:sldMk cId="1338532559" sldId="526"/>
        </pc:sldMkLst>
        <pc:spChg chg="mod">
          <ac:chgData name="Wang Kailing" userId="291a47e472658d09" providerId="Windows Live" clId="Web-{328A736F-A12C-4797-8735-0AB93C7F9EC6}" dt="2024-04-10T15:14:11.371" v="16" actId="20577"/>
          <ac:spMkLst>
            <pc:docMk/>
            <pc:sldMk cId="1338532559" sldId="526"/>
            <ac:spMk id="4" creationId="{00AB2F74-F513-1EA1-059B-4CF100893B1B}"/>
          </ac:spMkLst>
        </pc:spChg>
      </pc:sldChg>
      <pc:sldChg chg="modSp">
        <pc:chgData name="Wang Kailing" userId="291a47e472658d09" providerId="Windows Live" clId="Web-{328A736F-A12C-4797-8735-0AB93C7F9EC6}" dt="2024-04-10T15:14:28.699" v="20" actId="1076"/>
        <pc:sldMkLst>
          <pc:docMk/>
          <pc:sldMk cId="3291695112" sldId="528"/>
        </pc:sldMkLst>
        <pc:picChg chg="mod">
          <ac:chgData name="Wang Kailing" userId="291a47e472658d09" providerId="Windows Live" clId="Web-{328A736F-A12C-4797-8735-0AB93C7F9EC6}" dt="2024-04-10T15:14:28.699" v="20" actId="1076"/>
          <ac:picMkLst>
            <pc:docMk/>
            <pc:sldMk cId="3291695112" sldId="528"/>
            <ac:picMk id="4" creationId="{D788618D-CDFB-B0E9-EA22-D228CCD3B36F}"/>
          </ac:picMkLst>
        </pc:picChg>
      </pc:sldChg>
      <pc:sldChg chg="modSp">
        <pc:chgData name="Wang Kailing" userId="291a47e472658d09" providerId="Windows Live" clId="Web-{328A736F-A12C-4797-8735-0AB93C7F9EC6}" dt="2024-04-10T15:14:20.480" v="18" actId="20577"/>
        <pc:sldMkLst>
          <pc:docMk/>
          <pc:sldMk cId="2634277607" sldId="529"/>
        </pc:sldMkLst>
        <pc:spChg chg="mod">
          <ac:chgData name="Wang Kailing" userId="291a47e472658d09" providerId="Windows Live" clId="Web-{328A736F-A12C-4797-8735-0AB93C7F9EC6}" dt="2024-04-10T15:14:20.480" v="18" actId="20577"/>
          <ac:spMkLst>
            <pc:docMk/>
            <pc:sldMk cId="2634277607" sldId="529"/>
            <ac:spMk id="3" creationId="{A7C12A42-5FD3-8E42-CCD3-1057A99E55B4}"/>
          </ac:spMkLst>
        </pc:spChg>
      </pc:sldChg>
      <pc:sldChg chg="modSp">
        <pc:chgData name="Wang Kailing" userId="291a47e472658d09" providerId="Windows Live" clId="Web-{328A736F-A12C-4797-8735-0AB93C7F9EC6}" dt="2024-04-10T11:31:23.629" v="9" actId="20577"/>
        <pc:sldMkLst>
          <pc:docMk/>
          <pc:sldMk cId="2145308890" sldId="532"/>
        </pc:sldMkLst>
        <pc:spChg chg="mod">
          <ac:chgData name="Wang Kailing" userId="291a47e472658d09" providerId="Windows Live" clId="Web-{328A736F-A12C-4797-8735-0AB93C7F9EC6}" dt="2024-04-10T11:31:23.629" v="9" actId="20577"/>
          <ac:spMkLst>
            <pc:docMk/>
            <pc:sldMk cId="2145308890" sldId="532"/>
            <ac:spMk id="7" creationId="{4E910CA0-A0F1-FF11-FEF3-EC93CD990EED}"/>
          </ac:spMkLst>
        </pc:spChg>
      </pc:sldChg>
    </pc:docChg>
  </pc:docChgLst>
  <pc:docChgLst>
    <pc:chgData name="Kailing Wang" userId="291a47e472658d09" providerId="LiveId" clId="{369E7E57-9275-4892-AB02-77AD110DBE6D}"/>
    <pc:docChg chg="undo custSel modSld">
      <pc:chgData name="Kailing Wang" userId="291a47e472658d09" providerId="LiveId" clId="{369E7E57-9275-4892-AB02-77AD110DBE6D}" dt="2024-04-11T03:10:40.786" v="82" actId="1036"/>
      <pc:docMkLst>
        <pc:docMk/>
      </pc:docMkLst>
      <pc:sldChg chg="modSp mod">
        <pc:chgData name="Kailing Wang" userId="291a47e472658d09" providerId="LiveId" clId="{369E7E57-9275-4892-AB02-77AD110DBE6D}" dt="2024-04-11T03:10:40.786" v="82" actId="1036"/>
        <pc:sldMkLst>
          <pc:docMk/>
          <pc:sldMk cId="2100200800" sldId="531"/>
        </pc:sldMkLst>
        <pc:spChg chg="mod">
          <ac:chgData name="Kailing Wang" userId="291a47e472658d09" providerId="LiveId" clId="{369E7E57-9275-4892-AB02-77AD110DBE6D}" dt="2024-04-11T03:10:40.786" v="82" actId="1036"/>
          <ac:spMkLst>
            <pc:docMk/>
            <pc:sldMk cId="2100200800" sldId="531"/>
            <ac:spMk id="3" creationId="{A7C12A42-5FD3-8E42-CCD3-1057A99E55B4}"/>
          </ac:spMkLst>
        </pc:spChg>
      </pc:sldChg>
      <pc:sldChg chg="modSp mod modNotesTx">
        <pc:chgData name="Kailing Wang" userId="291a47e472658d09" providerId="LiveId" clId="{369E7E57-9275-4892-AB02-77AD110DBE6D}" dt="2024-04-10T16:10:38.843" v="25" actId="2711"/>
        <pc:sldMkLst>
          <pc:docMk/>
          <pc:sldMk cId="2145308890" sldId="532"/>
        </pc:sldMkLst>
        <pc:spChg chg="mod">
          <ac:chgData name="Kailing Wang" userId="291a47e472658d09" providerId="LiveId" clId="{369E7E57-9275-4892-AB02-77AD110DBE6D}" dt="2024-04-10T16:10:29.164" v="24" actId="2711"/>
          <ac:spMkLst>
            <pc:docMk/>
            <pc:sldMk cId="2145308890" sldId="532"/>
            <ac:spMk id="7" creationId="{4E910CA0-A0F1-FF11-FEF3-EC93CD990EED}"/>
          </ac:spMkLst>
        </pc:spChg>
      </pc:sldChg>
    </pc:docChg>
  </pc:docChgLst>
  <pc:docChgLst>
    <pc:chgData name="Wang Kailing" userId="291a47e472658d09" providerId="Windows Live" clId="Web-{C11AD7FA-66D3-40DC-B968-468EFF0C4373}"/>
    <pc:docChg chg="addSld modSld">
      <pc:chgData name="Wang Kailing" userId="291a47e472658d09" providerId="Windows Live" clId="Web-{C11AD7FA-66D3-40DC-B968-468EFF0C4373}" dt="2024-04-10T10:05:59.353" v="47" actId="20577"/>
      <pc:docMkLst>
        <pc:docMk/>
      </pc:docMkLst>
      <pc:sldChg chg="modSp">
        <pc:chgData name="Wang Kailing" userId="291a47e472658d09" providerId="Windows Live" clId="Web-{C11AD7FA-66D3-40DC-B968-468EFF0C4373}" dt="2024-04-10T10:05:59.353" v="47" actId="20577"/>
        <pc:sldMkLst>
          <pc:docMk/>
          <pc:sldMk cId="1338532559" sldId="526"/>
        </pc:sldMkLst>
        <pc:spChg chg="mod">
          <ac:chgData name="Wang Kailing" userId="291a47e472658d09" providerId="Windows Live" clId="Web-{C11AD7FA-66D3-40DC-B968-468EFF0C4373}" dt="2024-04-10T10:05:59.353" v="47" actId="20577"/>
          <ac:spMkLst>
            <pc:docMk/>
            <pc:sldMk cId="1338532559" sldId="526"/>
            <ac:spMk id="4" creationId="{00AB2F74-F513-1EA1-059B-4CF100893B1B}"/>
          </ac:spMkLst>
        </pc:spChg>
      </pc:sldChg>
      <pc:sldChg chg="addSp delSp modSp add replId modNotes">
        <pc:chgData name="Wang Kailing" userId="291a47e472658d09" providerId="Windows Live" clId="Web-{C11AD7FA-66D3-40DC-B968-468EFF0C4373}" dt="2024-04-10T10:03:05.223" v="42"/>
        <pc:sldMkLst>
          <pc:docMk/>
          <pc:sldMk cId="2145308890" sldId="532"/>
        </pc:sldMkLst>
        <pc:spChg chg="add del mod">
          <ac:chgData name="Wang Kailing" userId="291a47e472658d09" providerId="Windows Live" clId="Web-{C11AD7FA-66D3-40DC-B968-468EFF0C4373}" dt="2024-04-10T09:57:45.011" v="11"/>
          <ac:spMkLst>
            <pc:docMk/>
            <pc:sldMk cId="2145308890" sldId="532"/>
            <ac:spMk id="3" creationId="{9BECCFCD-5E1E-B092-CD22-AE39242DCD07}"/>
          </ac:spMkLst>
        </pc:spChg>
        <pc:spChg chg="add del mod">
          <ac:chgData name="Wang Kailing" userId="291a47e472658d09" providerId="Windows Live" clId="Web-{C11AD7FA-66D3-40DC-B968-468EFF0C4373}" dt="2024-04-10T09:57:52.652" v="13"/>
          <ac:spMkLst>
            <pc:docMk/>
            <pc:sldMk cId="2145308890" sldId="532"/>
            <ac:spMk id="5" creationId="{5CE61B88-D921-0FAC-CC6E-25CAFF15DCDE}"/>
          </ac:spMkLst>
        </pc:spChg>
        <pc:spChg chg="mod">
          <ac:chgData name="Wang Kailing" userId="291a47e472658d09" providerId="Windows Live" clId="Web-{C11AD7FA-66D3-40DC-B968-468EFF0C4373}" dt="2024-04-10T09:59:05.373" v="37" actId="20577"/>
          <ac:spMkLst>
            <pc:docMk/>
            <pc:sldMk cId="2145308890" sldId="532"/>
            <ac:spMk id="7" creationId="{4E910CA0-A0F1-FF11-FEF3-EC93CD990EED}"/>
          </ac:spMkLst>
        </pc:spChg>
        <pc:spChg chg="del mod">
          <ac:chgData name="Wang Kailing" userId="291a47e472658d09" providerId="Windows Live" clId="Web-{C11AD7FA-66D3-40DC-B968-468EFF0C4373}" dt="2024-04-10T09:57:43.917" v="10"/>
          <ac:spMkLst>
            <pc:docMk/>
            <pc:sldMk cId="2145308890" sldId="532"/>
            <ac:spMk id="8" creationId="{79A7964F-2A41-13D3-C628-3423FF33FD87}"/>
          </ac:spMkLst>
        </pc:spChg>
        <pc:spChg chg="del">
          <ac:chgData name="Wang Kailing" userId="291a47e472658d09" providerId="Windows Live" clId="Web-{C11AD7FA-66D3-40DC-B968-468EFF0C4373}" dt="2024-04-10T09:57:40.573" v="8"/>
          <ac:spMkLst>
            <pc:docMk/>
            <pc:sldMk cId="2145308890" sldId="532"/>
            <ac:spMk id="9" creationId="{22075774-F607-3897-947F-EFC07289B6B7}"/>
          </ac:spMkLst>
        </pc:spChg>
        <pc:spChg chg="mod">
          <ac:chgData name="Wang Kailing" userId="291a47e472658d09" providerId="Windows Live" clId="Web-{C11AD7FA-66D3-40DC-B968-468EFF0C4373}" dt="2024-04-10T09:57:49.480" v="12" actId="14100"/>
          <ac:spMkLst>
            <pc:docMk/>
            <pc:sldMk cId="2145308890" sldId="532"/>
            <ac:spMk id="10" creationId="{8D3AFEB6-7704-9188-D300-84121D5983BF}"/>
          </ac:spMkLst>
        </pc:spChg>
      </pc:sldChg>
    </pc:docChg>
  </pc:docChgLst>
  <pc:docChgLst>
    <pc:chgData name="Kailing Wang" userId="291a47e472658d09" providerId="LiveId" clId="{CB1C7811-639F-432C-904D-BB6E8815A17A}"/>
    <pc:docChg chg="custSel modSld">
      <pc:chgData name="Kailing Wang" userId="291a47e472658d09" providerId="LiveId" clId="{CB1C7811-639F-432C-904D-BB6E8815A17A}" dt="2024-10-03T11:40:39.665" v="1" actId="478"/>
      <pc:docMkLst>
        <pc:docMk/>
      </pc:docMkLst>
      <pc:sldChg chg="delSp mod delAnim">
        <pc:chgData name="Kailing Wang" userId="291a47e472658d09" providerId="LiveId" clId="{CB1C7811-639F-432C-904D-BB6E8815A17A}" dt="2024-10-03T11:40:35.806" v="0" actId="478"/>
        <pc:sldMkLst>
          <pc:docMk/>
          <pc:sldMk cId="3316343339" sldId="524"/>
        </pc:sldMkLst>
        <pc:picChg chg="del">
          <ac:chgData name="Kailing Wang" userId="291a47e472658d09" providerId="LiveId" clId="{CB1C7811-639F-432C-904D-BB6E8815A17A}" dt="2024-10-03T11:40:35.806" v="0" actId="478"/>
          <ac:picMkLst>
            <pc:docMk/>
            <pc:sldMk cId="3316343339" sldId="524"/>
            <ac:picMk id="3" creationId="{E6E2E3DC-4402-D582-31FF-65B13FCF9B64}"/>
          </ac:picMkLst>
        </pc:picChg>
      </pc:sldChg>
      <pc:sldChg chg="delSp mod delAnim">
        <pc:chgData name="Kailing Wang" userId="291a47e472658d09" providerId="LiveId" clId="{CB1C7811-639F-432C-904D-BB6E8815A17A}" dt="2024-10-03T11:40:39.665" v="1" actId="478"/>
        <pc:sldMkLst>
          <pc:docMk/>
          <pc:sldMk cId="3291695112" sldId="528"/>
        </pc:sldMkLst>
        <pc:picChg chg="del">
          <ac:chgData name="Kailing Wang" userId="291a47e472658d09" providerId="LiveId" clId="{CB1C7811-639F-432C-904D-BB6E8815A17A}" dt="2024-10-03T11:40:39.665" v="1" actId="478"/>
          <ac:picMkLst>
            <pc:docMk/>
            <pc:sldMk cId="3291695112" sldId="528"/>
            <ac:picMk id="4" creationId="{D788618D-CDFB-B0E9-EA22-D228CCD3B36F}"/>
          </ac:picMkLst>
        </pc:picChg>
      </pc:sldChg>
    </pc:docChg>
  </pc:docChgLst>
  <pc:docChgLst>
    <pc:chgData name="Kailing Wang" userId="291a47e472658d09" providerId="LiveId" clId="{91C638F4-C461-4500-A5D1-9924DE6290D5}"/>
    <pc:docChg chg="undo redo custSel addSld delSld modSld sldOrd">
      <pc:chgData name="Kailing Wang" userId="291a47e472658d09" providerId="LiveId" clId="{91C638F4-C461-4500-A5D1-9924DE6290D5}" dt="2024-03-30T00:45:14.834" v="3186" actId="20577"/>
      <pc:docMkLst>
        <pc:docMk/>
      </pc:docMkLst>
      <pc:sldChg chg="addSp delSp modSp mod delAnim modNotesTx">
        <pc:chgData name="Kailing Wang" userId="291a47e472658d09" providerId="LiveId" clId="{91C638F4-C461-4500-A5D1-9924DE6290D5}" dt="2024-03-29T13:13:24.397" v="691" actId="20577"/>
        <pc:sldMkLst>
          <pc:docMk/>
          <pc:sldMk cId="1091647774" sldId="325"/>
        </pc:sldMkLst>
        <pc:spChg chg="mod">
          <ac:chgData name="Kailing Wang" userId="291a47e472658d09" providerId="LiveId" clId="{91C638F4-C461-4500-A5D1-9924DE6290D5}" dt="2024-03-29T12:10:12.927" v="43" actId="1076"/>
          <ac:spMkLst>
            <pc:docMk/>
            <pc:sldMk cId="1091647774" sldId="325"/>
            <ac:spMk id="2" creationId="{DF7287C0-ABC7-A10B-6CA9-9722232D8149}"/>
          </ac:spMkLst>
        </pc:spChg>
        <pc:spChg chg="mod">
          <ac:chgData name="Kailing Wang" userId="291a47e472658d09" providerId="LiveId" clId="{91C638F4-C461-4500-A5D1-9924DE6290D5}" dt="2024-03-29T12:20:41.585" v="363" actId="20577"/>
          <ac:spMkLst>
            <pc:docMk/>
            <pc:sldMk cId="1091647774" sldId="325"/>
            <ac:spMk id="8" creationId="{4A5B01D4-54D2-22EC-FDB8-49CFF7D7D21C}"/>
          </ac:spMkLst>
        </pc:spChg>
        <pc:spChg chg="del">
          <ac:chgData name="Kailing Wang" userId="291a47e472658d09" providerId="LiveId" clId="{91C638F4-C461-4500-A5D1-9924DE6290D5}" dt="2024-03-29T12:09:53.649" v="17" actId="478"/>
          <ac:spMkLst>
            <pc:docMk/>
            <pc:sldMk cId="1091647774" sldId="325"/>
            <ac:spMk id="14" creationId="{C64258B1-E336-1ADD-CA81-BA71788F7FE2}"/>
          </ac:spMkLst>
        </pc:spChg>
        <pc:spChg chg="del">
          <ac:chgData name="Kailing Wang" userId="291a47e472658d09" providerId="LiveId" clId="{91C638F4-C461-4500-A5D1-9924DE6290D5}" dt="2024-03-29T12:09:51.892" v="15" actId="478"/>
          <ac:spMkLst>
            <pc:docMk/>
            <pc:sldMk cId="1091647774" sldId="325"/>
            <ac:spMk id="17" creationId="{4EB94009-A6C9-E04C-A781-6D4F8EBB0D0A}"/>
          </ac:spMkLst>
        </pc:spChg>
        <pc:grpChg chg="del">
          <ac:chgData name="Kailing Wang" userId="291a47e472658d09" providerId="LiveId" clId="{91C638F4-C461-4500-A5D1-9924DE6290D5}" dt="2024-03-29T12:09:50.438" v="14" actId="478"/>
          <ac:grpSpMkLst>
            <pc:docMk/>
            <pc:sldMk cId="1091647774" sldId="325"/>
            <ac:grpSpMk id="10" creationId="{66280D60-07FA-A85E-F8A6-52DF92BA3B25}"/>
          </ac:grpSpMkLst>
        </pc:grpChg>
        <pc:picChg chg="del">
          <ac:chgData name="Kailing Wang" userId="291a47e472658d09" providerId="LiveId" clId="{91C638F4-C461-4500-A5D1-9924DE6290D5}" dt="2024-03-29T12:09:49.147" v="13" actId="478"/>
          <ac:picMkLst>
            <pc:docMk/>
            <pc:sldMk cId="1091647774" sldId="325"/>
            <ac:picMk id="3" creationId="{AC707151-F3C5-19E2-A865-DE748EC8921A}"/>
          </ac:picMkLst>
        </pc:picChg>
        <pc:picChg chg="del mod">
          <ac:chgData name="Kailing Wang" userId="291a47e472658d09" providerId="LiveId" clId="{91C638F4-C461-4500-A5D1-9924DE6290D5}" dt="2024-03-29T12:18:50.044" v="351" actId="478"/>
          <ac:picMkLst>
            <pc:docMk/>
            <pc:sldMk cId="1091647774" sldId="325"/>
            <ac:picMk id="7" creationId="{5C8A64B4-18BF-A2D4-0F22-793FB857E01C}"/>
          </ac:picMkLst>
        </pc:picChg>
        <pc:picChg chg="add mod">
          <ac:chgData name="Kailing Wang" userId="291a47e472658d09" providerId="LiveId" clId="{91C638F4-C461-4500-A5D1-9924DE6290D5}" dt="2024-03-29T12:18:57.050" v="356" actId="1076"/>
          <ac:picMkLst>
            <pc:docMk/>
            <pc:sldMk cId="1091647774" sldId="325"/>
            <ac:picMk id="12" creationId="{C14F2646-6276-57DC-AEE1-BE3C680BB0DC}"/>
          </ac:picMkLst>
        </pc:picChg>
        <pc:picChg chg="del">
          <ac:chgData name="Kailing Wang" userId="291a47e472658d09" providerId="LiveId" clId="{91C638F4-C461-4500-A5D1-9924DE6290D5}" dt="2024-03-29T12:09:53.928" v="18" actId="478"/>
          <ac:picMkLst>
            <pc:docMk/>
            <pc:sldMk cId="1091647774" sldId="325"/>
            <ac:picMk id="16" creationId="{504F5085-C121-F569-5AAC-F3CF3BA896AF}"/>
          </ac:picMkLst>
        </pc:picChg>
        <pc:cxnChg chg="del">
          <ac:chgData name="Kailing Wang" userId="291a47e472658d09" providerId="LiveId" clId="{91C638F4-C461-4500-A5D1-9924DE6290D5}" dt="2024-03-29T12:09:52.366" v="16" actId="478"/>
          <ac:cxnSpMkLst>
            <pc:docMk/>
            <pc:sldMk cId="1091647774" sldId="325"/>
            <ac:cxnSpMk id="15" creationId="{4DE30E67-102F-BF37-58EF-57C59B4222DE}"/>
          </ac:cxnSpMkLst>
        </pc:cxnChg>
      </pc:sldChg>
      <pc:sldChg chg="del">
        <pc:chgData name="Kailing Wang" userId="291a47e472658d09" providerId="LiveId" clId="{91C638F4-C461-4500-A5D1-9924DE6290D5}" dt="2024-03-29T12:28:04.938" v="423" actId="47"/>
        <pc:sldMkLst>
          <pc:docMk/>
          <pc:sldMk cId="2531917773" sldId="326"/>
        </pc:sldMkLst>
      </pc:sldChg>
      <pc:sldChg chg="del">
        <pc:chgData name="Kailing Wang" userId="291a47e472658d09" providerId="LiveId" clId="{91C638F4-C461-4500-A5D1-9924DE6290D5}" dt="2024-03-29T12:28:05.803" v="424" actId="47"/>
        <pc:sldMkLst>
          <pc:docMk/>
          <pc:sldMk cId="2772386870" sldId="327"/>
        </pc:sldMkLst>
      </pc:sldChg>
      <pc:sldChg chg="del">
        <pc:chgData name="Kailing Wang" userId="291a47e472658d09" providerId="LiveId" clId="{91C638F4-C461-4500-A5D1-9924DE6290D5}" dt="2024-03-29T13:36:58.869" v="1265" actId="47"/>
        <pc:sldMkLst>
          <pc:docMk/>
          <pc:sldMk cId="2712135487" sldId="328"/>
        </pc:sldMkLst>
      </pc:sldChg>
      <pc:sldChg chg="del">
        <pc:chgData name="Kailing Wang" userId="291a47e472658d09" providerId="LiveId" clId="{91C638F4-C461-4500-A5D1-9924DE6290D5}" dt="2024-03-29T13:36:57.845" v="1263" actId="47"/>
        <pc:sldMkLst>
          <pc:docMk/>
          <pc:sldMk cId="2998112140" sldId="330"/>
        </pc:sldMkLst>
      </pc:sldChg>
      <pc:sldChg chg="del">
        <pc:chgData name="Kailing Wang" userId="291a47e472658d09" providerId="LiveId" clId="{91C638F4-C461-4500-A5D1-9924DE6290D5}" dt="2024-03-29T13:36:58.834" v="1264" actId="47"/>
        <pc:sldMkLst>
          <pc:docMk/>
          <pc:sldMk cId="2896712518" sldId="331"/>
        </pc:sldMkLst>
      </pc:sldChg>
      <pc:sldChg chg="del">
        <pc:chgData name="Kailing Wang" userId="291a47e472658d09" providerId="LiveId" clId="{91C638F4-C461-4500-A5D1-9924DE6290D5}" dt="2024-03-29T13:36:57.387" v="1261" actId="47"/>
        <pc:sldMkLst>
          <pc:docMk/>
          <pc:sldMk cId="216608973" sldId="334"/>
        </pc:sldMkLst>
      </pc:sldChg>
      <pc:sldChg chg="del">
        <pc:chgData name="Kailing Wang" userId="291a47e472658d09" providerId="LiveId" clId="{91C638F4-C461-4500-A5D1-9924DE6290D5}" dt="2024-03-29T13:05:38.415" v="476" actId="47"/>
        <pc:sldMkLst>
          <pc:docMk/>
          <pc:sldMk cId="912872823" sldId="336"/>
        </pc:sldMkLst>
      </pc:sldChg>
      <pc:sldChg chg="del">
        <pc:chgData name="Kailing Wang" userId="291a47e472658d09" providerId="LiveId" clId="{91C638F4-C461-4500-A5D1-9924DE6290D5}" dt="2024-03-29T13:36:59.653" v="1266" actId="47"/>
        <pc:sldMkLst>
          <pc:docMk/>
          <pc:sldMk cId="2132306445" sldId="337"/>
        </pc:sldMkLst>
      </pc:sldChg>
      <pc:sldChg chg="del">
        <pc:chgData name="Kailing Wang" userId="291a47e472658d09" providerId="LiveId" clId="{91C638F4-C461-4500-A5D1-9924DE6290D5}" dt="2024-03-29T13:37:01.615" v="1268" actId="47"/>
        <pc:sldMkLst>
          <pc:docMk/>
          <pc:sldMk cId="2370866111" sldId="338"/>
        </pc:sldMkLst>
      </pc:sldChg>
      <pc:sldChg chg="del">
        <pc:chgData name="Kailing Wang" userId="291a47e472658d09" providerId="LiveId" clId="{91C638F4-C461-4500-A5D1-9924DE6290D5}" dt="2024-03-29T13:37:00.975" v="1267" actId="47"/>
        <pc:sldMkLst>
          <pc:docMk/>
          <pc:sldMk cId="2727500628" sldId="339"/>
        </pc:sldMkLst>
      </pc:sldChg>
      <pc:sldChg chg="del">
        <pc:chgData name="Kailing Wang" userId="291a47e472658d09" providerId="LiveId" clId="{91C638F4-C461-4500-A5D1-9924DE6290D5}" dt="2024-03-29T12:28:06.416" v="425" actId="47"/>
        <pc:sldMkLst>
          <pc:docMk/>
          <pc:sldMk cId="1169355309" sldId="340"/>
        </pc:sldMkLst>
      </pc:sldChg>
      <pc:sldChg chg="del">
        <pc:chgData name="Kailing Wang" userId="291a47e472658d09" providerId="LiveId" clId="{91C638F4-C461-4500-A5D1-9924DE6290D5}" dt="2024-03-29T13:36:57.646" v="1262" actId="47"/>
        <pc:sldMkLst>
          <pc:docMk/>
          <pc:sldMk cId="128993709" sldId="341"/>
        </pc:sldMkLst>
      </pc:sldChg>
      <pc:sldChg chg="add del">
        <pc:chgData name="Kailing Wang" userId="291a47e472658d09" providerId="LiveId" clId="{91C638F4-C461-4500-A5D1-9924DE6290D5}" dt="2024-03-29T11:58:40.577" v="2" actId="47"/>
        <pc:sldMkLst>
          <pc:docMk/>
          <pc:sldMk cId="3360547398" sldId="464"/>
        </pc:sldMkLst>
      </pc:sldChg>
      <pc:sldChg chg="addSp delSp modSp del mod modClrScheme chgLayout">
        <pc:chgData name="Kailing Wang" userId="291a47e472658d09" providerId="LiveId" clId="{91C638F4-C461-4500-A5D1-9924DE6290D5}" dt="2024-03-29T12:09:47.183" v="12" actId="47"/>
        <pc:sldMkLst>
          <pc:docMk/>
          <pc:sldMk cId="3839397549" sldId="465"/>
        </pc:sldMkLst>
        <pc:spChg chg="del">
          <ac:chgData name="Kailing Wang" userId="291a47e472658d09" providerId="LiveId" clId="{91C638F4-C461-4500-A5D1-9924DE6290D5}" dt="2024-03-29T12:09:26.325" v="8" actId="478"/>
          <ac:spMkLst>
            <pc:docMk/>
            <pc:sldMk cId="3839397549" sldId="465"/>
            <ac:spMk id="2" creationId="{43555B50-8DC8-E7A6-DD3A-3EFC884E02C0}"/>
          </ac:spMkLst>
        </pc:spChg>
        <pc:spChg chg="del mod ord">
          <ac:chgData name="Kailing Wang" userId="291a47e472658d09" providerId="LiveId" clId="{91C638F4-C461-4500-A5D1-9924DE6290D5}" dt="2024-03-29T12:09:27.871" v="9" actId="478"/>
          <ac:spMkLst>
            <pc:docMk/>
            <pc:sldMk cId="3839397549" sldId="465"/>
            <ac:spMk id="4" creationId="{4E19098C-56A3-26D0-500A-7178EF452D5C}"/>
          </ac:spMkLst>
        </pc:spChg>
        <pc:spChg chg="mod ord">
          <ac:chgData name="Kailing Wang" userId="291a47e472658d09" providerId="LiveId" clId="{91C638F4-C461-4500-A5D1-9924DE6290D5}" dt="2024-03-29T12:09:23.426" v="6" actId="20577"/>
          <ac:spMkLst>
            <pc:docMk/>
            <pc:sldMk cId="3839397549" sldId="465"/>
            <ac:spMk id="5" creationId="{0BB9632C-C52F-4A01-B33D-F770CF6C3D5D}"/>
          </ac:spMkLst>
        </pc:spChg>
        <pc:spChg chg="mod ord">
          <ac:chgData name="Kailing Wang" userId="291a47e472658d09" providerId="LiveId" clId="{91C638F4-C461-4500-A5D1-9924DE6290D5}" dt="2024-03-29T12:09:20.816" v="4" actId="700"/>
          <ac:spMkLst>
            <pc:docMk/>
            <pc:sldMk cId="3839397549" sldId="465"/>
            <ac:spMk id="6" creationId="{A373E8A9-4D51-491F-AF93-792DA7D3859C}"/>
          </ac:spMkLst>
        </pc:spChg>
        <pc:spChg chg="del">
          <ac:chgData name="Kailing Wang" userId="291a47e472658d09" providerId="LiveId" clId="{91C638F4-C461-4500-A5D1-9924DE6290D5}" dt="2024-03-29T12:09:25.231" v="7" actId="478"/>
          <ac:spMkLst>
            <pc:docMk/>
            <pc:sldMk cId="3839397549" sldId="465"/>
            <ac:spMk id="7" creationId="{276C0AA5-4D90-0564-8400-E9B8734AA6B4}"/>
          </ac:spMkLst>
        </pc:spChg>
        <pc:spChg chg="add mod ord">
          <ac:chgData name="Kailing Wang" userId="291a47e472658d09" providerId="LiveId" clId="{91C638F4-C461-4500-A5D1-9924DE6290D5}" dt="2024-03-29T12:09:20.816" v="4" actId="700"/>
          <ac:spMkLst>
            <pc:docMk/>
            <pc:sldMk cId="3839397549" sldId="465"/>
            <ac:spMk id="8" creationId="{1CCC2B13-023E-4838-A55B-52F7E86B86BF}"/>
          </ac:spMkLst>
        </pc:spChg>
        <pc:spChg chg="add del mod">
          <ac:chgData name="Kailing Wang" userId="291a47e472658d09" providerId="LiveId" clId="{91C638F4-C461-4500-A5D1-9924DE6290D5}" dt="2024-03-29T12:09:29.655" v="10" actId="478"/>
          <ac:spMkLst>
            <pc:docMk/>
            <pc:sldMk cId="3839397549" sldId="465"/>
            <ac:spMk id="10" creationId="{EDC6AD77-F93C-2102-F94D-4970FB29E569}"/>
          </ac:spMkLst>
        </pc:spChg>
        <pc:picChg chg="del">
          <ac:chgData name="Kailing Wang" userId="291a47e472658d09" providerId="LiveId" clId="{91C638F4-C461-4500-A5D1-9924DE6290D5}" dt="2024-03-29T12:09:09.579" v="3" actId="478"/>
          <ac:picMkLst>
            <pc:docMk/>
            <pc:sldMk cId="3839397549" sldId="465"/>
            <ac:picMk id="1028" creationId="{BFA66B50-5376-6852-77DF-753CCDB2F478}"/>
          </ac:picMkLst>
        </pc:picChg>
      </pc:sldChg>
      <pc:sldChg chg="del">
        <pc:chgData name="Kailing Wang" userId="291a47e472658d09" providerId="LiveId" clId="{91C638F4-C461-4500-A5D1-9924DE6290D5}" dt="2024-03-29T13:37:02.371" v="1269" actId="47"/>
        <pc:sldMkLst>
          <pc:docMk/>
          <pc:sldMk cId="292346199" sldId="466"/>
        </pc:sldMkLst>
      </pc:sldChg>
      <pc:sldChg chg="addSp delSp modSp add mod modNotesTx">
        <pc:chgData name="Kailing Wang" userId="291a47e472658d09" providerId="LiveId" clId="{91C638F4-C461-4500-A5D1-9924DE6290D5}" dt="2024-03-29T16:00:42.457" v="3177" actId="115"/>
        <pc:sldMkLst>
          <pc:docMk/>
          <pc:sldMk cId="2521375032" sldId="467"/>
        </pc:sldMkLst>
        <pc:spChg chg="mod">
          <ac:chgData name="Kailing Wang" userId="291a47e472658d09" providerId="LiveId" clId="{91C638F4-C461-4500-A5D1-9924DE6290D5}" dt="2024-03-29T12:24:31.961" v="394" actId="20577"/>
          <ac:spMkLst>
            <pc:docMk/>
            <pc:sldMk cId="2521375032" sldId="467"/>
            <ac:spMk id="2" creationId="{DF7287C0-ABC7-A10B-6CA9-9722232D8149}"/>
          </ac:spMkLst>
        </pc:spChg>
        <pc:spChg chg="mod">
          <ac:chgData name="Kailing Wang" userId="291a47e472658d09" providerId="LiveId" clId="{91C638F4-C461-4500-A5D1-9924DE6290D5}" dt="2024-03-29T12:28:36.689" v="428" actId="1076"/>
          <ac:spMkLst>
            <pc:docMk/>
            <pc:sldMk cId="2521375032" sldId="467"/>
            <ac:spMk id="8" creationId="{4A5B01D4-54D2-22EC-FDB8-49CFF7D7D21C}"/>
          </ac:spMkLst>
        </pc:spChg>
        <pc:spChg chg="add mod">
          <ac:chgData name="Kailing Wang" userId="291a47e472658d09" providerId="LiveId" clId="{91C638F4-C461-4500-A5D1-9924DE6290D5}" dt="2024-03-29T16:00:42.457" v="3177" actId="115"/>
          <ac:spMkLst>
            <pc:docMk/>
            <pc:sldMk cId="2521375032" sldId="467"/>
            <ac:spMk id="12" creationId="{AA0577D6-C5AC-AA43-25EC-9324CE1E6F84}"/>
          </ac:spMkLst>
        </pc:spChg>
        <pc:spChg chg="add del mod">
          <ac:chgData name="Kailing Wang" userId="291a47e472658d09" providerId="LiveId" clId="{91C638F4-C461-4500-A5D1-9924DE6290D5}" dt="2024-03-29T12:24:41.545" v="399" actId="478"/>
          <ac:spMkLst>
            <pc:docMk/>
            <pc:sldMk cId="2521375032" sldId="467"/>
            <ac:spMk id="19" creationId="{F13E19D2-FDF7-97A9-7672-FA1D8EBD1447}"/>
          </ac:spMkLst>
        </pc:spChg>
        <pc:spChg chg="add mod">
          <ac:chgData name="Kailing Wang" userId="291a47e472658d09" providerId="LiveId" clId="{91C638F4-C461-4500-A5D1-9924DE6290D5}" dt="2024-03-29T12:31:28.623" v="464"/>
          <ac:spMkLst>
            <pc:docMk/>
            <pc:sldMk cId="2521375032" sldId="467"/>
            <ac:spMk id="20" creationId="{95E20CB2-085D-8303-283E-29286FFB47B6}"/>
          </ac:spMkLst>
        </pc:spChg>
        <pc:spChg chg="add mod">
          <ac:chgData name="Kailing Wang" userId="291a47e472658d09" providerId="LiveId" clId="{91C638F4-C461-4500-A5D1-9924DE6290D5}" dt="2024-03-29T12:32:01.823" v="473" actId="1076"/>
          <ac:spMkLst>
            <pc:docMk/>
            <pc:sldMk cId="2521375032" sldId="467"/>
            <ac:spMk id="21" creationId="{A0F465AC-FBDB-4C1E-73E2-0682DD403C64}"/>
          </ac:spMkLst>
        </pc:spChg>
        <pc:picChg chg="del">
          <ac:chgData name="Kailing Wang" userId="291a47e472658d09" providerId="LiveId" clId="{91C638F4-C461-4500-A5D1-9924DE6290D5}" dt="2024-03-29T12:19:01.878" v="357" actId="478"/>
          <ac:picMkLst>
            <pc:docMk/>
            <pc:sldMk cId="2521375032" sldId="467"/>
            <ac:picMk id="3" creationId="{AC707151-F3C5-19E2-A865-DE748EC8921A}"/>
          </ac:picMkLst>
        </pc:picChg>
        <pc:picChg chg="mod">
          <ac:chgData name="Kailing Wang" userId="291a47e472658d09" providerId="LiveId" clId="{91C638F4-C461-4500-A5D1-9924DE6290D5}" dt="2024-03-29T12:19:03.628" v="358" actId="1076"/>
          <ac:picMkLst>
            <pc:docMk/>
            <pc:sldMk cId="2521375032" sldId="467"/>
            <ac:picMk id="7" creationId="{5C8A64B4-18BF-A2D4-0F22-793FB857E01C}"/>
          </ac:picMkLst>
        </pc:picChg>
      </pc:sldChg>
      <pc:sldChg chg="addSp delSp modSp add mod ord delAnim modNotesTx">
        <pc:chgData name="Kailing Wang" userId="291a47e472658d09" providerId="LiveId" clId="{91C638F4-C461-4500-A5D1-9924DE6290D5}" dt="2024-03-29T16:01:30.532" v="3179"/>
        <pc:sldMkLst>
          <pc:docMk/>
          <pc:sldMk cId="3216005469" sldId="468"/>
        </pc:sldMkLst>
        <pc:spChg chg="mod">
          <ac:chgData name="Kailing Wang" userId="291a47e472658d09" providerId="LiveId" clId="{91C638F4-C461-4500-A5D1-9924DE6290D5}" dt="2024-03-29T13:08:06.720" v="553" actId="115"/>
          <ac:spMkLst>
            <pc:docMk/>
            <pc:sldMk cId="3216005469" sldId="468"/>
            <ac:spMk id="12" creationId="{AA0577D6-C5AC-AA43-25EC-9324CE1E6F84}"/>
          </ac:spMkLst>
        </pc:spChg>
        <pc:spChg chg="del">
          <ac:chgData name="Kailing Wang" userId="291a47e472658d09" providerId="LiveId" clId="{91C638F4-C461-4500-A5D1-9924DE6290D5}" dt="2024-03-29T12:29:44.032" v="434" actId="478"/>
          <ac:spMkLst>
            <pc:docMk/>
            <pc:sldMk cId="3216005469" sldId="468"/>
            <ac:spMk id="14" creationId="{C64258B1-E336-1ADD-CA81-BA71788F7FE2}"/>
          </ac:spMkLst>
        </pc:spChg>
        <pc:spChg chg="del">
          <ac:chgData name="Kailing Wang" userId="291a47e472658d09" providerId="LiveId" clId="{91C638F4-C461-4500-A5D1-9924DE6290D5}" dt="2024-03-29T12:29:44.032" v="434" actId="478"/>
          <ac:spMkLst>
            <pc:docMk/>
            <pc:sldMk cId="3216005469" sldId="468"/>
            <ac:spMk id="17" creationId="{4EB94009-A6C9-E04C-A781-6D4F8EBB0D0A}"/>
          </ac:spMkLst>
        </pc:spChg>
        <pc:spChg chg="add mod">
          <ac:chgData name="Kailing Wang" userId="291a47e472658d09" providerId="LiveId" clId="{91C638F4-C461-4500-A5D1-9924DE6290D5}" dt="2024-03-29T12:31:21.729" v="463" actId="1076"/>
          <ac:spMkLst>
            <pc:docMk/>
            <pc:sldMk cId="3216005469" sldId="468"/>
            <ac:spMk id="18" creationId="{5E34995C-9F17-B8AB-7FAB-395F6CC9B05D}"/>
          </ac:spMkLst>
        </pc:spChg>
        <pc:spChg chg="add mod">
          <ac:chgData name="Kailing Wang" userId="291a47e472658d09" providerId="LiveId" clId="{91C638F4-C461-4500-A5D1-9924DE6290D5}" dt="2024-03-29T12:32:07.680" v="475" actId="20577"/>
          <ac:spMkLst>
            <pc:docMk/>
            <pc:sldMk cId="3216005469" sldId="468"/>
            <ac:spMk id="19" creationId="{6E8A2F6D-D232-9CF7-E144-765BCBBF1E75}"/>
          </ac:spMkLst>
        </pc:spChg>
        <pc:grpChg chg="del">
          <ac:chgData name="Kailing Wang" userId="291a47e472658d09" providerId="LiveId" clId="{91C638F4-C461-4500-A5D1-9924DE6290D5}" dt="2024-03-29T12:29:41.398" v="433" actId="478"/>
          <ac:grpSpMkLst>
            <pc:docMk/>
            <pc:sldMk cId="3216005469" sldId="468"/>
            <ac:grpSpMk id="10" creationId="{66280D60-07FA-A85E-F8A6-52DF92BA3B25}"/>
          </ac:grpSpMkLst>
        </pc:grpChg>
        <pc:picChg chg="add del mod">
          <ac:chgData name="Kailing Wang" userId="291a47e472658d09" providerId="LiveId" clId="{91C638F4-C461-4500-A5D1-9924DE6290D5}" dt="2024-03-29T12:30:11.272" v="443" actId="478"/>
          <ac:picMkLst>
            <pc:docMk/>
            <pc:sldMk cId="3216005469" sldId="468"/>
            <ac:picMk id="11" creationId="{FE5CF4C2-E61E-8116-25CC-87399A5360BA}"/>
          </ac:picMkLst>
        </pc:picChg>
        <pc:picChg chg="del">
          <ac:chgData name="Kailing Wang" userId="291a47e472658d09" providerId="LiveId" clId="{91C638F4-C461-4500-A5D1-9924DE6290D5}" dt="2024-03-29T12:29:44.579" v="435" actId="478"/>
          <ac:picMkLst>
            <pc:docMk/>
            <pc:sldMk cId="3216005469" sldId="468"/>
            <ac:picMk id="16" creationId="{504F5085-C121-F569-5AAC-F3CF3BA896AF}"/>
          </ac:picMkLst>
        </pc:picChg>
        <pc:picChg chg="add mod">
          <ac:chgData name="Kailing Wang" userId="291a47e472658d09" providerId="LiveId" clId="{91C638F4-C461-4500-A5D1-9924DE6290D5}" dt="2024-03-29T13:32:33.079" v="1234"/>
          <ac:picMkLst>
            <pc:docMk/>
            <pc:sldMk cId="3216005469" sldId="468"/>
            <ac:picMk id="20" creationId="{D68C9905-5BCC-F79A-385C-64C2E6093D48}"/>
          </ac:picMkLst>
        </pc:picChg>
        <pc:picChg chg="add mod">
          <ac:chgData name="Kailing Wang" userId="291a47e472658d09" providerId="LiveId" clId="{91C638F4-C461-4500-A5D1-9924DE6290D5}" dt="2024-03-29T12:30:38.257" v="448" actId="14100"/>
          <ac:picMkLst>
            <pc:docMk/>
            <pc:sldMk cId="3216005469" sldId="468"/>
            <ac:picMk id="1026" creationId="{5916070A-C1B2-44CC-3374-179F38DA92DE}"/>
          </ac:picMkLst>
        </pc:picChg>
        <pc:cxnChg chg="del">
          <ac:chgData name="Kailing Wang" userId="291a47e472658d09" providerId="LiveId" clId="{91C638F4-C461-4500-A5D1-9924DE6290D5}" dt="2024-03-29T12:29:44.032" v="434" actId="478"/>
          <ac:cxnSpMkLst>
            <pc:docMk/>
            <pc:sldMk cId="3216005469" sldId="468"/>
            <ac:cxnSpMk id="15" creationId="{4DE30E67-102F-BF37-58EF-57C59B4222DE}"/>
          </ac:cxnSpMkLst>
        </pc:cxnChg>
      </pc:sldChg>
      <pc:sldChg chg="addSp delSp modSp add mod modNotesTx">
        <pc:chgData name="Kailing Wang" userId="291a47e472658d09" providerId="LiveId" clId="{91C638F4-C461-4500-A5D1-9924DE6290D5}" dt="2024-03-29T13:32:29.541" v="1233" actId="21"/>
        <pc:sldMkLst>
          <pc:docMk/>
          <pc:sldMk cId="929465483" sldId="469"/>
        </pc:sldMkLst>
        <pc:spChg chg="mod">
          <ac:chgData name="Kailing Wang" userId="291a47e472658d09" providerId="LiveId" clId="{91C638F4-C461-4500-A5D1-9924DE6290D5}" dt="2024-03-29T13:05:56.011" v="489" actId="20577"/>
          <ac:spMkLst>
            <pc:docMk/>
            <pc:sldMk cId="929465483" sldId="469"/>
            <ac:spMk id="2" creationId="{DF7287C0-ABC7-A10B-6CA9-9722232D8149}"/>
          </ac:spMkLst>
        </pc:spChg>
        <pc:spChg chg="add mod">
          <ac:chgData name="Kailing Wang" userId="291a47e472658d09" providerId="LiveId" clId="{91C638F4-C461-4500-A5D1-9924DE6290D5}" dt="2024-03-29T13:27:24.592" v="1175" actId="20577"/>
          <ac:spMkLst>
            <pc:docMk/>
            <pc:sldMk cId="929465483" sldId="469"/>
            <ac:spMk id="3" creationId="{EE5AF4D6-912B-7FA5-E383-6FCC0D214D02}"/>
          </ac:spMkLst>
        </pc:spChg>
        <pc:spChg chg="mod">
          <ac:chgData name="Kailing Wang" userId="291a47e472658d09" providerId="LiveId" clId="{91C638F4-C461-4500-A5D1-9924DE6290D5}" dt="2024-03-29T13:26:02.842" v="1162" actId="108"/>
          <ac:spMkLst>
            <pc:docMk/>
            <pc:sldMk cId="929465483" sldId="469"/>
            <ac:spMk id="8" creationId="{4A5B01D4-54D2-22EC-FDB8-49CFF7D7D21C}"/>
          </ac:spMkLst>
        </pc:spChg>
        <pc:spChg chg="add del mod">
          <ac:chgData name="Kailing Wang" userId="291a47e472658d09" providerId="LiveId" clId="{91C638F4-C461-4500-A5D1-9924DE6290D5}" dt="2024-03-29T13:12:51.875" v="665" actId="20577"/>
          <ac:spMkLst>
            <pc:docMk/>
            <pc:sldMk cId="929465483" sldId="469"/>
            <ac:spMk id="12" creationId="{AA0577D6-C5AC-AA43-25EC-9324CE1E6F84}"/>
          </ac:spMkLst>
        </pc:spChg>
        <pc:spChg chg="mod">
          <ac:chgData name="Kailing Wang" userId="291a47e472658d09" providerId="LiveId" clId="{91C638F4-C461-4500-A5D1-9924DE6290D5}" dt="2024-03-29T13:08:57.049" v="561" actId="20577"/>
          <ac:spMkLst>
            <pc:docMk/>
            <pc:sldMk cId="929465483" sldId="469"/>
            <ac:spMk id="18" creationId="{5E34995C-9F17-B8AB-7FAB-395F6CC9B05D}"/>
          </ac:spMkLst>
        </pc:spChg>
        <pc:spChg chg="del mod">
          <ac:chgData name="Kailing Wang" userId="291a47e472658d09" providerId="LiveId" clId="{91C638F4-C461-4500-A5D1-9924DE6290D5}" dt="2024-03-29T13:27:17.129" v="1170" actId="478"/>
          <ac:spMkLst>
            <pc:docMk/>
            <pc:sldMk cId="929465483" sldId="469"/>
            <ac:spMk id="19" creationId="{6E8A2F6D-D232-9CF7-E144-765BCBBF1E75}"/>
          </ac:spMkLst>
        </pc:spChg>
        <pc:picChg chg="add del mod">
          <ac:chgData name="Kailing Wang" userId="291a47e472658d09" providerId="LiveId" clId="{91C638F4-C461-4500-A5D1-9924DE6290D5}" dt="2024-03-29T13:32:29.541" v="1233" actId="21"/>
          <ac:picMkLst>
            <pc:docMk/>
            <pc:sldMk cId="929465483" sldId="469"/>
            <ac:picMk id="4" creationId="{D68C9905-5BCC-F79A-385C-64C2E6093D48}"/>
          </ac:picMkLst>
        </pc:picChg>
        <pc:picChg chg="del">
          <ac:chgData name="Kailing Wang" userId="291a47e472658d09" providerId="LiveId" clId="{91C638F4-C461-4500-A5D1-9924DE6290D5}" dt="2024-03-29T13:07:13.728" v="536" actId="478"/>
          <ac:picMkLst>
            <pc:docMk/>
            <pc:sldMk cId="929465483" sldId="469"/>
            <ac:picMk id="1026" creationId="{5916070A-C1B2-44CC-3374-179F38DA92DE}"/>
          </ac:picMkLst>
        </pc:picChg>
        <pc:picChg chg="add del mod">
          <ac:chgData name="Kailing Wang" userId="291a47e472658d09" providerId="LiveId" clId="{91C638F4-C461-4500-A5D1-9924DE6290D5}" dt="2024-03-29T13:07:29.495" v="545" actId="1076"/>
          <ac:picMkLst>
            <pc:docMk/>
            <pc:sldMk cId="929465483" sldId="469"/>
            <ac:picMk id="2050" creationId="{F736D07E-164C-B120-AA2E-3C124222A94C}"/>
          </ac:picMkLst>
        </pc:picChg>
      </pc:sldChg>
      <pc:sldChg chg="addSp delSp modSp add del mod modNotesTx">
        <pc:chgData name="Kailing Wang" userId="291a47e472658d09" providerId="LiveId" clId="{91C638F4-C461-4500-A5D1-9924DE6290D5}" dt="2024-03-29T13:37:03.109" v="1270" actId="47"/>
        <pc:sldMkLst>
          <pc:docMk/>
          <pc:sldMk cId="4239196905" sldId="519"/>
        </pc:sldMkLst>
        <pc:spChg chg="del">
          <ac:chgData name="Kailing Wang" userId="291a47e472658d09" providerId="LiveId" clId="{91C638F4-C461-4500-A5D1-9924DE6290D5}" dt="2024-03-29T13:26:35.686" v="1163" actId="478"/>
          <ac:spMkLst>
            <pc:docMk/>
            <pc:sldMk cId="4239196905" sldId="519"/>
            <ac:spMk id="2" creationId="{00000000-0000-0000-0000-000000000000}"/>
          </ac:spMkLst>
        </pc:spChg>
        <pc:spChg chg="add mod">
          <ac:chgData name="Kailing Wang" userId="291a47e472658d09" providerId="LiveId" clId="{91C638F4-C461-4500-A5D1-9924DE6290D5}" dt="2024-03-29T13:26:35.686" v="1163" actId="478"/>
          <ac:spMkLst>
            <pc:docMk/>
            <pc:sldMk cId="4239196905" sldId="519"/>
            <ac:spMk id="5" creationId="{AC3586D2-7AD9-6F9C-A37A-8557B2198C1F}"/>
          </ac:spMkLst>
        </pc:spChg>
        <pc:spChg chg="add del mod">
          <ac:chgData name="Kailing Wang" userId="291a47e472658d09" providerId="LiveId" clId="{91C638F4-C461-4500-A5D1-9924DE6290D5}" dt="2024-03-29T13:26:50.962" v="1167" actId="1076"/>
          <ac:spMkLst>
            <pc:docMk/>
            <pc:sldMk cId="4239196905" sldId="519"/>
            <ac:spMk id="8" creationId="{2DE67A53-4074-3994-98AB-18BCCEF5C950}"/>
          </ac:spMkLst>
        </pc:spChg>
        <pc:spChg chg="del">
          <ac:chgData name="Kailing Wang" userId="291a47e472658d09" providerId="LiveId" clId="{91C638F4-C461-4500-A5D1-9924DE6290D5}" dt="2024-03-29T13:12:15.377" v="658" actId="478"/>
          <ac:spMkLst>
            <pc:docMk/>
            <pc:sldMk cId="4239196905" sldId="519"/>
            <ac:spMk id="20" creationId="{509E4F0F-CBE1-4D41-A101-D28B36A710EC}"/>
          </ac:spMkLst>
        </pc:spChg>
      </pc:sldChg>
      <pc:sldChg chg="addSp delSp modSp add mod modAnim modNotesTx">
        <pc:chgData name="Kailing Wang" userId="291a47e472658d09" providerId="LiveId" clId="{91C638F4-C461-4500-A5D1-9924DE6290D5}" dt="2024-03-29T16:19:30.567" v="3181" actId="1076"/>
        <pc:sldMkLst>
          <pc:docMk/>
          <pc:sldMk cId="2858294669" sldId="520"/>
        </pc:sldMkLst>
        <pc:spChg chg="mod">
          <ac:chgData name="Kailing Wang" userId="291a47e472658d09" providerId="LiveId" clId="{91C638F4-C461-4500-A5D1-9924DE6290D5}" dt="2024-03-29T13:32:05.991" v="1224" actId="20577"/>
          <ac:spMkLst>
            <pc:docMk/>
            <pc:sldMk cId="2858294669" sldId="520"/>
            <ac:spMk id="2" creationId="{DF7287C0-ABC7-A10B-6CA9-9722232D8149}"/>
          </ac:spMkLst>
        </pc:spChg>
        <pc:spChg chg="add mod">
          <ac:chgData name="Kailing Wang" userId="291a47e472658d09" providerId="LiveId" clId="{91C638F4-C461-4500-A5D1-9924DE6290D5}" dt="2024-03-29T13:27:21.738" v="1174" actId="20577"/>
          <ac:spMkLst>
            <pc:docMk/>
            <pc:sldMk cId="2858294669" sldId="520"/>
            <ac:spMk id="3" creationId="{6BB813C8-3423-C02E-EF7A-162F2CB9E22B}"/>
          </ac:spMkLst>
        </pc:spChg>
        <pc:spChg chg="add mod">
          <ac:chgData name="Kailing Wang" userId="291a47e472658d09" providerId="LiveId" clId="{91C638F4-C461-4500-A5D1-9924DE6290D5}" dt="2024-03-29T14:06:10.981" v="1968" actId="14100"/>
          <ac:spMkLst>
            <pc:docMk/>
            <pc:sldMk cId="2858294669" sldId="520"/>
            <ac:spMk id="6" creationId="{5557A447-FAAD-ADBE-14E2-B5D2653E5ECD}"/>
          </ac:spMkLst>
        </pc:spChg>
        <pc:spChg chg="del">
          <ac:chgData name="Kailing Wang" userId="291a47e472658d09" providerId="LiveId" clId="{91C638F4-C461-4500-A5D1-9924DE6290D5}" dt="2024-03-29T13:32:21.169" v="1229" actId="478"/>
          <ac:spMkLst>
            <pc:docMk/>
            <pc:sldMk cId="2858294669" sldId="520"/>
            <ac:spMk id="8" creationId="{4A5B01D4-54D2-22EC-FDB8-49CFF7D7D21C}"/>
          </ac:spMkLst>
        </pc:spChg>
        <pc:spChg chg="add mod">
          <ac:chgData name="Kailing Wang" userId="291a47e472658d09" providerId="LiveId" clId="{91C638F4-C461-4500-A5D1-9924DE6290D5}" dt="2024-03-29T14:05:26.888" v="1940" actId="14100"/>
          <ac:spMkLst>
            <pc:docMk/>
            <pc:sldMk cId="2858294669" sldId="520"/>
            <ac:spMk id="9" creationId="{A5C6DD03-7709-D14A-91BD-F93F9F1ADA37}"/>
          </ac:spMkLst>
        </pc:spChg>
        <pc:spChg chg="del">
          <ac:chgData name="Kailing Wang" userId="291a47e472658d09" providerId="LiveId" clId="{91C638F4-C461-4500-A5D1-9924DE6290D5}" dt="2024-03-29T13:32:16.773" v="1227" actId="478"/>
          <ac:spMkLst>
            <pc:docMk/>
            <pc:sldMk cId="2858294669" sldId="520"/>
            <ac:spMk id="12" creationId="{AA0577D6-C5AC-AA43-25EC-9324CE1E6F84}"/>
          </ac:spMkLst>
        </pc:spChg>
        <pc:spChg chg="mod">
          <ac:chgData name="Kailing Wang" userId="291a47e472658d09" providerId="LiveId" clId="{91C638F4-C461-4500-A5D1-9924DE6290D5}" dt="2024-03-29T13:37:21.142" v="1288" actId="20577"/>
          <ac:spMkLst>
            <pc:docMk/>
            <pc:sldMk cId="2858294669" sldId="520"/>
            <ac:spMk id="18" creationId="{5E34995C-9F17-B8AB-7FAB-395F6CC9B05D}"/>
          </ac:spMkLst>
        </pc:spChg>
        <pc:spChg chg="del mod">
          <ac:chgData name="Kailing Wang" userId="291a47e472658d09" providerId="LiveId" clId="{91C638F4-C461-4500-A5D1-9924DE6290D5}" dt="2024-03-29T13:27:19.791" v="1172" actId="478"/>
          <ac:spMkLst>
            <pc:docMk/>
            <pc:sldMk cId="2858294669" sldId="520"/>
            <ac:spMk id="19" creationId="{6E8A2F6D-D232-9CF7-E144-765BCBBF1E75}"/>
          </ac:spMkLst>
        </pc:spChg>
        <pc:picChg chg="add mod">
          <ac:chgData name="Kailing Wang" userId="291a47e472658d09" providerId="LiveId" clId="{91C638F4-C461-4500-A5D1-9924DE6290D5}" dt="2024-03-29T13:32:00.429" v="1219" actId="1076"/>
          <ac:picMkLst>
            <pc:docMk/>
            <pc:sldMk cId="2858294669" sldId="520"/>
            <ac:picMk id="4" creationId="{FF60AF5A-DA82-0B04-D6A5-D512C48E8D88}"/>
          </ac:picMkLst>
        </pc:picChg>
        <pc:picChg chg="add mod">
          <ac:chgData name="Kailing Wang" userId="291a47e472658d09" providerId="LiveId" clId="{91C638F4-C461-4500-A5D1-9924DE6290D5}" dt="2024-03-29T16:19:30.567" v="3181" actId="1076"/>
          <ac:picMkLst>
            <pc:docMk/>
            <pc:sldMk cId="2858294669" sldId="520"/>
            <ac:picMk id="5" creationId="{9DB66EF5-2064-ED40-D494-4B311DE96D54}"/>
          </ac:picMkLst>
        </pc:picChg>
        <pc:picChg chg="add mod ord">
          <ac:chgData name="Kailing Wang" userId="291a47e472658d09" providerId="LiveId" clId="{91C638F4-C461-4500-A5D1-9924DE6290D5}" dt="2024-03-29T13:43:09.953" v="1444" actId="1076"/>
          <ac:picMkLst>
            <pc:docMk/>
            <pc:sldMk cId="2858294669" sldId="520"/>
            <ac:picMk id="10" creationId="{9EAB1020-63D9-CA58-3E44-471A027D5B0B}"/>
          </ac:picMkLst>
        </pc:picChg>
        <pc:picChg chg="add mod">
          <ac:chgData name="Kailing Wang" userId="291a47e472658d09" providerId="LiveId" clId="{91C638F4-C461-4500-A5D1-9924DE6290D5}" dt="2024-03-29T13:43:12.487" v="1445" actId="1076"/>
          <ac:picMkLst>
            <pc:docMk/>
            <pc:sldMk cId="2858294669" sldId="520"/>
            <ac:picMk id="11" creationId="{870AF28F-3FB8-5910-FF79-486A5BEA9DEB}"/>
          </ac:picMkLst>
        </pc:picChg>
        <pc:picChg chg="del">
          <ac:chgData name="Kailing Wang" userId="291a47e472658d09" providerId="LiveId" clId="{91C638F4-C461-4500-A5D1-9924DE6290D5}" dt="2024-03-29T13:32:21.451" v="1230" actId="478"/>
          <ac:picMkLst>
            <pc:docMk/>
            <pc:sldMk cId="2858294669" sldId="520"/>
            <ac:picMk id="2050" creationId="{F736D07E-164C-B120-AA2E-3C124222A94C}"/>
          </ac:picMkLst>
        </pc:picChg>
      </pc:sldChg>
      <pc:sldChg chg="delSp modSp add del mod delAnim">
        <pc:chgData name="Kailing Wang" userId="291a47e472658d09" providerId="LiveId" clId="{91C638F4-C461-4500-A5D1-9924DE6290D5}" dt="2024-03-29T13:49:32.041" v="1517" actId="47"/>
        <pc:sldMkLst>
          <pc:docMk/>
          <pc:sldMk cId="2714273401" sldId="521"/>
        </pc:sldMkLst>
        <pc:spChg chg="mod">
          <ac:chgData name="Kailing Wang" userId="291a47e472658d09" providerId="LiveId" clId="{91C638F4-C461-4500-A5D1-9924DE6290D5}" dt="2024-03-29T13:48:52.703" v="1510" actId="20577"/>
          <ac:spMkLst>
            <pc:docMk/>
            <pc:sldMk cId="2714273401" sldId="521"/>
            <ac:spMk id="3" creationId="{6BB813C8-3423-C02E-EF7A-162F2CB9E22B}"/>
          </ac:spMkLst>
        </pc:spChg>
        <pc:spChg chg="mod">
          <ac:chgData name="Kailing Wang" userId="291a47e472658d09" providerId="LiveId" clId="{91C638F4-C461-4500-A5D1-9924DE6290D5}" dt="2024-03-29T13:48:57.778" v="1515" actId="20577"/>
          <ac:spMkLst>
            <pc:docMk/>
            <pc:sldMk cId="2714273401" sldId="521"/>
            <ac:spMk id="18" creationId="{5E34995C-9F17-B8AB-7FAB-395F6CC9B05D}"/>
          </ac:spMkLst>
        </pc:spChg>
        <pc:picChg chg="del">
          <ac:chgData name="Kailing Wang" userId="291a47e472658d09" providerId="LiveId" clId="{91C638F4-C461-4500-A5D1-9924DE6290D5}" dt="2024-03-29T13:49:05.039" v="1516" actId="478"/>
          <ac:picMkLst>
            <pc:docMk/>
            <pc:sldMk cId="2714273401" sldId="521"/>
            <ac:picMk id="5" creationId="{9DB66EF5-2064-ED40-D494-4B311DE96D54}"/>
          </ac:picMkLst>
        </pc:picChg>
      </pc:sldChg>
      <pc:sldChg chg="addSp delSp modSp add mod modAnim modNotesTx">
        <pc:chgData name="Kailing Wang" userId="291a47e472658d09" providerId="LiveId" clId="{91C638F4-C461-4500-A5D1-9924DE6290D5}" dt="2024-03-29T16:26:13.312" v="3182" actId="14100"/>
        <pc:sldMkLst>
          <pc:docMk/>
          <pc:sldMk cId="2800242193" sldId="521"/>
        </pc:sldMkLst>
        <pc:spChg chg="mod">
          <ac:chgData name="Kailing Wang" userId="291a47e472658d09" providerId="LiveId" clId="{91C638F4-C461-4500-A5D1-9924DE6290D5}" dt="2024-03-29T13:50:52.784" v="1529" actId="20577"/>
          <ac:spMkLst>
            <pc:docMk/>
            <pc:sldMk cId="2800242193" sldId="521"/>
            <ac:spMk id="2" creationId="{DF7287C0-ABC7-A10B-6CA9-9722232D8149}"/>
          </ac:spMkLst>
        </pc:spChg>
        <pc:spChg chg="mod">
          <ac:chgData name="Kailing Wang" userId="291a47e472658d09" providerId="LiveId" clId="{91C638F4-C461-4500-A5D1-9924DE6290D5}" dt="2024-03-29T13:49:37.842" v="1520" actId="20577"/>
          <ac:spMkLst>
            <pc:docMk/>
            <pc:sldMk cId="2800242193" sldId="521"/>
            <ac:spMk id="3" creationId="{EE5AF4D6-912B-7FA5-E383-6FCC0D214D02}"/>
          </ac:spMkLst>
        </pc:spChg>
        <pc:spChg chg="mod">
          <ac:chgData name="Kailing Wang" userId="291a47e472658d09" providerId="LiveId" clId="{91C638F4-C461-4500-A5D1-9924DE6290D5}" dt="2024-03-29T16:26:13.312" v="3182" actId="14100"/>
          <ac:spMkLst>
            <pc:docMk/>
            <pc:sldMk cId="2800242193" sldId="521"/>
            <ac:spMk id="8" creationId="{4A5B01D4-54D2-22EC-FDB8-49CFF7D7D21C}"/>
          </ac:spMkLst>
        </pc:spChg>
        <pc:spChg chg="mod">
          <ac:chgData name="Kailing Wang" userId="291a47e472658d09" providerId="LiveId" clId="{91C638F4-C461-4500-A5D1-9924DE6290D5}" dt="2024-03-29T13:52:41.325" v="1612" actId="20577"/>
          <ac:spMkLst>
            <pc:docMk/>
            <pc:sldMk cId="2800242193" sldId="521"/>
            <ac:spMk id="12" creationId="{AA0577D6-C5AC-AA43-25EC-9324CE1E6F84}"/>
          </ac:spMkLst>
        </pc:spChg>
        <pc:spChg chg="mod">
          <ac:chgData name="Kailing Wang" userId="291a47e472658d09" providerId="LiveId" clId="{91C638F4-C461-4500-A5D1-9924DE6290D5}" dt="2024-03-29T14:12:47.950" v="1988" actId="20577"/>
          <ac:spMkLst>
            <pc:docMk/>
            <pc:sldMk cId="2800242193" sldId="521"/>
            <ac:spMk id="18" creationId="{5E34995C-9F17-B8AB-7FAB-395F6CC9B05D}"/>
          </ac:spMkLst>
        </pc:spChg>
        <pc:picChg chg="add mod">
          <ac:chgData name="Kailing Wang" userId="291a47e472658d09" providerId="LiveId" clId="{91C638F4-C461-4500-A5D1-9924DE6290D5}" dt="2024-03-29T14:16:49.439" v="2063" actId="1076"/>
          <ac:picMkLst>
            <pc:docMk/>
            <pc:sldMk cId="2800242193" sldId="521"/>
            <ac:picMk id="5" creationId="{D592370F-9466-2ED1-366E-B1C2F2716799}"/>
          </ac:picMkLst>
        </pc:picChg>
        <pc:picChg chg="add mod">
          <ac:chgData name="Kailing Wang" userId="291a47e472658d09" providerId="LiveId" clId="{91C638F4-C461-4500-A5D1-9924DE6290D5}" dt="2024-03-29T14:16:38.596" v="2061"/>
          <ac:picMkLst>
            <pc:docMk/>
            <pc:sldMk cId="2800242193" sldId="521"/>
            <ac:picMk id="6" creationId="{BB0570D5-49B6-FFB3-5ABA-F9FD20939EC1}"/>
          </ac:picMkLst>
        </pc:picChg>
        <pc:picChg chg="mod">
          <ac:chgData name="Kailing Wang" userId="291a47e472658d09" providerId="LiveId" clId="{91C638F4-C461-4500-A5D1-9924DE6290D5}" dt="2024-03-29T13:53:27.415" v="1619" actId="1076"/>
          <ac:picMkLst>
            <pc:docMk/>
            <pc:sldMk cId="2800242193" sldId="521"/>
            <ac:picMk id="7" creationId="{5C8A64B4-18BF-A2D4-0F22-793FB857E01C}"/>
          </ac:picMkLst>
        </pc:picChg>
        <pc:picChg chg="del">
          <ac:chgData name="Kailing Wang" userId="291a47e472658d09" providerId="LiveId" clId="{91C638F4-C461-4500-A5D1-9924DE6290D5}" dt="2024-03-29T13:52:46.899" v="1613" actId="478"/>
          <ac:picMkLst>
            <pc:docMk/>
            <pc:sldMk cId="2800242193" sldId="521"/>
            <ac:picMk id="2050" creationId="{F736D07E-164C-B120-AA2E-3C124222A94C}"/>
          </ac:picMkLst>
        </pc:picChg>
      </pc:sldChg>
      <pc:sldChg chg="addSp delSp modSp add mod delAnim modAnim">
        <pc:chgData name="Kailing Wang" userId="291a47e472658d09" providerId="LiveId" clId="{91C638F4-C461-4500-A5D1-9924DE6290D5}" dt="2024-03-30T00:45:14.834" v="3186" actId="20577"/>
        <pc:sldMkLst>
          <pc:docMk/>
          <pc:sldMk cId="1162523643" sldId="522"/>
        </pc:sldMkLst>
        <pc:spChg chg="mod">
          <ac:chgData name="Kailing Wang" userId="291a47e472658d09" providerId="LiveId" clId="{91C638F4-C461-4500-A5D1-9924DE6290D5}" dt="2024-03-29T14:13:09.970" v="2012" actId="20577"/>
          <ac:spMkLst>
            <pc:docMk/>
            <pc:sldMk cId="1162523643" sldId="522"/>
            <ac:spMk id="2" creationId="{DF7287C0-ABC7-A10B-6CA9-9722232D8149}"/>
          </ac:spMkLst>
        </pc:spChg>
        <pc:spChg chg="mod">
          <ac:chgData name="Kailing Wang" userId="291a47e472658d09" providerId="LiveId" clId="{91C638F4-C461-4500-A5D1-9924DE6290D5}" dt="2024-03-29T14:50:27.499" v="3049" actId="20577"/>
          <ac:spMkLst>
            <pc:docMk/>
            <pc:sldMk cId="1162523643" sldId="522"/>
            <ac:spMk id="3" creationId="{EE5AF4D6-912B-7FA5-E383-6FCC0D214D02}"/>
          </ac:spMkLst>
        </pc:spChg>
        <pc:spChg chg="add mod">
          <ac:chgData name="Kailing Wang" userId="291a47e472658d09" providerId="LiveId" clId="{91C638F4-C461-4500-A5D1-9924DE6290D5}" dt="2024-03-29T14:26:30.226" v="2231" actId="14100"/>
          <ac:spMkLst>
            <pc:docMk/>
            <pc:sldMk cId="1162523643" sldId="522"/>
            <ac:spMk id="6" creationId="{25F6D671-39B7-8995-D33F-EEFE4C825D9F}"/>
          </ac:spMkLst>
        </pc:spChg>
        <pc:spChg chg="del mod">
          <ac:chgData name="Kailing Wang" userId="291a47e472658d09" providerId="LiveId" clId="{91C638F4-C461-4500-A5D1-9924DE6290D5}" dt="2024-03-29T14:16:54.851" v="2066" actId="478"/>
          <ac:spMkLst>
            <pc:docMk/>
            <pc:sldMk cId="1162523643" sldId="522"/>
            <ac:spMk id="8" creationId="{4A5B01D4-54D2-22EC-FDB8-49CFF7D7D21C}"/>
          </ac:spMkLst>
        </pc:spChg>
        <pc:spChg chg="add del">
          <ac:chgData name="Kailing Wang" userId="291a47e472658d09" providerId="LiveId" clId="{91C638F4-C461-4500-A5D1-9924DE6290D5}" dt="2024-03-29T14:18:49.463" v="2118" actId="11529"/>
          <ac:spMkLst>
            <pc:docMk/>
            <pc:sldMk cId="1162523643" sldId="522"/>
            <ac:spMk id="9" creationId="{73EAE86F-0D82-BF4F-48FA-36BAFCA1DE51}"/>
          </ac:spMkLst>
        </pc:spChg>
        <pc:spChg chg="add mod">
          <ac:chgData name="Kailing Wang" userId="291a47e472658d09" providerId="LiveId" clId="{91C638F4-C461-4500-A5D1-9924DE6290D5}" dt="2024-03-29T14:20:33.324" v="2134" actId="1076"/>
          <ac:spMkLst>
            <pc:docMk/>
            <pc:sldMk cId="1162523643" sldId="522"/>
            <ac:spMk id="10" creationId="{78874659-EE1E-766B-44D1-BA3A334A6220}"/>
          </ac:spMkLst>
        </pc:spChg>
        <pc:spChg chg="add del">
          <ac:chgData name="Kailing Wang" userId="291a47e472658d09" providerId="LiveId" clId="{91C638F4-C461-4500-A5D1-9924DE6290D5}" dt="2024-03-29T14:20:06.586" v="2125" actId="11529"/>
          <ac:spMkLst>
            <pc:docMk/>
            <pc:sldMk cId="1162523643" sldId="522"/>
            <ac:spMk id="11" creationId="{5E24EC10-82AD-B174-C530-43C6BB1DB8B2}"/>
          </ac:spMkLst>
        </pc:spChg>
        <pc:spChg chg="mod">
          <ac:chgData name="Kailing Wang" userId="291a47e472658d09" providerId="LiveId" clId="{91C638F4-C461-4500-A5D1-9924DE6290D5}" dt="2024-03-29T16:27:54.660" v="3183" actId="1076"/>
          <ac:spMkLst>
            <pc:docMk/>
            <pc:sldMk cId="1162523643" sldId="522"/>
            <ac:spMk id="12" creationId="{AA0577D6-C5AC-AA43-25EC-9324CE1E6F84}"/>
          </ac:spMkLst>
        </pc:spChg>
        <pc:spChg chg="add mod">
          <ac:chgData name="Kailing Wang" userId="291a47e472658d09" providerId="LiveId" clId="{91C638F4-C461-4500-A5D1-9924DE6290D5}" dt="2024-03-29T14:20:31.441" v="2133" actId="1076"/>
          <ac:spMkLst>
            <pc:docMk/>
            <pc:sldMk cId="1162523643" sldId="522"/>
            <ac:spMk id="13" creationId="{E6B12E49-C4A5-E8E8-D939-7700F095776F}"/>
          </ac:spMkLst>
        </pc:spChg>
        <pc:spChg chg="add mod">
          <ac:chgData name="Kailing Wang" userId="291a47e472658d09" providerId="LiveId" clId="{91C638F4-C461-4500-A5D1-9924DE6290D5}" dt="2024-03-29T14:20:40.178" v="2137" actId="14100"/>
          <ac:spMkLst>
            <pc:docMk/>
            <pc:sldMk cId="1162523643" sldId="522"/>
            <ac:spMk id="14" creationId="{062B892E-63A8-CD96-940A-C08299CF56E4}"/>
          </ac:spMkLst>
        </pc:spChg>
        <pc:spChg chg="add mod">
          <ac:chgData name="Kailing Wang" userId="291a47e472658d09" providerId="LiveId" clId="{91C638F4-C461-4500-A5D1-9924DE6290D5}" dt="2024-03-29T14:20:52.017" v="2141" actId="767"/>
          <ac:spMkLst>
            <pc:docMk/>
            <pc:sldMk cId="1162523643" sldId="522"/>
            <ac:spMk id="15" creationId="{3B7A3B13-7573-3BEE-52A3-ABAC7AF59D27}"/>
          </ac:spMkLst>
        </pc:spChg>
        <pc:spChg chg="add mod">
          <ac:chgData name="Kailing Wang" userId="291a47e472658d09" providerId="LiveId" clId="{91C638F4-C461-4500-A5D1-9924DE6290D5}" dt="2024-03-29T14:27:09.895" v="2248" actId="1076"/>
          <ac:spMkLst>
            <pc:docMk/>
            <pc:sldMk cId="1162523643" sldId="522"/>
            <ac:spMk id="16" creationId="{55496F3E-F8D8-E5D5-5705-FB966E33BF8A}"/>
          </ac:spMkLst>
        </pc:spChg>
        <pc:spChg chg="add mod">
          <ac:chgData name="Kailing Wang" userId="291a47e472658d09" providerId="LiveId" clId="{91C638F4-C461-4500-A5D1-9924DE6290D5}" dt="2024-03-29T14:32:38.578" v="2295" actId="14100"/>
          <ac:spMkLst>
            <pc:docMk/>
            <pc:sldMk cId="1162523643" sldId="522"/>
            <ac:spMk id="17" creationId="{AFE41351-E0E1-41EF-A6B5-F35F927911BA}"/>
          </ac:spMkLst>
        </pc:spChg>
        <pc:spChg chg="mod">
          <ac:chgData name="Kailing Wang" userId="291a47e472658d09" providerId="LiveId" clId="{91C638F4-C461-4500-A5D1-9924DE6290D5}" dt="2024-03-29T14:50:20.569" v="3047" actId="20577"/>
          <ac:spMkLst>
            <pc:docMk/>
            <pc:sldMk cId="1162523643" sldId="522"/>
            <ac:spMk id="18" creationId="{5E34995C-9F17-B8AB-7FAB-395F6CC9B05D}"/>
          </ac:spMkLst>
        </pc:spChg>
        <pc:spChg chg="add del">
          <ac:chgData name="Kailing Wang" userId="291a47e472658d09" providerId="LiveId" clId="{91C638F4-C461-4500-A5D1-9924DE6290D5}" dt="2024-03-29T14:32:23.505" v="2283" actId="22"/>
          <ac:spMkLst>
            <pc:docMk/>
            <pc:sldMk cId="1162523643" sldId="522"/>
            <ac:spMk id="20" creationId="{639B8141-139C-36AF-7F5C-41F0270E9244}"/>
          </ac:spMkLst>
        </pc:spChg>
        <pc:spChg chg="add mod">
          <ac:chgData name="Kailing Wang" userId="291a47e472658d09" providerId="LiveId" clId="{91C638F4-C461-4500-A5D1-9924DE6290D5}" dt="2024-03-29T14:42:24.102" v="2780" actId="20577"/>
          <ac:spMkLst>
            <pc:docMk/>
            <pc:sldMk cId="1162523643" sldId="522"/>
            <ac:spMk id="21" creationId="{A88F4E26-0440-B88C-710B-E6CE4199AA3A}"/>
          </ac:spMkLst>
        </pc:spChg>
        <pc:spChg chg="add del">
          <ac:chgData name="Kailing Wang" userId="291a47e472658d09" providerId="LiveId" clId="{91C638F4-C461-4500-A5D1-9924DE6290D5}" dt="2024-03-29T14:34:20.062" v="2347" actId="11529"/>
          <ac:spMkLst>
            <pc:docMk/>
            <pc:sldMk cId="1162523643" sldId="522"/>
            <ac:spMk id="22" creationId="{8BF9680A-B940-FA66-4D9C-788D9D3A95FD}"/>
          </ac:spMkLst>
        </pc:spChg>
        <pc:spChg chg="add mod">
          <ac:chgData name="Kailing Wang" userId="291a47e472658d09" providerId="LiveId" clId="{91C638F4-C461-4500-A5D1-9924DE6290D5}" dt="2024-03-29T14:34:27.517" v="2351" actId="1076"/>
          <ac:spMkLst>
            <pc:docMk/>
            <pc:sldMk cId="1162523643" sldId="522"/>
            <ac:spMk id="23" creationId="{F5EF4D1D-FFCC-15C9-1178-3CD5F6225270}"/>
          </ac:spMkLst>
        </pc:spChg>
        <pc:spChg chg="add mod">
          <ac:chgData name="Kailing Wang" userId="291a47e472658d09" providerId="LiveId" clId="{91C638F4-C461-4500-A5D1-9924DE6290D5}" dt="2024-03-30T00:45:14.834" v="3186" actId="20577"/>
          <ac:spMkLst>
            <pc:docMk/>
            <pc:sldMk cId="1162523643" sldId="522"/>
            <ac:spMk id="24" creationId="{97656D0D-0C38-2570-2115-58B796B84279}"/>
          </ac:spMkLst>
        </pc:spChg>
        <pc:spChg chg="add mod">
          <ac:chgData name="Kailing Wang" userId="291a47e472658d09" providerId="LiveId" clId="{91C638F4-C461-4500-A5D1-9924DE6290D5}" dt="2024-03-29T14:36:43.735" v="2508" actId="14100"/>
          <ac:spMkLst>
            <pc:docMk/>
            <pc:sldMk cId="1162523643" sldId="522"/>
            <ac:spMk id="25" creationId="{07A54883-9912-A8D3-B09B-690D83E664B4}"/>
          </ac:spMkLst>
        </pc:spChg>
        <pc:spChg chg="add mod">
          <ac:chgData name="Kailing Wang" userId="291a47e472658d09" providerId="LiveId" clId="{91C638F4-C461-4500-A5D1-9924DE6290D5}" dt="2024-03-29T14:42:35.144" v="2783" actId="1076"/>
          <ac:spMkLst>
            <pc:docMk/>
            <pc:sldMk cId="1162523643" sldId="522"/>
            <ac:spMk id="26" creationId="{D11BB280-212C-E4B3-496E-8398C51B00C8}"/>
          </ac:spMkLst>
        </pc:spChg>
        <pc:spChg chg="add mod">
          <ac:chgData name="Kailing Wang" userId="291a47e472658d09" providerId="LiveId" clId="{91C638F4-C461-4500-A5D1-9924DE6290D5}" dt="2024-03-29T14:41:55.154" v="2727" actId="1076"/>
          <ac:spMkLst>
            <pc:docMk/>
            <pc:sldMk cId="1162523643" sldId="522"/>
            <ac:spMk id="27" creationId="{72DF615C-D9C3-664D-A61B-60EC7B619F81}"/>
          </ac:spMkLst>
        </pc:spChg>
        <pc:spChg chg="add mod">
          <ac:chgData name="Kailing Wang" userId="291a47e472658d09" providerId="LiveId" clId="{91C638F4-C461-4500-A5D1-9924DE6290D5}" dt="2024-03-29T14:42:29.118" v="2781"/>
          <ac:spMkLst>
            <pc:docMk/>
            <pc:sldMk cId="1162523643" sldId="522"/>
            <ac:spMk id="28" creationId="{90992E92-DBF6-2341-E761-0603CF12B932}"/>
          </ac:spMkLst>
        </pc:spChg>
        <pc:spChg chg="add mod">
          <ac:chgData name="Kailing Wang" userId="291a47e472658d09" providerId="LiveId" clId="{91C638F4-C461-4500-A5D1-9924DE6290D5}" dt="2024-03-29T14:42:29.118" v="2781"/>
          <ac:spMkLst>
            <pc:docMk/>
            <pc:sldMk cId="1162523643" sldId="522"/>
            <ac:spMk id="29" creationId="{E577F5C5-C196-2510-CADB-9D6B92379912}"/>
          </ac:spMkLst>
        </pc:spChg>
        <pc:spChg chg="add mod">
          <ac:chgData name="Kailing Wang" userId="291a47e472658d09" providerId="LiveId" clId="{91C638F4-C461-4500-A5D1-9924DE6290D5}" dt="2024-03-29T14:42:37.539" v="2784"/>
          <ac:spMkLst>
            <pc:docMk/>
            <pc:sldMk cId="1162523643" sldId="522"/>
            <ac:spMk id="30" creationId="{6AFB69A4-2D53-FE99-FFBD-28072CBBAA06}"/>
          </ac:spMkLst>
        </pc:spChg>
        <pc:spChg chg="add mod">
          <ac:chgData name="Kailing Wang" userId="291a47e472658d09" providerId="LiveId" clId="{91C638F4-C461-4500-A5D1-9924DE6290D5}" dt="2024-03-29T14:42:37.539" v="2784"/>
          <ac:spMkLst>
            <pc:docMk/>
            <pc:sldMk cId="1162523643" sldId="522"/>
            <ac:spMk id="31" creationId="{CBA9DA55-D14B-BBD3-D2F1-1B7C6C7D92BE}"/>
          </ac:spMkLst>
        </pc:spChg>
        <pc:spChg chg="add mod">
          <ac:chgData name="Kailing Wang" userId="291a47e472658d09" providerId="LiveId" clId="{91C638F4-C461-4500-A5D1-9924DE6290D5}" dt="2024-03-29T14:44:26.199" v="2817" actId="1076"/>
          <ac:spMkLst>
            <pc:docMk/>
            <pc:sldMk cId="1162523643" sldId="522"/>
            <ac:spMk id="32" creationId="{8616ACA0-5D2A-B637-356A-AD50182E6435}"/>
          </ac:spMkLst>
        </pc:spChg>
        <pc:spChg chg="add mod">
          <ac:chgData name="Kailing Wang" userId="291a47e472658d09" providerId="LiveId" clId="{91C638F4-C461-4500-A5D1-9924DE6290D5}" dt="2024-03-29T14:50:13.002" v="3042" actId="20577"/>
          <ac:spMkLst>
            <pc:docMk/>
            <pc:sldMk cId="1162523643" sldId="522"/>
            <ac:spMk id="33" creationId="{658B1606-B337-150B-907A-BC4540CA8B0D}"/>
          </ac:spMkLst>
        </pc:spChg>
        <pc:spChg chg="add mod">
          <ac:chgData name="Kailing Wang" userId="291a47e472658d09" providerId="LiveId" clId="{91C638F4-C461-4500-A5D1-9924DE6290D5}" dt="2024-03-29T14:44:34.166" v="2819" actId="1076"/>
          <ac:spMkLst>
            <pc:docMk/>
            <pc:sldMk cId="1162523643" sldId="522"/>
            <ac:spMk id="34" creationId="{892DE153-74CA-F1C9-5737-72FA24107D49}"/>
          </ac:spMkLst>
        </pc:spChg>
        <pc:spChg chg="add mod">
          <ac:chgData name="Kailing Wang" userId="291a47e472658d09" providerId="LiveId" clId="{91C638F4-C461-4500-A5D1-9924DE6290D5}" dt="2024-03-29T14:44:41.838" v="2821" actId="1076"/>
          <ac:spMkLst>
            <pc:docMk/>
            <pc:sldMk cId="1162523643" sldId="522"/>
            <ac:spMk id="35" creationId="{66678636-AEBC-D0AB-5D45-E9EA75BC3793}"/>
          </ac:spMkLst>
        </pc:spChg>
        <pc:spChg chg="add mod">
          <ac:chgData name="Kailing Wang" userId="291a47e472658d09" providerId="LiveId" clId="{91C638F4-C461-4500-A5D1-9924DE6290D5}" dt="2024-03-29T14:44:48.622" v="2827" actId="1076"/>
          <ac:spMkLst>
            <pc:docMk/>
            <pc:sldMk cId="1162523643" sldId="522"/>
            <ac:spMk id="36" creationId="{70C5A16B-2C0D-730E-3947-8065809F87C8}"/>
          </ac:spMkLst>
        </pc:spChg>
        <pc:spChg chg="add mod">
          <ac:chgData name="Kailing Wang" userId="291a47e472658d09" providerId="LiveId" clId="{91C638F4-C461-4500-A5D1-9924DE6290D5}" dt="2024-03-29T14:44:57.893" v="2833" actId="1076"/>
          <ac:spMkLst>
            <pc:docMk/>
            <pc:sldMk cId="1162523643" sldId="522"/>
            <ac:spMk id="37" creationId="{4CC2596C-3F1C-6245-0B3B-92ABAA158E50}"/>
          </ac:spMkLst>
        </pc:spChg>
        <pc:spChg chg="add mod">
          <ac:chgData name="Kailing Wang" userId="291a47e472658d09" providerId="LiveId" clId="{91C638F4-C461-4500-A5D1-9924DE6290D5}" dt="2024-03-29T14:45:03.970" v="2835" actId="1076"/>
          <ac:spMkLst>
            <pc:docMk/>
            <pc:sldMk cId="1162523643" sldId="522"/>
            <ac:spMk id="38" creationId="{463F1E3F-13F1-0A56-4194-138750F2CA4F}"/>
          </ac:spMkLst>
        </pc:spChg>
        <pc:spChg chg="add mod">
          <ac:chgData name="Kailing Wang" userId="291a47e472658d09" providerId="LiveId" clId="{91C638F4-C461-4500-A5D1-9924DE6290D5}" dt="2024-03-29T14:45:16.591" v="2839" actId="1076"/>
          <ac:spMkLst>
            <pc:docMk/>
            <pc:sldMk cId="1162523643" sldId="522"/>
            <ac:spMk id="39" creationId="{2E90947E-8871-59E1-3685-4EBB7697A71D}"/>
          </ac:spMkLst>
        </pc:spChg>
        <pc:spChg chg="add del">
          <ac:chgData name="Kailing Wang" userId="291a47e472658d09" providerId="LiveId" clId="{91C638F4-C461-4500-A5D1-9924DE6290D5}" dt="2024-03-29T14:45:19.344" v="2841" actId="22"/>
          <ac:spMkLst>
            <pc:docMk/>
            <pc:sldMk cId="1162523643" sldId="522"/>
            <ac:spMk id="41" creationId="{F21472AF-43B9-96DA-E886-44E044C55B5C}"/>
          </ac:spMkLst>
        </pc:spChg>
        <pc:spChg chg="add mod">
          <ac:chgData name="Kailing Wang" userId="291a47e472658d09" providerId="LiveId" clId="{91C638F4-C461-4500-A5D1-9924DE6290D5}" dt="2024-03-29T14:48:22.900" v="3009" actId="1076"/>
          <ac:spMkLst>
            <pc:docMk/>
            <pc:sldMk cId="1162523643" sldId="522"/>
            <ac:spMk id="42" creationId="{5B001918-6654-1074-C531-3FDBF707331C}"/>
          </ac:spMkLst>
        </pc:spChg>
        <pc:spChg chg="add mod ord">
          <ac:chgData name="Kailing Wang" userId="291a47e472658d09" providerId="LiveId" clId="{91C638F4-C461-4500-A5D1-9924DE6290D5}" dt="2024-03-29T14:48:44.231" v="3014" actId="1076"/>
          <ac:spMkLst>
            <pc:docMk/>
            <pc:sldMk cId="1162523643" sldId="522"/>
            <ac:spMk id="43" creationId="{2DD9CBE0-D7C4-BC37-07BA-97826F3D4F41}"/>
          </ac:spMkLst>
        </pc:spChg>
        <pc:spChg chg="add mod">
          <ac:chgData name="Kailing Wang" userId="291a47e472658d09" providerId="LiveId" clId="{91C638F4-C461-4500-A5D1-9924DE6290D5}" dt="2024-03-29T14:46:12.304" v="2861" actId="1076"/>
          <ac:spMkLst>
            <pc:docMk/>
            <pc:sldMk cId="1162523643" sldId="522"/>
            <ac:spMk id="44" creationId="{C7B4108A-B473-9E97-A7DE-FE6D0EE74236}"/>
          </ac:spMkLst>
        </pc:spChg>
        <pc:spChg chg="add mod">
          <ac:chgData name="Kailing Wang" userId="291a47e472658d09" providerId="LiveId" clId="{91C638F4-C461-4500-A5D1-9924DE6290D5}" dt="2024-03-29T14:48:11.995" v="3007" actId="20577"/>
          <ac:spMkLst>
            <pc:docMk/>
            <pc:sldMk cId="1162523643" sldId="522"/>
            <ac:spMk id="45" creationId="{433BF784-A79C-ED98-95FC-951D44545E7A}"/>
          </ac:spMkLst>
        </pc:spChg>
        <pc:spChg chg="add mod">
          <ac:chgData name="Kailing Wang" userId="291a47e472658d09" providerId="LiveId" clId="{91C638F4-C461-4500-A5D1-9924DE6290D5}" dt="2024-03-29T14:48:28.941" v="3011" actId="1076"/>
          <ac:spMkLst>
            <pc:docMk/>
            <pc:sldMk cId="1162523643" sldId="522"/>
            <ac:spMk id="46" creationId="{DCE44D9E-6C47-10FA-4EE4-9E347E5C0E66}"/>
          </ac:spMkLst>
        </pc:spChg>
        <pc:spChg chg="add mod">
          <ac:chgData name="Kailing Wang" userId="291a47e472658d09" providerId="LiveId" clId="{91C638F4-C461-4500-A5D1-9924DE6290D5}" dt="2024-03-29T14:48:42.673" v="3012"/>
          <ac:spMkLst>
            <pc:docMk/>
            <pc:sldMk cId="1162523643" sldId="522"/>
            <ac:spMk id="47" creationId="{8690AB25-BBF2-8EB0-F2F0-4A92931B9EED}"/>
          </ac:spMkLst>
        </pc:spChg>
        <pc:spChg chg="add mod">
          <ac:chgData name="Kailing Wang" userId="291a47e472658d09" providerId="LiveId" clId="{91C638F4-C461-4500-A5D1-9924DE6290D5}" dt="2024-03-29T14:48:50.751" v="3016" actId="1076"/>
          <ac:spMkLst>
            <pc:docMk/>
            <pc:sldMk cId="1162523643" sldId="522"/>
            <ac:spMk id="48" creationId="{A7C10A3F-39FD-CDAF-AA2C-1D4F388573C3}"/>
          </ac:spMkLst>
        </pc:spChg>
        <pc:spChg chg="add mod">
          <ac:chgData name="Kailing Wang" userId="291a47e472658d09" providerId="LiveId" clId="{91C638F4-C461-4500-A5D1-9924DE6290D5}" dt="2024-03-29T14:49:35.497" v="3034" actId="122"/>
          <ac:spMkLst>
            <pc:docMk/>
            <pc:sldMk cId="1162523643" sldId="522"/>
            <ac:spMk id="49" creationId="{BB7C8EBE-CFBE-F885-A211-6F687685A8A9}"/>
          </ac:spMkLst>
        </pc:spChg>
        <pc:picChg chg="add del mod">
          <ac:chgData name="Kailing Wang" userId="291a47e472658d09" providerId="LiveId" clId="{91C638F4-C461-4500-A5D1-9924DE6290D5}" dt="2024-03-29T14:16:53.165" v="2064" actId="478"/>
          <ac:picMkLst>
            <pc:docMk/>
            <pc:sldMk cId="1162523643" sldId="522"/>
            <ac:picMk id="4" creationId="{09245DD4-D17F-A0E8-AE0F-A2CC35B7C939}"/>
          </ac:picMkLst>
        </pc:picChg>
        <pc:picChg chg="del mod">
          <ac:chgData name="Kailing Wang" userId="291a47e472658d09" providerId="LiveId" clId="{91C638F4-C461-4500-A5D1-9924DE6290D5}" dt="2024-03-29T14:16:53.562" v="2065" actId="478"/>
          <ac:picMkLst>
            <pc:docMk/>
            <pc:sldMk cId="1162523643" sldId="522"/>
            <ac:picMk id="5" creationId="{D592370F-9466-2ED1-366E-B1C2F2716799}"/>
          </ac:picMkLst>
        </pc:picChg>
      </pc:sldChg>
      <pc:sldChg chg="addSp delSp modSp add mod">
        <pc:chgData name="Kailing Wang" userId="291a47e472658d09" providerId="LiveId" clId="{91C638F4-C461-4500-A5D1-9924DE6290D5}" dt="2024-03-29T15:12:12.800" v="3176" actId="1076"/>
        <pc:sldMkLst>
          <pc:docMk/>
          <pc:sldMk cId="2092885394" sldId="523"/>
        </pc:sldMkLst>
        <pc:spChg chg="mod">
          <ac:chgData name="Kailing Wang" userId="291a47e472658d09" providerId="LiveId" clId="{91C638F4-C461-4500-A5D1-9924DE6290D5}" dt="2024-03-29T14:52:50.717" v="3077" actId="20577"/>
          <ac:spMkLst>
            <pc:docMk/>
            <pc:sldMk cId="2092885394" sldId="523"/>
            <ac:spMk id="2" creationId="{DF7287C0-ABC7-A10B-6CA9-9722232D8149}"/>
          </ac:spMkLst>
        </pc:spChg>
        <pc:spChg chg="add del">
          <ac:chgData name="Kailing Wang" userId="291a47e472658d09" providerId="LiveId" clId="{91C638F4-C461-4500-A5D1-9924DE6290D5}" dt="2024-03-29T14:53:01.601" v="3081" actId="11529"/>
          <ac:spMkLst>
            <pc:docMk/>
            <pc:sldMk cId="2092885394" sldId="523"/>
            <ac:spMk id="4" creationId="{4C4A76EB-E4E7-C48C-F438-D020161BD008}"/>
          </ac:spMkLst>
        </pc:spChg>
        <pc:spChg chg="add mod">
          <ac:chgData name="Kailing Wang" userId="291a47e472658d09" providerId="LiveId" clId="{91C638F4-C461-4500-A5D1-9924DE6290D5}" dt="2024-03-29T14:54:52.712" v="3123" actId="1076"/>
          <ac:spMkLst>
            <pc:docMk/>
            <pc:sldMk cId="2092885394" sldId="523"/>
            <ac:spMk id="5" creationId="{E0637988-FF4C-C238-2FBA-450061F78BC5}"/>
          </ac:spMkLst>
        </pc:spChg>
        <pc:spChg chg="del">
          <ac:chgData name="Kailing Wang" userId="291a47e472658d09" providerId="LiveId" clId="{91C638F4-C461-4500-A5D1-9924DE6290D5}" dt="2024-03-29T14:50:39.904" v="3051" actId="478"/>
          <ac:spMkLst>
            <pc:docMk/>
            <pc:sldMk cId="2092885394" sldId="523"/>
            <ac:spMk id="6" creationId="{25F6D671-39B7-8995-D33F-EEFE4C825D9F}"/>
          </ac:spMkLst>
        </pc:spChg>
        <pc:spChg chg="add mod">
          <ac:chgData name="Kailing Wang" userId="291a47e472658d09" providerId="LiveId" clId="{91C638F4-C461-4500-A5D1-9924DE6290D5}" dt="2024-03-29T15:06:16.405" v="3173" actId="1076"/>
          <ac:spMkLst>
            <pc:docMk/>
            <pc:sldMk cId="2092885394" sldId="523"/>
            <ac:spMk id="8" creationId="{76AFAB5B-E793-DC8F-0F5A-30D2B69E2088}"/>
          </ac:spMkLst>
        </pc:spChg>
        <pc:spChg chg="del">
          <ac:chgData name="Kailing Wang" userId="291a47e472658d09" providerId="LiveId" clId="{91C638F4-C461-4500-A5D1-9924DE6290D5}" dt="2024-03-29T14:50:39.904" v="3051" actId="478"/>
          <ac:spMkLst>
            <pc:docMk/>
            <pc:sldMk cId="2092885394" sldId="523"/>
            <ac:spMk id="10" creationId="{78874659-EE1E-766B-44D1-BA3A334A6220}"/>
          </ac:spMkLst>
        </pc:spChg>
        <pc:spChg chg="del">
          <ac:chgData name="Kailing Wang" userId="291a47e472658d09" providerId="LiveId" clId="{91C638F4-C461-4500-A5D1-9924DE6290D5}" dt="2024-03-29T14:50:41.322" v="3052" actId="478"/>
          <ac:spMkLst>
            <pc:docMk/>
            <pc:sldMk cId="2092885394" sldId="523"/>
            <ac:spMk id="12" creationId="{AA0577D6-C5AC-AA43-25EC-9324CE1E6F84}"/>
          </ac:spMkLst>
        </pc:spChg>
        <pc:spChg chg="del">
          <ac:chgData name="Kailing Wang" userId="291a47e472658d09" providerId="LiveId" clId="{91C638F4-C461-4500-A5D1-9924DE6290D5}" dt="2024-03-29T14:50:39.904" v="3051" actId="478"/>
          <ac:spMkLst>
            <pc:docMk/>
            <pc:sldMk cId="2092885394" sldId="523"/>
            <ac:spMk id="13" creationId="{E6B12E49-C4A5-E8E8-D939-7700F095776F}"/>
          </ac:spMkLst>
        </pc:spChg>
        <pc:spChg chg="del">
          <ac:chgData name="Kailing Wang" userId="291a47e472658d09" providerId="LiveId" clId="{91C638F4-C461-4500-A5D1-9924DE6290D5}" dt="2024-03-29T14:50:39.904" v="3051" actId="478"/>
          <ac:spMkLst>
            <pc:docMk/>
            <pc:sldMk cId="2092885394" sldId="523"/>
            <ac:spMk id="14" creationId="{062B892E-63A8-CD96-940A-C08299CF56E4}"/>
          </ac:spMkLst>
        </pc:spChg>
        <pc:spChg chg="del">
          <ac:chgData name="Kailing Wang" userId="291a47e472658d09" providerId="LiveId" clId="{91C638F4-C461-4500-A5D1-9924DE6290D5}" dt="2024-03-29T14:50:39.904" v="3051" actId="478"/>
          <ac:spMkLst>
            <pc:docMk/>
            <pc:sldMk cId="2092885394" sldId="523"/>
            <ac:spMk id="16" creationId="{55496F3E-F8D8-E5D5-5705-FB966E33BF8A}"/>
          </ac:spMkLst>
        </pc:spChg>
        <pc:spChg chg="del">
          <ac:chgData name="Kailing Wang" userId="291a47e472658d09" providerId="LiveId" clId="{91C638F4-C461-4500-A5D1-9924DE6290D5}" dt="2024-03-29T14:50:39.904" v="3051" actId="478"/>
          <ac:spMkLst>
            <pc:docMk/>
            <pc:sldMk cId="2092885394" sldId="523"/>
            <ac:spMk id="17" creationId="{AFE41351-E0E1-41EF-A6B5-F35F927911BA}"/>
          </ac:spMkLst>
        </pc:spChg>
        <pc:spChg chg="del">
          <ac:chgData name="Kailing Wang" userId="291a47e472658d09" providerId="LiveId" clId="{91C638F4-C461-4500-A5D1-9924DE6290D5}" dt="2024-03-29T14:50:42.334" v="3053" actId="478"/>
          <ac:spMkLst>
            <pc:docMk/>
            <pc:sldMk cId="2092885394" sldId="523"/>
            <ac:spMk id="21" creationId="{A88F4E26-0440-B88C-710B-E6CE4199AA3A}"/>
          </ac:spMkLst>
        </pc:spChg>
        <pc:spChg chg="del">
          <ac:chgData name="Kailing Wang" userId="291a47e472658d09" providerId="LiveId" clId="{91C638F4-C461-4500-A5D1-9924DE6290D5}" dt="2024-03-29T14:50:42.956" v="3054" actId="478"/>
          <ac:spMkLst>
            <pc:docMk/>
            <pc:sldMk cId="2092885394" sldId="523"/>
            <ac:spMk id="23" creationId="{F5EF4D1D-FFCC-15C9-1178-3CD5F6225270}"/>
          </ac:spMkLst>
        </pc:spChg>
        <pc:spChg chg="del">
          <ac:chgData name="Kailing Wang" userId="291a47e472658d09" providerId="LiveId" clId="{91C638F4-C461-4500-A5D1-9924DE6290D5}" dt="2024-03-29T14:50:45.521" v="3056" actId="478"/>
          <ac:spMkLst>
            <pc:docMk/>
            <pc:sldMk cId="2092885394" sldId="523"/>
            <ac:spMk id="25" creationId="{07A54883-9912-A8D3-B09B-690D83E664B4}"/>
          </ac:spMkLst>
        </pc:spChg>
        <pc:spChg chg="del">
          <ac:chgData name="Kailing Wang" userId="291a47e472658d09" providerId="LiveId" clId="{91C638F4-C461-4500-A5D1-9924DE6290D5}" dt="2024-03-29T14:50:44.869" v="3055" actId="478"/>
          <ac:spMkLst>
            <pc:docMk/>
            <pc:sldMk cId="2092885394" sldId="523"/>
            <ac:spMk id="26" creationId="{D11BB280-212C-E4B3-496E-8398C51B00C8}"/>
          </ac:spMkLst>
        </pc:spChg>
        <pc:spChg chg="del">
          <ac:chgData name="Kailing Wang" userId="291a47e472658d09" providerId="LiveId" clId="{91C638F4-C461-4500-A5D1-9924DE6290D5}" dt="2024-03-29T14:50:46.173" v="3057" actId="478"/>
          <ac:spMkLst>
            <pc:docMk/>
            <pc:sldMk cId="2092885394" sldId="523"/>
            <ac:spMk id="27" creationId="{72DF615C-D9C3-664D-A61B-60EC7B619F81}"/>
          </ac:spMkLst>
        </pc:spChg>
        <pc:spChg chg="mod">
          <ac:chgData name="Kailing Wang" userId="291a47e472658d09" providerId="LiveId" clId="{91C638F4-C461-4500-A5D1-9924DE6290D5}" dt="2024-03-29T14:50:58.582" v="3061" actId="1076"/>
          <ac:spMkLst>
            <pc:docMk/>
            <pc:sldMk cId="2092885394" sldId="523"/>
            <ac:spMk id="32" creationId="{8616ACA0-5D2A-B637-356A-AD50182E6435}"/>
          </ac:spMkLst>
        </pc:spChg>
        <pc:spChg chg="mod">
          <ac:chgData name="Kailing Wang" userId="291a47e472658d09" providerId="LiveId" clId="{91C638F4-C461-4500-A5D1-9924DE6290D5}" dt="2024-03-29T14:50:58.582" v="3061" actId="1076"/>
          <ac:spMkLst>
            <pc:docMk/>
            <pc:sldMk cId="2092885394" sldId="523"/>
            <ac:spMk id="33" creationId="{658B1606-B337-150B-907A-BC4540CA8B0D}"/>
          </ac:spMkLst>
        </pc:spChg>
        <pc:spChg chg="mod">
          <ac:chgData name="Kailing Wang" userId="291a47e472658d09" providerId="LiveId" clId="{91C638F4-C461-4500-A5D1-9924DE6290D5}" dt="2024-03-29T14:50:58.582" v="3061" actId="1076"/>
          <ac:spMkLst>
            <pc:docMk/>
            <pc:sldMk cId="2092885394" sldId="523"/>
            <ac:spMk id="34" creationId="{892DE153-74CA-F1C9-5737-72FA24107D49}"/>
          </ac:spMkLst>
        </pc:spChg>
        <pc:spChg chg="mod">
          <ac:chgData name="Kailing Wang" userId="291a47e472658d09" providerId="LiveId" clId="{91C638F4-C461-4500-A5D1-9924DE6290D5}" dt="2024-03-29T14:50:58.582" v="3061" actId="1076"/>
          <ac:spMkLst>
            <pc:docMk/>
            <pc:sldMk cId="2092885394" sldId="523"/>
            <ac:spMk id="35" creationId="{66678636-AEBC-D0AB-5D45-E9EA75BC3793}"/>
          </ac:spMkLst>
        </pc:spChg>
        <pc:spChg chg="del">
          <ac:chgData name="Kailing Wang" userId="291a47e472658d09" providerId="LiveId" clId="{91C638F4-C461-4500-A5D1-9924DE6290D5}" dt="2024-03-29T14:50:47.764" v="3058" actId="478"/>
          <ac:spMkLst>
            <pc:docMk/>
            <pc:sldMk cId="2092885394" sldId="523"/>
            <ac:spMk id="36" creationId="{70C5A16B-2C0D-730E-3947-8065809F87C8}"/>
          </ac:spMkLst>
        </pc:spChg>
        <pc:spChg chg="del">
          <ac:chgData name="Kailing Wang" userId="291a47e472658d09" providerId="LiveId" clId="{91C638F4-C461-4500-A5D1-9924DE6290D5}" dt="2024-03-29T14:50:48.529" v="3059" actId="478"/>
          <ac:spMkLst>
            <pc:docMk/>
            <pc:sldMk cId="2092885394" sldId="523"/>
            <ac:spMk id="37" creationId="{4CC2596C-3F1C-6245-0B3B-92ABAA158E50}"/>
          </ac:spMkLst>
        </pc:spChg>
        <pc:spChg chg="mod">
          <ac:chgData name="Kailing Wang" userId="291a47e472658d09" providerId="LiveId" clId="{91C638F4-C461-4500-A5D1-9924DE6290D5}" dt="2024-03-29T14:50:58.582" v="3061" actId="1076"/>
          <ac:spMkLst>
            <pc:docMk/>
            <pc:sldMk cId="2092885394" sldId="523"/>
            <ac:spMk id="39" creationId="{2E90947E-8871-59E1-3685-4EBB7697A71D}"/>
          </ac:spMkLst>
        </pc:spChg>
        <pc:spChg chg="mod">
          <ac:chgData name="Kailing Wang" userId="291a47e472658d09" providerId="LiveId" clId="{91C638F4-C461-4500-A5D1-9924DE6290D5}" dt="2024-03-29T14:50:58.582" v="3061" actId="1076"/>
          <ac:spMkLst>
            <pc:docMk/>
            <pc:sldMk cId="2092885394" sldId="523"/>
            <ac:spMk id="42" creationId="{5B001918-6654-1074-C531-3FDBF707331C}"/>
          </ac:spMkLst>
        </pc:spChg>
        <pc:spChg chg="del">
          <ac:chgData name="Kailing Wang" userId="291a47e472658d09" providerId="LiveId" clId="{91C638F4-C461-4500-A5D1-9924DE6290D5}" dt="2024-03-29T14:50:51.252" v="3060" actId="478"/>
          <ac:spMkLst>
            <pc:docMk/>
            <pc:sldMk cId="2092885394" sldId="523"/>
            <ac:spMk id="43" creationId="{2DD9CBE0-D7C4-BC37-07BA-97826F3D4F41}"/>
          </ac:spMkLst>
        </pc:spChg>
        <pc:spChg chg="mod">
          <ac:chgData name="Kailing Wang" userId="291a47e472658d09" providerId="LiveId" clId="{91C638F4-C461-4500-A5D1-9924DE6290D5}" dt="2024-03-29T14:55:44.929" v="3128" actId="14100"/>
          <ac:spMkLst>
            <pc:docMk/>
            <pc:sldMk cId="2092885394" sldId="523"/>
            <ac:spMk id="45" creationId="{433BF784-A79C-ED98-95FC-951D44545E7A}"/>
          </ac:spMkLst>
        </pc:spChg>
        <pc:picChg chg="add mod">
          <ac:chgData name="Kailing Wang" userId="291a47e472658d09" providerId="LiveId" clId="{91C638F4-C461-4500-A5D1-9924DE6290D5}" dt="2024-03-29T15:12:12.800" v="3176" actId="1076"/>
          <ac:picMkLst>
            <pc:docMk/>
            <pc:sldMk cId="2092885394" sldId="523"/>
            <ac:picMk id="11" creationId="{E8F9F5AD-0FFD-C601-E6E4-2AA97B88F9E9}"/>
          </ac:picMkLst>
        </pc:picChg>
        <pc:picChg chg="add mod">
          <ac:chgData name="Kailing Wang" userId="291a47e472658d09" providerId="LiveId" clId="{91C638F4-C461-4500-A5D1-9924DE6290D5}" dt="2024-03-29T14:55:12.384" v="3125" actId="1076"/>
          <ac:picMkLst>
            <pc:docMk/>
            <pc:sldMk cId="2092885394" sldId="523"/>
            <ac:picMk id="4098" creationId="{B1791F7E-80E9-A596-653B-1E96F830A520}"/>
          </ac:picMkLst>
        </pc:picChg>
      </pc:sldChg>
      <pc:sldMasterChg chg="addSldLayout delSldLayout">
        <pc:chgData name="Kailing Wang" userId="291a47e472658d09" providerId="LiveId" clId="{91C638F4-C461-4500-A5D1-9924DE6290D5}" dt="2024-03-29T13:37:03.109" v="1270" actId="47"/>
        <pc:sldMasterMkLst>
          <pc:docMk/>
          <pc:sldMasterMk cId="2068584755" sldId="2147483648"/>
        </pc:sldMasterMkLst>
        <pc:sldLayoutChg chg="del">
          <pc:chgData name="Kailing Wang" userId="291a47e472658d09" providerId="LiveId" clId="{91C638F4-C461-4500-A5D1-9924DE6290D5}" dt="2024-03-29T13:37:03.109" v="1270" actId="47"/>
          <pc:sldLayoutMkLst>
            <pc:docMk/>
            <pc:sldMasterMk cId="2068584755" sldId="2147483648"/>
            <pc:sldLayoutMk cId="1535042537" sldId="2147483667"/>
          </pc:sldLayoutMkLst>
        </pc:sldLayoutChg>
        <pc:sldLayoutChg chg="add del">
          <pc:chgData name="Kailing Wang" userId="291a47e472658d09" providerId="LiveId" clId="{91C638F4-C461-4500-A5D1-9924DE6290D5}" dt="2024-03-29T11:58:40.577" v="2" actId="47"/>
          <pc:sldLayoutMkLst>
            <pc:docMk/>
            <pc:sldMasterMk cId="2068584755" sldId="2147483648"/>
            <pc:sldLayoutMk cId="1915481570" sldId="2147483683"/>
          </pc:sldLayoutMkLst>
        </pc:sldLayoutChg>
      </pc:sldMasterChg>
    </pc:docChg>
  </pc:docChgLst>
  <pc:docChgLst>
    <pc:chgData name="Kailing Wang" userId="291a47e472658d09" providerId="LiveId" clId="{5917200A-3253-450E-A205-F41A64C3E186}"/>
    <pc:docChg chg="undo custSel addSld delSld modSld sldOrd">
      <pc:chgData name="Kailing Wang" userId="291a47e472658d09" providerId="LiveId" clId="{5917200A-3253-450E-A205-F41A64C3E186}" dt="2024-04-10T06:46:08.761" v="3140" actId="20577"/>
      <pc:docMkLst>
        <pc:docMk/>
      </pc:docMkLst>
      <pc:sldChg chg="addSp delSp modSp mod modClrScheme chgLayout">
        <pc:chgData name="Kailing Wang" userId="291a47e472658d09" providerId="LiveId" clId="{5917200A-3253-450E-A205-F41A64C3E186}" dt="2024-04-10T04:24:42.009" v="1973" actId="1076"/>
        <pc:sldMkLst>
          <pc:docMk/>
          <pc:sldMk cId="1091647774" sldId="325"/>
        </pc:sldMkLst>
        <pc:spChg chg="del">
          <ac:chgData name="Kailing Wang" userId="291a47e472658d09" providerId="LiveId" clId="{5917200A-3253-450E-A205-F41A64C3E186}" dt="2024-04-10T03:02:11.488" v="423" actId="478"/>
          <ac:spMkLst>
            <pc:docMk/>
            <pc:sldMk cId="1091647774" sldId="325"/>
            <ac:spMk id="2" creationId="{DF7287C0-ABC7-A10B-6CA9-9722232D8149}"/>
          </ac:spMkLst>
        </pc:spChg>
        <pc:spChg chg="add del mod ord">
          <ac:chgData name="Kailing Wang" userId="291a47e472658d09" providerId="LiveId" clId="{5917200A-3253-450E-A205-F41A64C3E186}" dt="2024-04-10T02:14:50.286" v="3" actId="700"/>
          <ac:spMkLst>
            <pc:docMk/>
            <pc:sldMk cId="1091647774" sldId="325"/>
            <ac:spMk id="3" creationId="{1B1D5639-B18B-1F46-942B-FBC20112C20A}"/>
          </ac:spMkLst>
        </pc:spChg>
        <pc:spChg chg="add del mod ord">
          <ac:chgData name="Kailing Wang" userId="291a47e472658d09" providerId="LiveId" clId="{5917200A-3253-450E-A205-F41A64C3E186}" dt="2024-04-10T02:14:50.286" v="3" actId="700"/>
          <ac:spMkLst>
            <pc:docMk/>
            <pc:sldMk cId="1091647774" sldId="325"/>
            <ac:spMk id="4" creationId="{E3A623C6-FE88-16A5-5E3E-FC78C7C71C66}"/>
          </ac:spMkLst>
        </pc:spChg>
        <pc:spChg chg="add del mod ord">
          <ac:chgData name="Kailing Wang" userId="291a47e472658d09" providerId="LiveId" clId="{5917200A-3253-450E-A205-F41A64C3E186}" dt="2024-04-10T02:14:50.286" v="3" actId="700"/>
          <ac:spMkLst>
            <pc:docMk/>
            <pc:sldMk cId="1091647774" sldId="325"/>
            <ac:spMk id="5" creationId="{1AD9143A-2FA4-AF71-1CB4-795F987E9526}"/>
          </ac:spMkLst>
        </pc:spChg>
        <pc:spChg chg="add del mod ord">
          <ac:chgData name="Kailing Wang" userId="291a47e472658d09" providerId="LiveId" clId="{5917200A-3253-450E-A205-F41A64C3E186}" dt="2024-04-10T02:14:50.286" v="3" actId="700"/>
          <ac:spMkLst>
            <pc:docMk/>
            <pc:sldMk cId="1091647774" sldId="325"/>
            <ac:spMk id="6" creationId="{16BA23AC-396A-50A2-14DA-930C63DC4641}"/>
          </ac:spMkLst>
        </pc:spChg>
        <pc:spChg chg="add mod ord">
          <ac:chgData name="Kailing Wang" userId="291a47e472658d09" providerId="LiveId" clId="{5917200A-3253-450E-A205-F41A64C3E186}" dt="2024-04-10T03:08:18.986" v="592" actId="948"/>
          <ac:spMkLst>
            <pc:docMk/>
            <pc:sldMk cId="1091647774" sldId="325"/>
            <ac:spMk id="7" creationId="{4E910CA0-A0F1-FF11-FEF3-EC93CD990EED}"/>
          </ac:spMkLst>
        </pc:spChg>
        <pc:spChg chg="del mod">
          <ac:chgData name="Kailing Wang" userId="291a47e472658d09" providerId="LiveId" clId="{5917200A-3253-450E-A205-F41A64C3E186}" dt="2024-04-10T02:14:25.687" v="1" actId="478"/>
          <ac:spMkLst>
            <pc:docMk/>
            <pc:sldMk cId="1091647774" sldId="325"/>
            <ac:spMk id="8" creationId="{4A5B01D4-54D2-22EC-FDB8-49CFF7D7D21C}"/>
          </ac:spMkLst>
        </pc:spChg>
        <pc:spChg chg="add mod ord">
          <ac:chgData name="Kailing Wang" userId="291a47e472658d09" providerId="LiveId" clId="{5917200A-3253-450E-A205-F41A64C3E186}" dt="2024-04-10T02:15:17.048" v="20" actId="20577"/>
          <ac:spMkLst>
            <pc:docMk/>
            <pc:sldMk cId="1091647774" sldId="325"/>
            <ac:spMk id="8" creationId="{79A7964F-2A41-13D3-C628-3423FF33FD87}"/>
          </ac:spMkLst>
        </pc:spChg>
        <pc:spChg chg="add mod ord">
          <ac:chgData name="Kailing Wang" userId="291a47e472658d09" providerId="LiveId" clId="{5917200A-3253-450E-A205-F41A64C3E186}" dt="2024-04-10T03:06:32.557" v="543" actId="14100"/>
          <ac:spMkLst>
            <pc:docMk/>
            <pc:sldMk cId="1091647774" sldId="325"/>
            <ac:spMk id="9" creationId="{22075774-F607-3897-947F-EFC07289B6B7}"/>
          </ac:spMkLst>
        </pc:spChg>
        <pc:spChg chg="add mod ord">
          <ac:chgData name="Kailing Wang" userId="291a47e472658d09" providerId="LiveId" clId="{5917200A-3253-450E-A205-F41A64C3E186}" dt="2024-04-10T04:24:38.503" v="1971" actId="1076"/>
          <ac:spMkLst>
            <pc:docMk/>
            <pc:sldMk cId="1091647774" sldId="325"/>
            <ac:spMk id="10" creationId="{8D3AFEB6-7704-9188-D300-84121D5983BF}"/>
          </ac:spMkLst>
        </pc:spChg>
        <pc:spChg chg="add mod">
          <ac:chgData name="Kailing Wang" userId="291a47e472658d09" providerId="LiveId" clId="{5917200A-3253-450E-A205-F41A64C3E186}" dt="2024-04-10T03:03:39.993" v="459" actId="1076"/>
          <ac:spMkLst>
            <pc:docMk/>
            <pc:sldMk cId="1091647774" sldId="325"/>
            <ac:spMk id="14" creationId="{EAB9C1A9-D2C6-CD97-6A9F-FF92FA28866A}"/>
          </ac:spMkLst>
        </pc:spChg>
        <pc:spChg chg="add mod">
          <ac:chgData name="Kailing Wang" userId="291a47e472658d09" providerId="LiveId" clId="{5917200A-3253-450E-A205-F41A64C3E186}" dt="2024-04-10T03:04:06.847" v="465" actId="14100"/>
          <ac:spMkLst>
            <pc:docMk/>
            <pc:sldMk cId="1091647774" sldId="325"/>
            <ac:spMk id="15" creationId="{9F401AD7-9EA3-0461-BF13-83AA58892366}"/>
          </ac:spMkLst>
        </pc:spChg>
        <pc:spChg chg="add mod">
          <ac:chgData name="Kailing Wang" userId="291a47e472658d09" providerId="LiveId" clId="{5917200A-3253-450E-A205-F41A64C3E186}" dt="2024-04-10T04:24:42.009" v="1973" actId="1076"/>
          <ac:spMkLst>
            <pc:docMk/>
            <pc:sldMk cId="1091647774" sldId="325"/>
            <ac:spMk id="16" creationId="{34A2B235-291E-67AC-C2C3-A82DEDEBD26F}"/>
          </ac:spMkLst>
        </pc:spChg>
        <pc:picChg chg="add del">
          <ac:chgData name="Kailing Wang" userId="291a47e472658d09" providerId="LiveId" clId="{5917200A-3253-450E-A205-F41A64C3E186}" dt="2024-04-10T03:02:48.997" v="430" actId="22"/>
          <ac:picMkLst>
            <pc:docMk/>
            <pc:sldMk cId="1091647774" sldId="325"/>
            <ac:picMk id="13" creationId="{3D908CC8-5CD9-BE09-86EF-3BA6F201C9BF}"/>
          </ac:picMkLst>
        </pc:picChg>
        <pc:picChg chg="add mod">
          <ac:chgData name="Kailing Wang" userId="291a47e472658d09" providerId="LiveId" clId="{5917200A-3253-450E-A205-F41A64C3E186}" dt="2024-04-10T03:04:02.543" v="463" actId="14100"/>
          <ac:picMkLst>
            <pc:docMk/>
            <pc:sldMk cId="1091647774" sldId="325"/>
            <ac:picMk id="17" creationId="{BD227F76-5E82-B387-B07A-392CB32EAFC7}"/>
          </ac:picMkLst>
        </pc:picChg>
        <pc:picChg chg="add mod">
          <ac:chgData name="Kailing Wang" userId="291a47e472658d09" providerId="LiveId" clId="{5917200A-3253-450E-A205-F41A64C3E186}" dt="2024-04-10T03:04:14.957" v="468"/>
          <ac:picMkLst>
            <pc:docMk/>
            <pc:sldMk cId="1091647774" sldId="325"/>
            <ac:picMk id="18" creationId="{C792F92B-551C-1BAD-2179-EF654ECB9D3D}"/>
          </ac:picMkLst>
        </pc:picChg>
      </pc:sldChg>
      <pc:sldChg chg="addSp delSp modSp mod delAnim modAnim">
        <pc:chgData name="Kailing Wang" userId="291a47e472658d09" providerId="LiveId" clId="{5917200A-3253-450E-A205-F41A64C3E186}" dt="2024-04-10T03:08:25.443" v="593" actId="1076"/>
        <pc:sldMkLst>
          <pc:docMk/>
          <pc:sldMk cId="2521375032" sldId="467"/>
        </pc:sldMkLst>
        <pc:spChg chg="mod">
          <ac:chgData name="Kailing Wang" userId="291a47e472658d09" providerId="LiveId" clId="{5917200A-3253-450E-A205-F41A64C3E186}" dt="2024-04-10T02:25:51.607" v="70" actId="20577"/>
          <ac:spMkLst>
            <pc:docMk/>
            <pc:sldMk cId="2521375032" sldId="467"/>
            <ac:spMk id="2" creationId="{DF7287C0-ABC7-A10B-6CA9-9722232D8149}"/>
          </ac:spMkLst>
        </pc:spChg>
        <pc:spChg chg="del mod">
          <ac:chgData name="Kailing Wang" userId="291a47e472658d09" providerId="LiveId" clId="{5917200A-3253-450E-A205-F41A64C3E186}" dt="2024-04-10T02:28:54.490" v="121" actId="478"/>
          <ac:spMkLst>
            <pc:docMk/>
            <pc:sldMk cId="2521375032" sldId="467"/>
            <ac:spMk id="8" creationId="{4A5B01D4-54D2-22EC-FDB8-49CFF7D7D21C}"/>
          </ac:spMkLst>
        </pc:spChg>
        <pc:spChg chg="mod">
          <ac:chgData name="Kailing Wang" userId="291a47e472658d09" providerId="LiveId" clId="{5917200A-3253-450E-A205-F41A64C3E186}" dt="2024-04-10T02:56:48.781" v="353" actId="20577"/>
          <ac:spMkLst>
            <pc:docMk/>
            <pc:sldMk cId="2521375032" sldId="467"/>
            <ac:spMk id="12" creationId="{AA0577D6-C5AC-AA43-25EC-9324CE1E6F84}"/>
          </ac:spMkLst>
        </pc:spChg>
        <pc:spChg chg="del">
          <ac:chgData name="Kailing Wang" userId="291a47e472658d09" providerId="LiveId" clId="{5917200A-3253-450E-A205-F41A64C3E186}" dt="2024-04-10T02:17:29.248" v="53" actId="478"/>
          <ac:spMkLst>
            <pc:docMk/>
            <pc:sldMk cId="2521375032" sldId="467"/>
            <ac:spMk id="14" creationId="{C64258B1-E336-1ADD-CA81-BA71788F7FE2}"/>
          </ac:spMkLst>
        </pc:spChg>
        <pc:spChg chg="del">
          <ac:chgData name="Kailing Wang" userId="291a47e472658d09" providerId="LiveId" clId="{5917200A-3253-450E-A205-F41A64C3E186}" dt="2024-04-10T02:17:29.248" v="53" actId="478"/>
          <ac:spMkLst>
            <pc:docMk/>
            <pc:sldMk cId="2521375032" sldId="467"/>
            <ac:spMk id="17" creationId="{4EB94009-A6C9-E04C-A781-6D4F8EBB0D0A}"/>
          </ac:spMkLst>
        </pc:spChg>
        <pc:spChg chg="del">
          <ac:chgData name="Kailing Wang" userId="291a47e472658d09" providerId="LiveId" clId="{5917200A-3253-450E-A205-F41A64C3E186}" dt="2024-04-10T02:28:48.517" v="118" actId="478"/>
          <ac:spMkLst>
            <pc:docMk/>
            <pc:sldMk cId="2521375032" sldId="467"/>
            <ac:spMk id="20" creationId="{95E20CB2-085D-8303-283E-29286FFB47B6}"/>
          </ac:spMkLst>
        </pc:spChg>
        <pc:grpChg chg="del">
          <ac:chgData name="Kailing Wang" userId="291a47e472658d09" providerId="LiveId" clId="{5917200A-3253-450E-A205-F41A64C3E186}" dt="2024-04-10T02:17:27.097" v="51" actId="478"/>
          <ac:grpSpMkLst>
            <pc:docMk/>
            <pc:sldMk cId="2521375032" sldId="467"/>
            <ac:grpSpMk id="10" creationId="{66280D60-07FA-A85E-F8A6-52DF92BA3B25}"/>
          </ac:grpSpMkLst>
        </pc:grpChg>
        <pc:picChg chg="add del mod">
          <ac:chgData name="Kailing Wang" userId="291a47e472658d09" providerId="LiveId" clId="{5917200A-3253-450E-A205-F41A64C3E186}" dt="2024-04-10T02:28:48.858" v="119" actId="478"/>
          <ac:picMkLst>
            <pc:docMk/>
            <pc:sldMk cId="2521375032" sldId="467"/>
            <ac:picMk id="3" creationId="{E6E2E3DC-4402-D582-31FF-65B13FCF9B64}"/>
          </ac:picMkLst>
        </pc:picChg>
        <pc:picChg chg="del">
          <ac:chgData name="Kailing Wang" userId="291a47e472658d09" providerId="LiveId" clId="{5917200A-3253-450E-A205-F41A64C3E186}" dt="2024-04-10T02:17:28.221" v="52" actId="478"/>
          <ac:picMkLst>
            <pc:docMk/>
            <pc:sldMk cId="2521375032" sldId="467"/>
            <ac:picMk id="16" creationId="{504F5085-C121-F569-5AAC-F3CF3BA896AF}"/>
          </ac:picMkLst>
        </pc:picChg>
        <pc:picChg chg="add mod">
          <ac:chgData name="Kailing Wang" userId="291a47e472658d09" providerId="LiveId" clId="{5917200A-3253-450E-A205-F41A64C3E186}" dt="2024-04-10T03:08:25.443" v="593" actId="1076"/>
          <ac:picMkLst>
            <pc:docMk/>
            <pc:sldMk cId="2521375032" sldId="467"/>
            <ac:picMk id="18" creationId="{B62B2DCF-C628-209B-EC5A-E35B7D6218B9}"/>
          </ac:picMkLst>
        </pc:picChg>
        <pc:cxnChg chg="del">
          <ac:chgData name="Kailing Wang" userId="291a47e472658d09" providerId="LiveId" clId="{5917200A-3253-450E-A205-F41A64C3E186}" dt="2024-04-10T02:17:30.229" v="54" actId="478"/>
          <ac:cxnSpMkLst>
            <pc:docMk/>
            <pc:sldMk cId="2521375032" sldId="467"/>
            <ac:cxnSpMk id="15" creationId="{4DE30E67-102F-BF37-58EF-57C59B4222DE}"/>
          </ac:cxnSpMkLst>
        </pc:cxnChg>
      </pc:sldChg>
      <pc:sldChg chg="del">
        <pc:chgData name="Kailing Wang" userId="291a47e472658d09" providerId="LiveId" clId="{5917200A-3253-450E-A205-F41A64C3E186}" dt="2024-04-10T02:28:33.416" v="110" actId="47"/>
        <pc:sldMkLst>
          <pc:docMk/>
          <pc:sldMk cId="3216005469" sldId="468"/>
        </pc:sldMkLst>
      </pc:sldChg>
      <pc:sldChg chg="del">
        <pc:chgData name="Kailing Wang" userId="291a47e472658d09" providerId="LiveId" clId="{5917200A-3253-450E-A205-F41A64C3E186}" dt="2024-04-10T04:24:31.035" v="1965" actId="47"/>
        <pc:sldMkLst>
          <pc:docMk/>
          <pc:sldMk cId="929465483" sldId="469"/>
        </pc:sldMkLst>
      </pc:sldChg>
      <pc:sldChg chg="del">
        <pc:chgData name="Kailing Wang" userId="291a47e472658d09" providerId="LiveId" clId="{5917200A-3253-450E-A205-F41A64C3E186}" dt="2024-04-10T04:24:32.075" v="1966" actId="47"/>
        <pc:sldMkLst>
          <pc:docMk/>
          <pc:sldMk cId="2858294669" sldId="520"/>
        </pc:sldMkLst>
      </pc:sldChg>
      <pc:sldChg chg="del">
        <pc:chgData name="Kailing Wang" userId="291a47e472658d09" providerId="LiveId" clId="{5917200A-3253-450E-A205-F41A64C3E186}" dt="2024-04-10T04:24:32.898" v="1967" actId="47"/>
        <pc:sldMkLst>
          <pc:docMk/>
          <pc:sldMk cId="2800242193" sldId="521"/>
        </pc:sldMkLst>
      </pc:sldChg>
      <pc:sldChg chg="del">
        <pc:chgData name="Kailing Wang" userId="291a47e472658d09" providerId="LiveId" clId="{5917200A-3253-450E-A205-F41A64C3E186}" dt="2024-04-10T04:24:33.626" v="1968" actId="47"/>
        <pc:sldMkLst>
          <pc:docMk/>
          <pc:sldMk cId="1162523643" sldId="522"/>
        </pc:sldMkLst>
      </pc:sldChg>
      <pc:sldChg chg="del">
        <pc:chgData name="Kailing Wang" userId="291a47e472658d09" providerId="LiveId" clId="{5917200A-3253-450E-A205-F41A64C3E186}" dt="2024-04-10T04:24:34.288" v="1969" actId="47"/>
        <pc:sldMkLst>
          <pc:docMk/>
          <pc:sldMk cId="2092885394" sldId="523"/>
        </pc:sldMkLst>
      </pc:sldChg>
      <pc:sldChg chg="delSp modSp add mod">
        <pc:chgData name="Kailing Wang" userId="291a47e472658d09" providerId="LiveId" clId="{5917200A-3253-450E-A205-F41A64C3E186}" dt="2024-04-10T02:28:46.907" v="117" actId="478"/>
        <pc:sldMkLst>
          <pc:docMk/>
          <pc:sldMk cId="3316343339" sldId="524"/>
        </pc:sldMkLst>
        <pc:spChg chg="del">
          <ac:chgData name="Kailing Wang" userId="291a47e472658d09" providerId="LiveId" clId="{5917200A-3253-450E-A205-F41A64C3E186}" dt="2024-04-10T02:28:39.634" v="113" actId="478"/>
          <ac:spMkLst>
            <pc:docMk/>
            <pc:sldMk cId="3316343339" sldId="524"/>
            <ac:spMk id="8" creationId="{4A5B01D4-54D2-22EC-FDB8-49CFF7D7D21C}"/>
          </ac:spMkLst>
        </pc:spChg>
        <pc:spChg chg="del">
          <ac:chgData name="Kailing Wang" userId="291a47e472658d09" providerId="LiveId" clId="{5917200A-3253-450E-A205-F41A64C3E186}" dt="2024-04-10T02:28:42.737" v="115" actId="478"/>
          <ac:spMkLst>
            <pc:docMk/>
            <pc:sldMk cId="3316343339" sldId="524"/>
            <ac:spMk id="12" creationId="{AA0577D6-C5AC-AA43-25EC-9324CE1E6F84}"/>
          </ac:spMkLst>
        </pc:spChg>
        <pc:spChg chg="del">
          <ac:chgData name="Kailing Wang" userId="291a47e472658d09" providerId="LiveId" clId="{5917200A-3253-450E-A205-F41A64C3E186}" dt="2024-04-10T02:28:46.907" v="117" actId="478"/>
          <ac:spMkLst>
            <pc:docMk/>
            <pc:sldMk cId="3316343339" sldId="524"/>
            <ac:spMk id="20" creationId="{95E20CB2-085D-8303-283E-29286FFB47B6}"/>
          </ac:spMkLst>
        </pc:spChg>
        <pc:spChg chg="mod">
          <ac:chgData name="Kailing Wang" userId="291a47e472658d09" providerId="LiveId" clId="{5917200A-3253-450E-A205-F41A64C3E186}" dt="2024-04-10T02:28:36.600" v="112" actId="20577"/>
          <ac:spMkLst>
            <pc:docMk/>
            <pc:sldMk cId="3316343339" sldId="524"/>
            <ac:spMk id="21" creationId="{A0F465AC-FBDB-4C1E-73E2-0682DD403C64}"/>
          </ac:spMkLst>
        </pc:spChg>
        <pc:picChg chg="mod">
          <ac:chgData name="Kailing Wang" userId="291a47e472658d09" providerId="LiveId" clId="{5917200A-3253-450E-A205-F41A64C3E186}" dt="2024-04-10T02:28:45.181" v="116" actId="1076"/>
          <ac:picMkLst>
            <pc:docMk/>
            <pc:sldMk cId="3316343339" sldId="524"/>
            <ac:picMk id="3" creationId="{E6E2E3DC-4402-D582-31FF-65B13FCF9B64}"/>
          </ac:picMkLst>
        </pc:picChg>
      </pc:sldChg>
      <pc:sldChg chg="addSp delSp modSp add mod ord modNotesTx">
        <pc:chgData name="Kailing Wang" userId="291a47e472658d09" providerId="LiveId" clId="{5917200A-3253-450E-A205-F41A64C3E186}" dt="2024-04-10T03:30:13.238" v="1603" actId="20577"/>
        <pc:sldMkLst>
          <pc:docMk/>
          <pc:sldMk cId="2131169586" sldId="525"/>
        </pc:sldMkLst>
        <pc:spChg chg="mod">
          <ac:chgData name="Kailing Wang" userId="291a47e472658d09" providerId="LiveId" clId="{5917200A-3253-450E-A205-F41A64C3E186}" dt="2024-04-10T03:00:12.554" v="394" actId="20577"/>
          <ac:spMkLst>
            <pc:docMk/>
            <pc:sldMk cId="2131169586" sldId="525"/>
            <ac:spMk id="2" creationId="{DF7287C0-ABC7-A10B-6CA9-9722232D8149}"/>
          </ac:spMkLst>
        </pc:spChg>
        <pc:spChg chg="add mod">
          <ac:chgData name="Kailing Wang" userId="291a47e472658d09" providerId="LiveId" clId="{5917200A-3253-450E-A205-F41A64C3E186}" dt="2024-04-10T03:24:39.926" v="1306" actId="1076"/>
          <ac:spMkLst>
            <pc:docMk/>
            <pc:sldMk cId="2131169586" sldId="525"/>
            <ac:spMk id="6" creationId="{AC304591-3F9C-D97A-8343-92D152EE7BAF}"/>
          </ac:spMkLst>
        </pc:spChg>
        <pc:spChg chg="add mod">
          <ac:chgData name="Kailing Wang" userId="291a47e472658d09" providerId="LiveId" clId="{5917200A-3253-450E-A205-F41A64C3E186}" dt="2024-04-10T03:24:33.078" v="1305" actId="1076"/>
          <ac:spMkLst>
            <pc:docMk/>
            <pc:sldMk cId="2131169586" sldId="525"/>
            <ac:spMk id="9" creationId="{6A63B4B5-70BE-7B80-C74B-E2B33204A9B3}"/>
          </ac:spMkLst>
        </pc:spChg>
        <pc:spChg chg="add mod">
          <ac:chgData name="Kailing Wang" userId="291a47e472658d09" providerId="LiveId" clId="{5917200A-3253-450E-A205-F41A64C3E186}" dt="2024-04-10T03:24:33.078" v="1305" actId="1076"/>
          <ac:spMkLst>
            <pc:docMk/>
            <pc:sldMk cId="2131169586" sldId="525"/>
            <ac:spMk id="11" creationId="{83E7D4C2-E483-3A9D-F702-90282F57E936}"/>
          </ac:spMkLst>
        </pc:spChg>
        <pc:spChg chg="del mod">
          <ac:chgData name="Kailing Wang" userId="291a47e472658d09" providerId="LiveId" clId="{5917200A-3253-450E-A205-F41A64C3E186}" dt="2024-04-10T03:00:24.029" v="395" actId="478"/>
          <ac:spMkLst>
            <pc:docMk/>
            <pc:sldMk cId="2131169586" sldId="525"/>
            <ac:spMk id="12" creationId="{AA0577D6-C5AC-AA43-25EC-9324CE1E6F84}"/>
          </ac:spMkLst>
        </pc:spChg>
        <pc:spChg chg="add mod">
          <ac:chgData name="Kailing Wang" userId="291a47e472658d09" providerId="LiveId" clId="{5917200A-3253-450E-A205-F41A64C3E186}" dt="2024-04-10T03:24:39.926" v="1306" actId="1076"/>
          <ac:spMkLst>
            <pc:docMk/>
            <pc:sldMk cId="2131169586" sldId="525"/>
            <ac:spMk id="13" creationId="{8FB66ACD-0654-3DA0-A9EE-93E2A1FAC450}"/>
          </ac:spMkLst>
        </pc:spChg>
        <pc:spChg chg="add mod">
          <ac:chgData name="Kailing Wang" userId="291a47e472658d09" providerId="LiveId" clId="{5917200A-3253-450E-A205-F41A64C3E186}" dt="2024-04-10T03:24:33.078" v="1305" actId="1076"/>
          <ac:spMkLst>
            <pc:docMk/>
            <pc:sldMk cId="2131169586" sldId="525"/>
            <ac:spMk id="14" creationId="{25F811AA-1A1A-1A90-920C-0DCF824DD692}"/>
          </ac:spMkLst>
        </pc:spChg>
        <pc:spChg chg="add mod">
          <ac:chgData name="Kailing Wang" userId="291a47e472658d09" providerId="LiveId" clId="{5917200A-3253-450E-A205-F41A64C3E186}" dt="2024-04-10T03:24:33.078" v="1305" actId="1076"/>
          <ac:spMkLst>
            <pc:docMk/>
            <pc:sldMk cId="2131169586" sldId="525"/>
            <ac:spMk id="15" creationId="{C2D98AE7-9FFF-2CC9-2AAA-6F016BA31A41}"/>
          </ac:spMkLst>
        </pc:spChg>
        <pc:spChg chg="mod">
          <ac:chgData name="Kailing Wang" userId="291a47e472658d09" providerId="LiveId" clId="{5917200A-3253-450E-A205-F41A64C3E186}" dt="2024-04-10T03:20:53.458" v="1106" actId="20577"/>
          <ac:spMkLst>
            <pc:docMk/>
            <pc:sldMk cId="2131169586" sldId="525"/>
            <ac:spMk id="21" creationId="{A0F465AC-FBDB-4C1E-73E2-0682DD403C64}"/>
          </ac:spMkLst>
        </pc:spChg>
        <pc:picChg chg="add mod">
          <ac:chgData name="Kailing Wang" userId="291a47e472658d09" providerId="LiveId" clId="{5917200A-3253-450E-A205-F41A64C3E186}" dt="2024-04-10T03:24:39.926" v="1306" actId="1076"/>
          <ac:picMkLst>
            <pc:docMk/>
            <pc:sldMk cId="2131169586" sldId="525"/>
            <ac:picMk id="3" creationId="{05F8C7A0-9626-D04C-ABA4-3D6B0FB4C579}"/>
          </ac:picMkLst>
        </pc:picChg>
        <pc:picChg chg="add mod">
          <ac:chgData name="Kailing Wang" userId="291a47e472658d09" providerId="LiveId" clId="{5917200A-3253-450E-A205-F41A64C3E186}" dt="2024-04-10T03:24:39.926" v="1306" actId="1076"/>
          <ac:picMkLst>
            <pc:docMk/>
            <pc:sldMk cId="2131169586" sldId="525"/>
            <ac:picMk id="5" creationId="{068A5D49-3EA2-0072-FE85-595A8C5B5600}"/>
          </ac:picMkLst>
        </pc:picChg>
        <pc:picChg chg="add mod">
          <ac:chgData name="Kailing Wang" userId="291a47e472658d09" providerId="LiveId" clId="{5917200A-3253-450E-A205-F41A64C3E186}" dt="2024-04-10T03:24:33.078" v="1305" actId="1076"/>
          <ac:picMkLst>
            <pc:docMk/>
            <pc:sldMk cId="2131169586" sldId="525"/>
            <ac:picMk id="8" creationId="{1D63D09B-828E-D741-C598-810CD7ADD70E}"/>
          </ac:picMkLst>
        </pc:picChg>
        <pc:picChg chg="add mod">
          <ac:chgData name="Kailing Wang" userId="291a47e472658d09" providerId="LiveId" clId="{5917200A-3253-450E-A205-F41A64C3E186}" dt="2024-04-10T03:24:33.078" v="1305" actId="1076"/>
          <ac:picMkLst>
            <pc:docMk/>
            <pc:sldMk cId="2131169586" sldId="525"/>
            <ac:picMk id="10" creationId="{064A32CC-3B74-9447-42CE-1A39F02DA57D}"/>
          </ac:picMkLst>
        </pc:picChg>
        <pc:picChg chg="del">
          <ac:chgData name="Kailing Wang" userId="291a47e472658d09" providerId="LiveId" clId="{5917200A-3253-450E-A205-F41A64C3E186}" dt="2024-04-10T03:00:24.289" v="396" actId="478"/>
          <ac:picMkLst>
            <pc:docMk/>
            <pc:sldMk cId="2131169586" sldId="525"/>
            <ac:picMk id="18" creationId="{B62B2DCF-C628-209B-EC5A-E35B7D6218B9}"/>
          </ac:picMkLst>
        </pc:picChg>
      </pc:sldChg>
      <pc:sldChg chg="addSp delSp modSp add mod">
        <pc:chgData name="Kailing Wang" userId="291a47e472658d09" providerId="LiveId" clId="{5917200A-3253-450E-A205-F41A64C3E186}" dt="2024-04-10T04:24:29.700" v="1964" actId="478"/>
        <pc:sldMkLst>
          <pc:docMk/>
          <pc:sldMk cId="1338532559" sldId="526"/>
        </pc:sldMkLst>
        <pc:spChg chg="mod">
          <ac:chgData name="Kailing Wang" userId="291a47e472658d09" providerId="LiveId" clId="{5917200A-3253-450E-A205-F41A64C3E186}" dt="2024-04-10T03:09:14.573" v="606" actId="20577"/>
          <ac:spMkLst>
            <pc:docMk/>
            <pc:sldMk cId="1338532559" sldId="526"/>
            <ac:spMk id="2" creationId="{DF7287C0-ABC7-A10B-6CA9-9722232D8149}"/>
          </ac:spMkLst>
        </pc:spChg>
        <pc:spChg chg="add mod">
          <ac:chgData name="Kailing Wang" userId="291a47e472658d09" providerId="LiveId" clId="{5917200A-3253-450E-A205-F41A64C3E186}" dt="2024-04-10T03:23:59.043" v="1304" actId="20577"/>
          <ac:spMkLst>
            <pc:docMk/>
            <pc:sldMk cId="1338532559" sldId="526"/>
            <ac:spMk id="4" creationId="{00AB2F74-F513-1EA1-059B-4CF100893B1B}"/>
          </ac:spMkLst>
        </pc:spChg>
        <pc:spChg chg="del">
          <ac:chgData name="Kailing Wang" userId="291a47e472658d09" providerId="LiveId" clId="{5917200A-3253-450E-A205-F41A64C3E186}" dt="2024-04-10T03:09:22.373" v="609" actId="478"/>
          <ac:spMkLst>
            <pc:docMk/>
            <pc:sldMk cId="1338532559" sldId="526"/>
            <ac:spMk id="6" creationId="{AC304591-3F9C-D97A-8343-92D152EE7BAF}"/>
          </ac:spMkLst>
        </pc:spChg>
        <pc:spChg chg="del">
          <ac:chgData name="Kailing Wang" userId="291a47e472658d09" providerId="LiveId" clId="{5917200A-3253-450E-A205-F41A64C3E186}" dt="2024-04-10T04:24:29.700" v="1964" actId="478"/>
          <ac:spMkLst>
            <pc:docMk/>
            <pc:sldMk cId="1338532559" sldId="526"/>
            <ac:spMk id="21" creationId="{A0F465AC-FBDB-4C1E-73E2-0682DD403C64}"/>
          </ac:spMkLst>
        </pc:spChg>
        <pc:picChg chg="del">
          <ac:chgData name="Kailing Wang" userId="291a47e472658d09" providerId="LiveId" clId="{5917200A-3253-450E-A205-F41A64C3E186}" dt="2024-04-10T03:09:20.673" v="607" actId="478"/>
          <ac:picMkLst>
            <pc:docMk/>
            <pc:sldMk cId="1338532559" sldId="526"/>
            <ac:picMk id="3" creationId="{05F8C7A0-9626-D04C-ABA4-3D6B0FB4C579}"/>
          </ac:picMkLst>
        </pc:picChg>
        <pc:picChg chg="del">
          <ac:chgData name="Kailing Wang" userId="291a47e472658d09" providerId="LiveId" clId="{5917200A-3253-450E-A205-F41A64C3E186}" dt="2024-04-10T03:09:20.973" v="608" actId="478"/>
          <ac:picMkLst>
            <pc:docMk/>
            <pc:sldMk cId="1338532559" sldId="526"/>
            <ac:picMk id="5" creationId="{068A5D49-3EA2-0072-FE85-595A8C5B5600}"/>
          </ac:picMkLst>
        </pc:picChg>
      </pc:sldChg>
      <pc:sldChg chg="addSp delSp modSp add mod modNotesTx">
        <pc:chgData name="Kailing Wang" userId="291a47e472658d09" providerId="LiveId" clId="{5917200A-3253-450E-A205-F41A64C3E186}" dt="2024-04-10T04:24:13.849" v="1963" actId="20577"/>
        <pc:sldMkLst>
          <pc:docMk/>
          <pc:sldMk cId="2479529178" sldId="527"/>
        </pc:sldMkLst>
        <pc:spChg chg="mod">
          <ac:chgData name="Kailing Wang" userId="291a47e472658d09" providerId="LiveId" clId="{5917200A-3253-450E-A205-F41A64C3E186}" dt="2024-04-10T04:24:13.849" v="1963" actId="20577"/>
          <ac:spMkLst>
            <pc:docMk/>
            <pc:sldMk cId="2479529178" sldId="527"/>
            <ac:spMk id="2" creationId="{DF7287C0-ABC7-A10B-6CA9-9722232D8149}"/>
          </ac:spMkLst>
        </pc:spChg>
        <pc:spChg chg="add mod">
          <ac:chgData name="Kailing Wang" userId="291a47e472658d09" providerId="LiveId" clId="{5917200A-3253-450E-A205-F41A64C3E186}" dt="2024-04-10T03:35:18.557" v="1932" actId="20577"/>
          <ac:spMkLst>
            <pc:docMk/>
            <pc:sldMk cId="2479529178" sldId="527"/>
            <ac:spMk id="4" creationId="{385E198D-787B-F3E6-B630-92A5F4296E99}"/>
          </ac:spMkLst>
        </pc:spChg>
        <pc:spChg chg="del">
          <ac:chgData name="Kailing Wang" userId="291a47e472658d09" providerId="LiveId" clId="{5917200A-3253-450E-A205-F41A64C3E186}" dt="2024-04-10T03:31:24.129" v="1605" actId="478"/>
          <ac:spMkLst>
            <pc:docMk/>
            <pc:sldMk cId="2479529178" sldId="527"/>
            <ac:spMk id="6" creationId="{AC304591-3F9C-D97A-8343-92D152EE7BAF}"/>
          </ac:spMkLst>
        </pc:spChg>
        <pc:spChg chg="del">
          <ac:chgData name="Kailing Wang" userId="291a47e472658d09" providerId="LiveId" clId="{5917200A-3253-450E-A205-F41A64C3E186}" dt="2024-04-10T03:31:25.546" v="1606" actId="478"/>
          <ac:spMkLst>
            <pc:docMk/>
            <pc:sldMk cId="2479529178" sldId="527"/>
            <ac:spMk id="9" creationId="{6A63B4B5-70BE-7B80-C74B-E2B33204A9B3}"/>
          </ac:spMkLst>
        </pc:spChg>
        <pc:spChg chg="del">
          <ac:chgData name="Kailing Wang" userId="291a47e472658d09" providerId="LiveId" clId="{5917200A-3253-450E-A205-F41A64C3E186}" dt="2024-04-10T03:31:25.546" v="1606" actId="478"/>
          <ac:spMkLst>
            <pc:docMk/>
            <pc:sldMk cId="2479529178" sldId="527"/>
            <ac:spMk id="11" creationId="{83E7D4C2-E483-3A9D-F702-90282F57E936}"/>
          </ac:spMkLst>
        </pc:spChg>
        <pc:spChg chg="del">
          <ac:chgData name="Kailing Wang" userId="291a47e472658d09" providerId="LiveId" clId="{5917200A-3253-450E-A205-F41A64C3E186}" dt="2024-04-10T03:31:24.129" v="1605" actId="478"/>
          <ac:spMkLst>
            <pc:docMk/>
            <pc:sldMk cId="2479529178" sldId="527"/>
            <ac:spMk id="13" creationId="{8FB66ACD-0654-3DA0-A9EE-93E2A1FAC450}"/>
          </ac:spMkLst>
        </pc:spChg>
        <pc:spChg chg="del">
          <ac:chgData name="Kailing Wang" userId="291a47e472658d09" providerId="LiveId" clId="{5917200A-3253-450E-A205-F41A64C3E186}" dt="2024-04-10T03:31:25.546" v="1606" actId="478"/>
          <ac:spMkLst>
            <pc:docMk/>
            <pc:sldMk cId="2479529178" sldId="527"/>
            <ac:spMk id="14" creationId="{25F811AA-1A1A-1A90-920C-0DCF824DD692}"/>
          </ac:spMkLst>
        </pc:spChg>
        <pc:spChg chg="del">
          <ac:chgData name="Kailing Wang" userId="291a47e472658d09" providerId="LiveId" clId="{5917200A-3253-450E-A205-F41A64C3E186}" dt="2024-04-10T03:31:25.546" v="1606" actId="478"/>
          <ac:spMkLst>
            <pc:docMk/>
            <pc:sldMk cId="2479529178" sldId="527"/>
            <ac:spMk id="15" creationId="{C2D98AE7-9FFF-2CC9-2AAA-6F016BA31A41}"/>
          </ac:spMkLst>
        </pc:spChg>
        <pc:spChg chg="mod">
          <ac:chgData name="Kailing Wang" userId="291a47e472658d09" providerId="LiveId" clId="{5917200A-3253-450E-A205-F41A64C3E186}" dt="2024-04-10T03:31:29.673" v="1607" actId="20577"/>
          <ac:spMkLst>
            <pc:docMk/>
            <pc:sldMk cId="2479529178" sldId="527"/>
            <ac:spMk id="21" creationId="{A0F465AC-FBDB-4C1E-73E2-0682DD403C64}"/>
          </ac:spMkLst>
        </pc:spChg>
        <pc:picChg chg="del">
          <ac:chgData name="Kailing Wang" userId="291a47e472658d09" providerId="LiveId" clId="{5917200A-3253-450E-A205-F41A64C3E186}" dt="2024-04-10T03:31:24.129" v="1605" actId="478"/>
          <ac:picMkLst>
            <pc:docMk/>
            <pc:sldMk cId="2479529178" sldId="527"/>
            <ac:picMk id="3" creationId="{05F8C7A0-9626-D04C-ABA4-3D6B0FB4C579}"/>
          </ac:picMkLst>
        </pc:picChg>
        <pc:picChg chg="del">
          <ac:chgData name="Kailing Wang" userId="291a47e472658d09" providerId="LiveId" clId="{5917200A-3253-450E-A205-F41A64C3E186}" dt="2024-04-10T03:31:24.129" v="1605" actId="478"/>
          <ac:picMkLst>
            <pc:docMk/>
            <pc:sldMk cId="2479529178" sldId="527"/>
            <ac:picMk id="5" creationId="{068A5D49-3EA2-0072-FE85-595A8C5B5600}"/>
          </ac:picMkLst>
        </pc:picChg>
        <pc:picChg chg="del">
          <ac:chgData name="Kailing Wang" userId="291a47e472658d09" providerId="LiveId" clId="{5917200A-3253-450E-A205-F41A64C3E186}" dt="2024-04-10T03:31:25.546" v="1606" actId="478"/>
          <ac:picMkLst>
            <pc:docMk/>
            <pc:sldMk cId="2479529178" sldId="527"/>
            <ac:picMk id="8" creationId="{1D63D09B-828E-D741-C598-810CD7ADD70E}"/>
          </ac:picMkLst>
        </pc:picChg>
        <pc:picChg chg="del">
          <ac:chgData name="Kailing Wang" userId="291a47e472658d09" providerId="LiveId" clId="{5917200A-3253-450E-A205-F41A64C3E186}" dt="2024-04-10T03:31:25.546" v="1606" actId="478"/>
          <ac:picMkLst>
            <pc:docMk/>
            <pc:sldMk cId="2479529178" sldId="527"/>
            <ac:picMk id="10" creationId="{064A32CC-3B74-9447-42CE-1A39F02DA57D}"/>
          </ac:picMkLst>
        </pc:picChg>
        <pc:picChg chg="add del mod">
          <ac:chgData name="Kailing Wang" userId="291a47e472658d09" providerId="LiveId" clId="{5917200A-3253-450E-A205-F41A64C3E186}" dt="2024-04-10T03:36:10.921" v="1936" actId="478"/>
          <ac:picMkLst>
            <pc:docMk/>
            <pc:sldMk cId="2479529178" sldId="527"/>
            <ac:picMk id="16" creationId="{84B8BEF0-F22B-50CE-3EB2-17B6898BC78B}"/>
          </ac:picMkLst>
        </pc:picChg>
        <pc:picChg chg="add mod">
          <ac:chgData name="Kailing Wang" userId="291a47e472658d09" providerId="LiveId" clId="{5917200A-3253-450E-A205-F41A64C3E186}" dt="2024-04-10T03:36:31.160" v="1943" actId="1076"/>
          <ac:picMkLst>
            <pc:docMk/>
            <pc:sldMk cId="2479529178" sldId="527"/>
            <ac:picMk id="18" creationId="{3567457A-4C09-12D8-8947-B79AC73710B0}"/>
          </ac:picMkLst>
        </pc:picChg>
      </pc:sldChg>
      <pc:sldChg chg="addSp delSp modSp add mod">
        <pc:chgData name="Kailing Wang" userId="291a47e472658d09" providerId="LiveId" clId="{5917200A-3253-450E-A205-F41A64C3E186}" dt="2024-04-10T05:30:39.708" v="2484"/>
        <pc:sldMkLst>
          <pc:docMk/>
          <pc:sldMk cId="3291695112" sldId="528"/>
        </pc:sldMkLst>
        <pc:spChg chg="mod">
          <ac:chgData name="Kailing Wang" userId="291a47e472658d09" providerId="LiveId" clId="{5917200A-3253-450E-A205-F41A64C3E186}" dt="2024-04-10T05:25:06.178" v="1994" actId="20577"/>
          <ac:spMkLst>
            <pc:docMk/>
            <pc:sldMk cId="3291695112" sldId="528"/>
            <ac:spMk id="2" creationId="{DF7287C0-ABC7-A10B-6CA9-9722232D8149}"/>
          </ac:spMkLst>
        </pc:spChg>
        <pc:spChg chg="add mod">
          <ac:chgData name="Kailing Wang" userId="291a47e472658d09" providerId="LiveId" clId="{5917200A-3253-450E-A205-F41A64C3E186}" dt="2024-04-10T05:28:19.414" v="2254" actId="20577"/>
          <ac:spMkLst>
            <pc:docMk/>
            <pc:sldMk cId="3291695112" sldId="528"/>
            <ac:spMk id="3" creationId="{A7C12A42-5FD3-8E42-CCD3-1057A99E55B4}"/>
          </ac:spMkLst>
        </pc:spChg>
        <pc:spChg chg="del">
          <ac:chgData name="Kailing Wang" userId="291a47e472658d09" providerId="LiveId" clId="{5917200A-3253-450E-A205-F41A64C3E186}" dt="2024-04-10T05:25:14.108" v="1995" actId="478"/>
          <ac:spMkLst>
            <pc:docMk/>
            <pc:sldMk cId="3291695112" sldId="528"/>
            <ac:spMk id="4" creationId="{385E198D-787B-F3E6-B630-92A5F4296E99}"/>
          </ac:spMkLst>
        </pc:spChg>
        <pc:spChg chg="add del">
          <ac:chgData name="Kailing Wang" userId="291a47e472658d09" providerId="LiveId" clId="{5917200A-3253-450E-A205-F41A64C3E186}" dt="2024-04-10T05:28:44.738" v="2256" actId="22"/>
          <ac:spMkLst>
            <pc:docMk/>
            <pc:sldMk cId="3291695112" sldId="528"/>
            <ac:spMk id="6" creationId="{3D189AA9-4711-E8FC-A76A-4134237A45BC}"/>
          </ac:spMkLst>
        </pc:spChg>
        <pc:spChg chg="add mod">
          <ac:chgData name="Kailing Wang" userId="291a47e472658d09" providerId="LiveId" clId="{5917200A-3253-450E-A205-F41A64C3E186}" dt="2024-04-10T05:30:39.708" v="2484"/>
          <ac:spMkLst>
            <pc:docMk/>
            <pc:sldMk cId="3291695112" sldId="528"/>
            <ac:spMk id="8" creationId="{8384D5A8-0FB4-9D24-4619-FEF199BA4656}"/>
          </ac:spMkLst>
        </pc:spChg>
        <pc:spChg chg="mod">
          <ac:chgData name="Kailing Wang" userId="291a47e472658d09" providerId="LiveId" clId="{5917200A-3253-450E-A205-F41A64C3E186}" dt="2024-04-10T05:24:50.645" v="1976" actId="20577"/>
          <ac:spMkLst>
            <pc:docMk/>
            <pc:sldMk cId="3291695112" sldId="528"/>
            <ac:spMk id="21" creationId="{A0F465AC-FBDB-4C1E-73E2-0682DD403C64}"/>
          </ac:spMkLst>
        </pc:spChg>
        <pc:picChg chg="del">
          <ac:chgData name="Kailing Wang" userId="291a47e472658d09" providerId="LiveId" clId="{5917200A-3253-450E-A205-F41A64C3E186}" dt="2024-04-10T05:25:15.536" v="1996" actId="478"/>
          <ac:picMkLst>
            <pc:docMk/>
            <pc:sldMk cId="3291695112" sldId="528"/>
            <ac:picMk id="18" creationId="{3567457A-4C09-12D8-8947-B79AC73710B0}"/>
          </ac:picMkLst>
        </pc:picChg>
      </pc:sldChg>
      <pc:sldChg chg="addSp modSp add mod">
        <pc:chgData name="Kailing Wang" userId="291a47e472658d09" providerId="LiveId" clId="{5917200A-3253-450E-A205-F41A64C3E186}" dt="2024-04-10T06:45:56.903" v="3135" actId="20577"/>
        <pc:sldMkLst>
          <pc:docMk/>
          <pc:sldMk cId="2634277607" sldId="529"/>
        </pc:sldMkLst>
        <pc:spChg chg="mod">
          <ac:chgData name="Kailing Wang" userId="291a47e472658d09" providerId="LiveId" clId="{5917200A-3253-450E-A205-F41A64C3E186}" dt="2024-04-10T05:30:50.217" v="2504" actId="20577"/>
          <ac:spMkLst>
            <pc:docMk/>
            <pc:sldMk cId="2634277607" sldId="529"/>
            <ac:spMk id="2" creationId="{DF7287C0-ABC7-A10B-6CA9-9722232D8149}"/>
          </ac:spMkLst>
        </pc:spChg>
        <pc:spChg chg="mod">
          <ac:chgData name="Kailing Wang" userId="291a47e472658d09" providerId="LiveId" clId="{5917200A-3253-450E-A205-F41A64C3E186}" dt="2024-04-10T06:31:35.050" v="3120" actId="20577"/>
          <ac:spMkLst>
            <pc:docMk/>
            <pc:sldMk cId="2634277607" sldId="529"/>
            <ac:spMk id="3" creationId="{A7C12A42-5FD3-8E42-CCD3-1057A99E55B4}"/>
          </ac:spMkLst>
        </pc:spChg>
        <pc:spChg chg="add mod">
          <ac:chgData name="Kailing Wang" userId="291a47e472658d09" providerId="LiveId" clId="{5917200A-3253-450E-A205-F41A64C3E186}" dt="2024-04-10T05:30:29.818" v="2483" actId="20577"/>
          <ac:spMkLst>
            <pc:docMk/>
            <pc:sldMk cId="2634277607" sldId="529"/>
            <ac:spMk id="4" creationId="{28502C06-6013-FC70-765A-609C3BA4B532}"/>
          </ac:spMkLst>
        </pc:spChg>
        <pc:spChg chg="mod">
          <ac:chgData name="Kailing Wang" userId="291a47e472658d09" providerId="LiveId" clId="{5917200A-3253-450E-A205-F41A64C3E186}" dt="2024-04-10T06:45:56.903" v="3135" actId="20577"/>
          <ac:spMkLst>
            <pc:docMk/>
            <pc:sldMk cId="2634277607" sldId="529"/>
            <ac:spMk id="21" creationId="{A0F465AC-FBDB-4C1E-73E2-0682DD403C64}"/>
          </ac:spMkLst>
        </pc:spChg>
      </pc:sldChg>
      <pc:sldChg chg="addSp modSp add mod">
        <pc:chgData name="Kailing Wang" userId="291a47e472658d09" providerId="LiveId" clId="{5917200A-3253-450E-A205-F41A64C3E186}" dt="2024-04-10T06:46:06.521" v="3139" actId="20577"/>
        <pc:sldMkLst>
          <pc:docMk/>
          <pc:sldMk cId="1003839984" sldId="530"/>
        </pc:sldMkLst>
        <pc:spChg chg="mod">
          <ac:chgData name="Kailing Wang" userId="291a47e472658d09" providerId="LiveId" clId="{5917200A-3253-450E-A205-F41A64C3E186}" dt="2024-04-10T05:28:51.128" v="2268" actId="20577"/>
          <ac:spMkLst>
            <pc:docMk/>
            <pc:sldMk cId="1003839984" sldId="530"/>
            <ac:spMk id="2" creationId="{DF7287C0-ABC7-A10B-6CA9-9722232D8149}"/>
          </ac:spMkLst>
        </pc:spChg>
        <pc:spChg chg="mod">
          <ac:chgData name="Kailing Wang" userId="291a47e472658d09" providerId="LiveId" clId="{5917200A-3253-450E-A205-F41A64C3E186}" dt="2024-04-10T06:45:42.611" v="3133" actId="20577"/>
          <ac:spMkLst>
            <pc:docMk/>
            <pc:sldMk cId="1003839984" sldId="530"/>
            <ac:spMk id="3" creationId="{A7C12A42-5FD3-8E42-CCD3-1057A99E55B4}"/>
          </ac:spMkLst>
        </pc:spChg>
        <pc:spChg chg="add mod">
          <ac:chgData name="Kailing Wang" userId="291a47e472658d09" providerId="LiveId" clId="{5917200A-3253-450E-A205-F41A64C3E186}" dt="2024-04-10T05:30:16.490" v="2478" actId="20577"/>
          <ac:spMkLst>
            <pc:docMk/>
            <pc:sldMk cId="1003839984" sldId="530"/>
            <ac:spMk id="4" creationId="{F4B028FE-8E1D-74CE-27CA-BAD34B90CB6E}"/>
          </ac:spMkLst>
        </pc:spChg>
        <pc:spChg chg="mod">
          <ac:chgData name="Kailing Wang" userId="291a47e472658d09" providerId="LiveId" clId="{5917200A-3253-450E-A205-F41A64C3E186}" dt="2024-04-10T06:46:06.521" v="3139" actId="20577"/>
          <ac:spMkLst>
            <pc:docMk/>
            <pc:sldMk cId="1003839984" sldId="530"/>
            <ac:spMk id="21" creationId="{A0F465AC-FBDB-4C1E-73E2-0682DD403C64}"/>
          </ac:spMkLst>
        </pc:spChg>
      </pc:sldChg>
      <pc:sldChg chg="modSp add mod">
        <pc:chgData name="Kailing Wang" userId="291a47e472658d09" providerId="LiveId" clId="{5917200A-3253-450E-A205-F41A64C3E186}" dt="2024-04-10T06:46:08.761" v="3140" actId="20577"/>
        <pc:sldMkLst>
          <pc:docMk/>
          <pc:sldMk cId="2100200800" sldId="531"/>
        </pc:sldMkLst>
        <pc:spChg chg="mod">
          <ac:chgData name="Kailing Wang" userId="291a47e472658d09" providerId="LiveId" clId="{5917200A-3253-450E-A205-F41A64C3E186}" dt="2024-04-10T06:45:50.586" v="3134" actId="20577"/>
          <ac:spMkLst>
            <pc:docMk/>
            <pc:sldMk cId="2100200800" sldId="531"/>
            <ac:spMk id="3" creationId="{A7C12A42-5FD3-8E42-CCD3-1057A99E55B4}"/>
          </ac:spMkLst>
        </pc:spChg>
        <pc:spChg chg="mod">
          <ac:chgData name="Kailing Wang" userId="291a47e472658d09" providerId="LiveId" clId="{5917200A-3253-450E-A205-F41A64C3E186}" dt="2024-04-10T06:46:08.761" v="3140" actId="20577"/>
          <ac:spMkLst>
            <pc:docMk/>
            <pc:sldMk cId="2100200800" sldId="531"/>
            <ac:spMk id="21" creationId="{A0F465AC-FBDB-4C1E-73E2-0682DD403C64}"/>
          </ac:spMkLst>
        </pc:spChg>
      </pc:sldChg>
    </pc:docChg>
  </pc:docChgLst>
  <pc:docChgLst>
    <pc:chgData name="谢 炜基" userId="cf60e783a5340edd" providerId="Windows Live" clId="Web-{71DE82D3-FEBD-4B28-860A-7FA969F95B6D}"/>
    <pc:docChg chg="modSld">
      <pc:chgData name="谢 炜基" userId="cf60e783a5340edd" providerId="Windows Live" clId="Web-{71DE82D3-FEBD-4B28-860A-7FA969F95B6D}" dt="2024-04-10T10:13:50.810" v="0" actId="20577"/>
      <pc:docMkLst>
        <pc:docMk/>
      </pc:docMkLst>
      <pc:sldChg chg="modSp">
        <pc:chgData name="谢 炜基" userId="cf60e783a5340edd" providerId="Windows Live" clId="Web-{71DE82D3-FEBD-4B28-860A-7FA969F95B6D}" dt="2024-04-10T10:13:50.810" v="0" actId="20577"/>
        <pc:sldMkLst>
          <pc:docMk/>
          <pc:sldMk cId="1338532559" sldId="526"/>
        </pc:sldMkLst>
        <pc:spChg chg="mod">
          <ac:chgData name="谢 炜基" userId="cf60e783a5340edd" providerId="Windows Live" clId="Web-{71DE82D3-FEBD-4B28-860A-7FA969F95B6D}" dt="2024-04-10T10:13:50.810" v="0" actId="20577"/>
          <ac:spMkLst>
            <pc:docMk/>
            <pc:sldMk cId="1338532559" sldId="526"/>
            <ac:spMk id="4" creationId="{00AB2F74-F513-1EA1-059B-4CF100893B1B}"/>
          </ac:spMkLst>
        </pc:spChg>
      </pc:sldChg>
    </pc:docChg>
  </pc:docChgLst>
  <pc:docChgLst>
    <pc:chgData name="Kailing Wang" userId="291a47e472658d09" providerId="LiveId" clId="{BBFD4DDA-BD6F-45D6-84D4-0A8E6038C3F6}"/>
    <pc:docChg chg="modSld">
      <pc:chgData name="Kailing Wang" userId="291a47e472658d09" providerId="LiveId" clId="{BBFD4DDA-BD6F-45D6-84D4-0A8E6038C3F6}" dt="2024-03-30T00:53:55.793" v="4" actId="1076"/>
      <pc:docMkLst>
        <pc:docMk/>
      </pc:docMkLst>
      <pc:sldChg chg="modSp mod">
        <pc:chgData name="Kailing Wang" userId="291a47e472658d09" providerId="LiveId" clId="{BBFD4DDA-BD6F-45D6-84D4-0A8E6038C3F6}" dt="2024-03-30T00:53:55.793" v="4" actId="1076"/>
        <pc:sldMkLst>
          <pc:docMk/>
          <pc:sldMk cId="1162523643" sldId="522"/>
        </pc:sldMkLst>
        <pc:spChg chg="mod">
          <ac:chgData name="Kailing Wang" userId="291a47e472658d09" providerId="LiveId" clId="{BBFD4DDA-BD6F-45D6-84D4-0A8E6038C3F6}" dt="2024-03-30T00:53:55.793" v="4" actId="1076"/>
          <ac:spMkLst>
            <pc:docMk/>
            <pc:sldMk cId="1162523643" sldId="522"/>
            <ac:spMk id="37" creationId="{4CC2596C-3F1C-6245-0B3B-92ABAA158E50}"/>
          </ac:spMkLst>
        </pc:spChg>
      </pc:sldChg>
      <pc:sldChg chg="modSp mod">
        <pc:chgData name="Kailing Wang" userId="291a47e472658d09" providerId="LiveId" clId="{BBFD4DDA-BD6F-45D6-84D4-0A8E6038C3F6}" dt="2024-03-30T00:48:39.579" v="3" actId="20577"/>
        <pc:sldMkLst>
          <pc:docMk/>
          <pc:sldMk cId="2092885394" sldId="523"/>
        </pc:sldMkLst>
        <pc:spChg chg="mod">
          <ac:chgData name="Kailing Wang" userId="291a47e472658d09" providerId="LiveId" clId="{BBFD4DDA-BD6F-45D6-84D4-0A8E6038C3F6}" dt="2024-03-30T00:48:39.579" v="3" actId="20577"/>
          <ac:spMkLst>
            <pc:docMk/>
            <pc:sldMk cId="2092885394" sldId="523"/>
            <ac:spMk id="24" creationId="{97656D0D-0C38-2570-2115-58B796B84279}"/>
          </ac:spMkLst>
        </pc:spChg>
      </pc:sldChg>
    </pc:docChg>
  </pc:docChgLst>
  <pc:docChgLst>
    <pc:chgData name="Kailing Wang" userId="291a47e472658d09" providerId="LiveId" clId="{7430AB56-DB82-4331-B636-4CDAA81202DA}"/>
    <pc:docChg chg="custSel modSld">
      <pc:chgData name="Kailing Wang" userId="291a47e472658d09" providerId="LiveId" clId="{7430AB56-DB82-4331-B636-4CDAA81202DA}" dt="2024-10-03T11:40:25.194" v="17" actId="20577"/>
      <pc:docMkLst>
        <pc:docMk/>
      </pc:docMkLst>
      <pc:sldChg chg="delSp mod delAnim modNotesTx">
        <pc:chgData name="Kailing Wang" userId="291a47e472658d09" providerId="LiveId" clId="{7430AB56-DB82-4331-B636-4CDAA81202DA}" dt="2024-10-03T11:40:25.194" v="17" actId="20577"/>
        <pc:sldMkLst>
          <pc:docMk/>
          <pc:sldMk cId="1003839984" sldId="530"/>
        </pc:sldMkLst>
        <pc:picChg chg="del">
          <ac:chgData name="Kailing Wang" userId="291a47e472658d09" providerId="LiveId" clId="{7430AB56-DB82-4331-B636-4CDAA81202DA}" dt="2024-10-03T11:40:18.825" v="1" actId="478"/>
          <ac:picMkLst>
            <pc:docMk/>
            <pc:sldMk cId="1003839984" sldId="530"/>
            <ac:picMk id="5" creationId="{48FA5B94-506B-32BE-F5F7-8801733C2641}"/>
          </ac:picMkLst>
        </pc:picChg>
      </pc:sldChg>
      <pc:sldChg chg="delSp mod delAnim">
        <pc:chgData name="Kailing Wang" userId="291a47e472658d09" providerId="LiveId" clId="{7430AB56-DB82-4331-B636-4CDAA81202DA}" dt="2024-10-03T11:40:15.251" v="0" actId="478"/>
        <pc:sldMkLst>
          <pc:docMk/>
          <pc:sldMk cId="2100200800" sldId="531"/>
        </pc:sldMkLst>
        <pc:picChg chg="del">
          <ac:chgData name="Kailing Wang" userId="291a47e472658d09" providerId="LiveId" clId="{7430AB56-DB82-4331-B636-4CDAA81202DA}" dt="2024-10-03T11:40:15.251" v="0" actId="478"/>
          <ac:picMkLst>
            <pc:docMk/>
            <pc:sldMk cId="2100200800" sldId="531"/>
            <ac:picMk id="6" creationId="{C28E4318-F67C-B5E0-AE40-A1FC08BD9076}"/>
          </ac:picMkLst>
        </pc:picChg>
      </pc:sldChg>
    </pc:docChg>
  </pc:docChgLst>
  <pc:docChgLst>
    <pc:chgData name="Kailing Wang" userId="291a47e472658d09" providerId="LiveId" clId="{DF84CE2A-6BE3-4CEC-8136-787E7EEBBCA6}"/>
    <pc:docChg chg="custSel modSld">
      <pc:chgData name="Kailing Wang" userId="291a47e472658d09" providerId="LiveId" clId="{DF84CE2A-6BE3-4CEC-8136-787E7EEBBCA6}" dt="2024-04-10T08:58:44.672" v="313" actId="20577"/>
      <pc:docMkLst>
        <pc:docMk/>
      </pc:docMkLst>
      <pc:sldChg chg="modNotesTx">
        <pc:chgData name="Kailing Wang" userId="291a47e472658d09" providerId="LiveId" clId="{DF84CE2A-6BE3-4CEC-8136-787E7EEBBCA6}" dt="2024-04-10T08:54:33.049" v="50" actId="20577"/>
        <pc:sldMkLst>
          <pc:docMk/>
          <pc:sldMk cId="1091647774" sldId="325"/>
        </pc:sldMkLst>
      </pc:sldChg>
      <pc:sldChg chg="modNotesTx">
        <pc:chgData name="Kailing Wang" userId="291a47e472658d09" providerId="LiveId" clId="{DF84CE2A-6BE3-4CEC-8136-787E7EEBBCA6}" dt="2024-04-10T08:55:01.706" v="94" actId="20577"/>
        <pc:sldMkLst>
          <pc:docMk/>
          <pc:sldMk cId="2521375032" sldId="467"/>
        </pc:sldMkLst>
      </pc:sldChg>
      <pc:sldChg chg="modSp mod modNotesTx">
        <pc:chgData name="Kailing Wang" userId="291a47e472658d09" providerId="LiveId" clId="{DF84CE2A-6BE3-4CEC-8136-787E7EEBBCA6}" dt="2024-04-10T08:56:05.879" v="128" actId="20577"/>
        <pc:sldMkLst>
          <pc:docMk/>
          <pc:sldMk cId="3316343339" sldId="524"/>
        </pc:sldMkLst>
        <pc:picChg chg="mod">
          <ac:chgData name="Kailing Wang" userId="291a47e472658d09" providerId="LiveId" clId="{DF84CE2A-6BE3-4CEC-8136-787E7EEBBCA6}" dt="2024-04-10T08:55:17.926" v="95" actId="1076"/>
          <ac:picMkLst>
            <pc:docMk/>
            <pc:sldMk cId="3316343339" sldId="524"/>
            <ac:picMk id="3" creationId="{E6E2E3DC-4402-D582-31FF-65B13FCF9B64}"/>
          </ac:picMkLst>
        </pc:picChg>
      </pc:sldChg>
      <pc:sldChg chg="addSp delSp modSp mod modAnim modNotesTx">
        <pc:chgData name="Kailing Wang" userId="291a47e472658d09" providerId="LiveId" clId="{DF84CE2A-6BE3-4CEC-8136-787E7EEBBCA6}" dt="2024-04-10T08:57:45.314" v="182" actId="20577"/>
        <pc:sldMkLst>
          <pc:docMk/>
          <pc:sldMk cId="3291695112" sldId="528"/>
        </pc:sldMkLst>
        <pc:spChg chg="del">
          <ac:chgData name="Kailing Wang" userId="291a47e472658d09" providerId="LiveId" clId="{DF84CE2A-6BE3-4CEC-8136-787E7EEBBCA6}" dt="2024-04-10T08:56:26.029" v="130" actId="478"/>
          <ac:spMkLst>
            <pc:docMk/>
            <pc:sldMk cId="3291695112" sldId="528"/>
            <ac:spMk id="8" creationId="{8384D5A8-0FB4-9D24-4619-FEF199BA4656}"/>
          </ac:spMkLst>
        </pc:spChg>
        <pc:picChg chg="add mod">
          <ac:chgData name="Kailing Wang" userId="291a47e472658d09" providerId="LiveId" clId="{DF84CE2A-6BE3-4CEC-8136-787E7EEBBCA6}" dt="2024-04-10T08:56:37.321" v="137" actId="1076"/>
          <ac:picMkLst>
            <pc:docMk/>
            <pc:sldMk cId="3291695112" sldId="528"/>
            <ac:picMk id="4" creationId="{D788618D-CDFB-B0E9-EA22-D228CCD3B36F}"/>
          </ac:picMkLst>
        </pc:picChg>
      </pc:sldChg>
      <pc:sldChg chg="delSp modSp mod modNotesTx">
        <pc:chgData name="Kailing Wang" userId="291a47e472658d09" providerId="LiveId" clId="{DF84CE2A-6BE3-4CEC-8136-787E7EEBBCA6}" dt="2024-04-10T08:57:59.266" v="191" actId="20577"/>
        <pc:sldMkLst>
          <pc:docMk/>
          <pc:sldMk cId="2634277607" sldId="529"/>
        </pc:sldMkLst>
        <pc:spChg chg="del mod">
          <ac:chgData name="Kailing Wang" userId="291a47e472658d09" providerId="LiveId" clId="{DF84CE2A-6BE3-4CEC-8136-787E7EEBBCA6}" dt="2024-04-10T08:53:00.038" v="24" actId="478"/>
          <ac:spMkLst>
            <pc:docMk/>
            <pc:sldMk cId="2634277607" sldId="529"/>
            <ac:spMk id="4" creationId="{28502C06-6013-FC70-765A-609C3BA4B532}"/>
          </ac:spMkLst>
        </pc:spChg>
      </pc:sldChg>
      <pc:sldChg chg="addSp modSp mod modAnim modNotesTx">
        <pc:chgData name="Kailing Wang" userId="291a47e472658d09" providerId="LiveId" clId="{DF84CE2A-6BE3-4CEC-8136-787E7EEBBCA6}" dt="2024-04-10T08:58:06.652" v="194" actId="20577"/>
        <pc:sldMkLst>
          <pc:docMk/>
          <pc:sldMk cId="1003839984" sldId="530"/>
        </pc:sldMkLst>
        <pc:spChg chg="mod">
          <ac:chgData name="Kailing Wang" userId="291a47e472658d09" providerId="LiveId" clId="{DF84CE2A-6BE3-4CEC-8136-787E7EEBBCA6}" dt="2024-04-10T08:52:24.483" v="14" actId="1076"/>
          <ac:spMkLst>
            <pc:docMk/>
            <pc:sldMk cId="1003839984" sldId="530"/>
            <ac:spMk id="3" creationId="{A7C12A42-5FD3-8E42-CCD3-1057A99E55B4}"/>
          </ac:spMkLst>
        </pc:spChg>
        <pc:picChg chg="add mod">
          <ac:chgData name="Kailing Wang" userId="291a47e472658d09" providerId="LiveId" clId="{DF84CE2A-6BE3-4CEC-8136-787E7EEBBCA6}" dt="2024-04-10T08:52:20.967" v="13"/>
          <ac:picMkLst>
            <pc:docMk/>
            <pc:sldMk cId="1003839984" sldId="530"/>
            <ac:picMk id="5" creationId="{48FA5B94-506B-32BE-F5F7-8801733C2641}"/>
          </ac:picMkLst>
        </pc:picChg>
      </pc:sldChg>
      <pc:sldChg chg="addSp delSp modSp mod delAnim modAnim modNotesTx">
        <pc:chgData name="Kailing Wang" userId="291a47e472658d09" providerId="LiveId" clId="{DF84CE2A-6BE3-4CEC-8136-787E7EEBBCA6}" dt="2024-04-10T08:58:44.672" v="313" actId="20577"/>
        <pc:sldMkLst>
          <pc:docMk/>
          <pc:sldMk cId="2100200800" sldId="531"/>
        </pc:sldMkLst>
        <pc:spChg chg="mod">
          <ac:chgData name="Kailing Wang" userId="291a47e472658d09" providerId="LiveId" clId="{DF84CE2A-6BE3-4CEC-8136-787E7EEBBCA6}" dt="2024-04-10T08:52:03.803" v="9" actId="1076"/>
          <ac:spMkLst>
            <pc:docMk/>
            <pc:sldMk cId="2100200800" sldId="531"/>
            <ac:spMk id="3" creationId="{A7C12A42-5FD3-8E42-CCD3-1057A99E55B4}"/>
          </ac:spMkLst>
        </pc:spChg>
        <pc:picChg chg="add del mod">
          <ac:chgData name="Kailing Wang" userId="291a47e472658d09" providerId="LiveId" clId="{DF84CE2A-6BE3-4CEC-8136-787E7EEBBCA6}" dt="2024-04-10T08:52:19.303" v="12" actId="21"/>
          <ac:picMkLst>
            <pc:docMk/>
            <pc:sldMk cId="2100200800" sldId="531"/>
            <ac:picMk id="5" creationId="{48FA5B94-506B-32BE-F5F7-8801733C2641}"/>
          </ac:picMkLst>
        </pc:picChg>
        <pc:picChg chg="add mod">
          <ac:chgData name="Kailing Wang" userId="291a47e472658d09" providerId="LiveId" clId="{DF84CE2A-6BE3-4CEC-8136-787E7EEBBCA6}" dt="2024-04-10T08:58:14.189" v="196" actId="1076"/>
          <ac:picMkLst>
            <pc:docMk/>
            <pc:sldMk cId="2100200800" sldId="531"/>
            <ac:picMk id="6" creationId="{C28E4318-F67C-B5E0-AE40-A1FC08BD9076}"/>
          </ac:picMkLst>
        </pc:picChg>
      </pc:sldChg>
    </pc:docChg>
  </pc:docChgLst>
  <pc:docChgLst>
    <pc:chgData name="黄 崇轩" userId="fffca22b9214e4bd" providerId="Windows Live" clId="Web-{59586DE4-AFA7-4FD1-868E-748053DFC54E}"/>
    <pc:docChg chg="modSld">
      <pc:chgData name="黄 崇轩" userId="fffca22b9214e4bd" providerId="Windows Live" clId="Web-{59586DE4-AFA7-4FD1-868E-748053DFC54E}" dt="2024-04-10T11:30:46.945" v="11" actId="20577"/>
      <pc:docMkLst>
        <pc:docMk/>
      </pc:docMkLst>
      <pc:sldChg chg="modSp">
        <pc:chgData name="黄 崇轩" userId="fffca22b9214e4bd" providerId="Windows Live" clId="Web-{59586DE4-AFA7-4FD1-868E-748053DFC54E}" dt="2024-04-10T11:30:46.945" v="11" actId="20577"/>
        <pc:sldMkLst>
          <pc:docMk/>
          <pc:sldMk cId="1338532559" sldId="526"/>
        </pc:sldMkLst>
        <pc:spChg chg="mod">
          <ac:chgData name="黄 崇轩" userId="fffca22b9214e4bd" providerId="Windows Live" clId="Web-{59586DE4-AFA7-4FD1-868E-748053DFC54E}" dt="2024-04-10T11:30:46.945" v="11" actId="20577"/>
          <ac:spMkLst>
            <pc:docMk/>
            <pc:sldMk cId="1338532559" sldId="526"/>
            <ac:spMk id="4" creationId="{00AB2F74-F513-1EA1-059B-4CF100893B1B}"/>
          </ac:spMkLst>
        </pc:spChg>
      </pc:sldChg>
    </pc:docChg>
  </pc:docChgLst>
  <pc:docChgLst>
    <pc:chgData name="shen zhaoqi" userId="8821793ddc00d840" providerId="Windows Live" clId="Web-{BBC355BC-537C-453B-B25A-24B7B4BE2FFB}"/>
    <pc:docChg chg="modSld">
      <pc:chgData name="shen zhaoqi" userId="8821793ddc00d840" providerId="Windows Live" clId="Web-{BBC355BC-537C-453B-B25A-24B7B4BE2FFB}" dt="2024-04-10T10:15:48.082" v="60" actId="20577"/>
      <pc:docMkLst>
        <pc:docMk/>
      </pc:docMkLst>
      <pc:sldChg chg="modSp">
        <pc:chgData name="shen zhaoqi" userId="8821793ddc00d840" providerId="Windows Live" clId="Web-{BBC355BC-537C-453B-B25A-24B7B4BE2FFB}" dt="2024-04-10T10:15:48.082" v="60" actId="20577"/>
        <pc:sldMkLst>
          <pc:docMk/>
          <pc:sldMk cId="1338532559" sldId="526"/>
        </pc:sldMkLst>
        <pc:spChg chg="mod">
          <ac:chgData name="shen zhaoqi" userId="8821793ddc00d840" providerId="Windows Live" clId="Web-{BBC355BC-537C-453B-B25A-24B7B4BE2FFB}" dt="2024-04-10T10:15:48.082" v="60" actId="20577"/>
          <ac:spMkLst>
            <pc:docMk/>
            <pc:sldMk cId="1338532559" sldId="526"/>
            <ac:spMk id="4" creationId="{00AB2F74-F513-1EA1-059B-4CF100893B1B}"/>
          </ac:spMkLst>
        </pc:spChg>
      </pc:sldChg>
      <pc:sldChg chg="modSp">
        <pc:chgData name="shen zhaoqi" userId="8821793ddc00d840" providerId="Windows Live" clId="Web-{BBC355BC-537C-453B-B25A-24B7B4BE2FFB}" dt="2024-04-10T10:11:52.589" v="5" actId="1076"/>
        <pc:sldMkLst>
          <pc:docMk/>
          <pc:sldMk cId="2479529178" sldId="527"/>
        </pc:sldMkLst>
        <pc:picChg chg="mod">
          <ac:chgData name="shen zhaoqi" userId="8821793ddc00d840" providerId="Windows Live" clId="Web-{BBC355BC-537C-453B-B25A-24B7B4BE2FFB}" dt="2024-04-10T10:11:52.589" v="5" actId="1076"/>
          <ac:picMkLst>
            <pc:docMk/>
            <pc:sldMk cId="2479529178" sldId="527"/>
            <ac:picMk id="18" creationId="{3567457A-4C09-12D8-8947-B79AC73710B0}"/>
          </ac:picMkLst>
        </pc:picChg>
      </pc:sldChg>
      <pc:sldChg chg="modSp">
        <pc:chgData name="shen zhaoqi" userId="8821793ddc00d840" providerId="Windows Live" clId="Web-{BBC355BC-537C-453B-B25A-24B7B4BE2FFB}" dt="2024-04-10T10:11:42.526" v="4" actId="1076"/>
        <pc:sldMkLst>
          <pc:docMk/>
          <pc:sldMk cId="3291695112" sldId="528"/>
        </pc:sldMkLst>
        <pc:spChg chg="mod">
          <ac:chgData name="shen zhaoqi" userId="8821793ddc00d840" providerId="Windows Live" clId="Web-{BBC355BC-537C-453B-B25A-24B7B4BE2FFB}" dt="2024-04-10T10:11:24.635" v="1" actId="1076"/>
          <ac:spMkLst>
            <pc:docMk/>
            <pc:sldMk cId="3291695112" sldId="528"/>
            <ac:spMk id="3" creationId="{A7C12A42-5FD3-8E42-CCD3-1057A99E55B4}"/>
          </ac:spMkLst>
        </pc:spChg>
        <pc:picChg chg="mod">
          <ac:chgData name="shen zhaoqi" userId="8821793ddc00d840" providerId="Windows Live" clId="Web-{BBC355BC-537C-453B-B25A-24B7B4BE2FFB}" dt="2024-04-10T10:11:42.526" v="4" actId="1076"/>
          <ac:picMkLst>
            <pc:docMk/>
            <pc:sldMk cId="3291695112" sldId="528"/>
            <ac:picMk id="4" creationId="{D788618D-CDFB-B0E9-EA22-D228CCD3B36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A60F-63B3-4D54-AA63-B159FADA9F31}" type="datetimeFigureOut">
              <a:rPr lang="zh-CN" altLang="en-US" smtClean="0"/>
              <a:t>2024/10/3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3A3C-D0C5-45C0-BD52-194E76396705}" type="datetimeFigureOut">
              <a:rPr lang="zh-CN" altLang="en-US" smtClean="0"/>
              <a:t>2024/10/3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>
                <a:latin typeface="Chalkboard" panose="03050602040202020205" pitchFamily="66" charset="0"/>
              </a:rPr>
              <a:t>小朋友们大家好</a:t>
            </a:r>
            <a:endParaRPr kumimoji="1" lang="en-US" altLang="zh-CN">
              <a:latin typeface="Chalkboard" panose="03050602040202020205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941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>
                <a:latin typeface="Chalkboard" panose="03050602040202020205" pitchFamily="66" charset="0"/>
              </a:rPr>
              <a:t>记得讲和</a:t>
            </a:r>
            <a:r>
              <a:rPr kumimoji="1" lang="en-US" altLang="zh-CN">
                <a:latin typeface="Chalkboard" panose="03050602040202020205" pitchFamily="66" charset="0"/>
              </a:rPr>
              <a:t>p4</a:t>
            </a:r>
            <a:r>
              <a:rPr kumimoji="1" lang="zh-CN" altLang="en-US">
                <a:latin typeface="Chalkboard" panose="03050602040202020205" pitchFamily="66" charset="0"/>
              </a:rPr>
              <a:t>进行关联</a:t>
            </a:r>
            <a:endParaRPr kumimoji="1" lang="en-US" altLang="zh-CN">
              <a:latin typeface="Chalkboard" panose="03050602040202020205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550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>
                <a:latin typeface="Chalkboard" panose="03050602040202020205" pitchFamily="66" charset="0"/>
              </a:rPr>
              <a:t>边放边说，就展示操作</a:t>
            </a:r>
            <a:endParaRPr kumimoji="1" lang="en-US" altLang="zh-CN">
              <a:latin typeface="Chalkboard" panose="03050602040202020205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510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>
                <a:latin typeface="Chalkboard" panose="03050602040202020205" pitchFamily="66" charset="0"/>
              </a:rPr>
              <a:t>镂空的还有易拉罐。涉及机器人地设计，比如扫地机器人使用撞板。</a:t>
            </a:r>
            <a:endParaRPr kumimoji="1" lang="en-US" altLang="zh-CN">
              <a:latin typeface="Chalkboard" panose="03050602040202020205" pitchFamily="66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>
                <a:latin typeface="Chalkboard" panose="03050602040202020205" pitchFamily="66" charset="0"/>
              </a:rPr>
              <a:t>位姿失准：文档中介绍</a:t>
            </a:r>
            <a:r>
              <a:rPr kumimoji="1" lang="en-US" altLang="zh-CN" err="1">
                <a:latin typeface="Chalkboard" panose="03050602040202020205" pitchFamily="66" charset="0"/>
              </a:rPr>
              <a:t>gmapping</a:t>
            </a:r>
            <a:r>
              <a:rPr kumimoji="1" lang="zh-CN" altLang="en-US">
                <a:latin typeface="Chalkboard" panose="03050602040202020205" pitchFamily="66" charset="0"/>
              </a:rPr>
              <a:t>里面有一些简单的手段解决较小误差，比如权重的重采样还有地图的几何匹配。扫描的时候整个地图突然抖动大概就是这一过程。</a:t>
            </a:r>
            <a:endParaRPr kumimoji="1" lang="en-US" altLang="zh-CN">
              <a:latin typeface="Chalkboard" panose="03050602040202020205" pitchFamily="66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>
                <a:latin typeface="Chalkboard" panose="03050602040202020205" pitchFamily="66" charset="0"/>
              </a:rPr>
              <a:t>启发：</a:t>
            </a:r>
            <a:r>
              <a:rPr kumimoji="1" lang="en-US" altLang="zh-CN">
                <a:latin typeface="Chalkboard" panose="03050602040202020205" pitchFamily="66" charset="0"/>
              </a:rPr>
              <a:t>failure detection</a:t>
            </a:r>
            <a:r>
              <a:rPr kumimoji="1" lang="zh-CN" altLang="en-US">
                <a:latin typeface="Chalkboard" panose="03050602040202020205" pitchFamily="66" charset="0"/>
              </a:rPr>
              <a:t>和回环检测</a:t>
            </a:r>
            <a:endParaRPr kumimoji="1" lang="en-US" altLang="zh-CN">
              <a:latin typeface="Chalkboard" panose="03050602040202020205" pitchFamily="66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>
                <a:latin typeface="Chalkboard" panose="03050602040202020205" pitchFamily="66" charset="0"/>
              </a:rPr>
              <a:t>前功尽弃门：我的建议是堵上</a:t>
            </a:r>
            <a:endParaRPr kumimoji="1" lang="en-US" altLang="zh-CN">
              <a:latin typeface="Chalkboard" panose="03050602040202020205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170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>
                <a:latin typeface="Chalkboard" panose="03050602040202020205" pitchFamily="66" charset="0"/>
              </a:rPr>
              <a:t>可移动物体不应建图</a:t>
            </a:r>
            <a:endParaRPr kumimoji="1" lang="en-US" altLang="zh-CN">
              <a:latin typeface="Chalkboard" panose="03050602040202020205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388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>
                <a:latin typeface="Chalkboard" panose="03050602040202020205" pitchFamily="66" charset="0"/>
              </a:rPr>
              <a:t>5</a:t>
            </a:r>
            <a:r>
              <a:rPr kumimoji="1" lang="zh-CN" altLang="en-US">
                <a:latin typeface="Chalkboard" panose="03050602040202020205" pitchFamily="66" charset="0"/>
              </a:rPr>
              <a:t>秒处开始，就放一下绿色箭头的订阅</a:t>
            </a:r>
            <a:endParaRPr kumimoji="1" lang="en-US" altLang="zh-CN">
              <a:latin typeface="Chalkboard" panose="03050602040202020205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852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>
                <a:latin typeface="Chalkboard" panose="03050602040202020205" pitchFamily="66" charset="0"/>
              </a:rPr>
              <a:t>都写上了</a:t>
            </a:r>
            <a:endParaRPr kumimoji="1" lang="en-US" altLang="zh-CN">
              <a:latin typeface="Chalkboard" panose="03050602040202020205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293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>
                <a:latin typeface="Chalkboard" panose="03050602040202020205" pitchFamily="66" charset="0"/>
              </a:rPr>
              <a:t>视频太大了，删了</a:t>
            </a:r>
            <a:endParaRPr kumimoji="1" lang="en-US" altLang="zh-CN">
              <a:latin typeface="Chalkboard" panose="03050602040202020205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661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>
                <a:latin typeface="Chalkboard" panose="03050602040202020205" pitchFamily="66" charset="0"/>
              </a:rPr>
              <a:t>快速放一下，主要展示过床沙发，介绍</a:t>
            </a:r>
            <a:r>
              <a:rPr kumimoji="1" lang="en-US" altLang="zh-CN">
                <a:latin typeface="Chalkboard" panose="03050602040202020205" pitchFamily="66" charset="0"/>
              </a:rPr>
              <a:t>no path found</a:t>
            </a:r>
            <a:r>
              <a:rPr kumimoji="1" lang="zh-CN" altLang="en-US">
                <a:latin typeface="Chalkboard" panose="03050602040202020205" pitchFamily="66" charset="0"/>
              </a:rPr>
              <a:t>的时候不会卡住</a:t>
            </a:r>
            <a:endParaRPr kumimoji="1" lang="en-US" altLang="zh-CN">
              <a:latin typeface="Chalkboard" panose="03050602040202020205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025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>
              <a:latin typeface="Chalkboard" panose="03050602040202020205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743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1" lang="zh-CN" b="1">
                <a:latin typeface="Bahnschrift Light" panose="020B0502040204020203" pitchFamily="34" charset="0"/>
                <a:ea typeface="等线"/>
              </a:rPr>
              <a:t>😭</a:t>
            </a:r>
            <a:r>
              <a:rPr kumimoji="1" lang="zh-CN" b="1">
                <a:latin typeface="Bahnschrift Light" panose="020B0502040204020203" pitchFamily="34" charset="0"/>
              </a:rPr>
              <a:t>😭😭😭</a:t>
            </a:r>
            <a:r>
              <a:rPr kumimoji="1" lang="zh-CN" altLang="en-US" b="1">
                <a:latin typeface="Bahnschrift Light" panose="020B0502040204020203" pitchFamily="34" charset="0"/>
                <a:ea typeface="等线"/>
              </a:rPr>
              <a:t>🙏🙏🙏🙏</a:t>
            </a:r>
            <a:endParaRPr lang="zh-CN" altLang="en-US">
              <a:latin typeface="Bahnschrift Light" panose="020B0502040204020203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596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  <a:t>2019年1月28日</a:t>
            </a:fld>
            <a:endParaRPr lang="zh-CN" altLang="en-US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E58E8B-64DD-4CB6-9A0A-016E581D3E4C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43D3B54-A2E0-47EA-82F0-8A5C219B17C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585BA52-95CD-854D-A470-CE76748E80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010" y="251357"/>
            <a:ext cx="42291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>
            <a:extLst>
              <a:ext uri="{FF2B5EF4-FFF2-40B4-BE49-F238E27FC236}">
                <a16:creationId xmlns:a16="http://schemas.microsoft.com/office/drawing/2014/main" id="{ECA0A7A8-52A5-4508-9B7C-8E9F070AF3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749300"/>
            <a:ext cx="12203394" cy="319193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3383857"/>
            <a:ext cx="10052879" cy="106085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79869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C6124F18-99FF-4E25-B026-C95B196756F6}" type="datetime2">
              <a:rPr lang="zh-CN" altLang="en-US" smtClean="0"/>
              <a:t>2019年1月28日</a:t>
            </a:fld>
            <a:endParaRPr lang="zh-CN" altLang="en-US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5052868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3E0947F5-F302-4DA0-B1F5-30EE10CF1F22}"/>
              </a:ext>
            </a:extLst>
          </p:cNvPr>
          <p:cNvGrpSpPr/>
          <p:nvPr userDrawn="1"/>
        </p:nvGrpSpPr>
        <p:grpSpPr>
          <a:xfrm>
            <a:off x="3352562" y="6252715"/>
            <a:ext cx="5486876" cy="406590"/>
            <a:chOff x="3352562" y="6073254"/>
            <a:chExt cx="5486876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alphaModFix amt="3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57ABA8D-3632-4FB6-8561-0367E4880E76}"/>
              </a:ext>
            </a:extLst>
          </p:cNvPr>
          <p:cNvCxnSpPr>
            <a:cxnSpLocks/>
          </p:cNvCxnSpPr>
          <p:nvPr userDrawn="1"/>
        </p:nvCxnSpPr>
        <p:spPr>
          <a:xfrm>
            <a:off x="2328587" y="6496383"/>
            <a:ext cx="900000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F70B8EC-E67C-4355-9367-9F32C483445D}"/>
              </a:ext>
            </a:extLst>
          </p:cNvPr>
          <p:cNvCxnSpPr>
            <a:cxnSpLocks/>
          </p:cNvCxnSpPr>
          <p:nvPr userDrawn="1"/>
        </p:nvCxnSpPr>
        <p:spPr>
          <a:xfrm>
            <a:off x="8983387" y="6496383"/>
            <a:ext cx="900000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CD561446-72A4-5E48-B1AA-88BCD07BAE0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010" y="251357"/>
            <a:ext cx="42291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79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7C66039A-3D15-4D27-8FD3-6ADF01C34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/>
          <p:nvPr/>
        </p:nvSpPr>
        <p:spPr>
          <a:xfrm>
            <a:off x="304801" y="2455636"/>
            <a:ext cx="4122058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片包含 建筑物&#10;&#10;自动生成的说明">
            <a:extLst>
              <a:ext uri="{FF2B5EF4-FFF2-40B4-BE49-F238E27FC236}">
                <a16:creationId xmlns:a16="http://schemas.microsoft.com/office/drawing/2014/main" id="{27CDB2F7-E7B6-465A-921A-BD30952F7D4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7924" y="4902201"/>
            <a:ext cx="7179060" cy="2311400"/>
          </a:xfrm>
          <a:prstGeom prst="rect">
            <a:avLst/>
          </a:prstGeom>
          <a:effectLst/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901EB5B-A305-4D12-8523-8654B0DF8D3C}"/>
              </a:ext>
            </a:extLst>
          </p:cNvPr>
          <p:cNvSpPr txBox="1"/>
          <p:nvPr/>
        </p:nvSpPr>
        <p:spPr>
          <a:xfrm>
            <a:off x="737508" y="2713335"/>
            <a:ext cx="3256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chemeClr val="accent1"/>
                </a:solidFill>
              </a:rPr>
              <a:t>目    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/>
          <p:nvPr/>
        </p:nvSpPr>
        <p:spPr>
          <a:xfrm rot="16200000">
            <a:off x="2320829" y="1812287"/>
            <a:ext cx="90000" cy="412205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/>
          <p:nvPr/>
        </p:nvSpPr>
        <p:spPr>
          <a:xfrm flipV="1">
            <a:off x="4897924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896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图片包含 建筑物, 圆屋顶, 地板&#10;&#10;描述已自动生成">
            <a:extLst>
              <a:ext uri="{FF2B5EF4-FFF2-40B4-BE49-F238E27FC236}">
                <a16:creationId xmlns:a16="http://schemas.microsoft.com/office/drawing/2014/main" id="{1CF278BF-7BDF-4094-9C1D-962B78BFDF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-12700"/>
            <a:ext cx="12188951" cy="685800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ACBE5229-6D64-4AB4-BD32-C5A9C0A25B3D}"/>
              </a:ext>
            </a:extLst>
          </p:cNvPr>
          <p:cNvGrpSpPr/>
          <p:nvPr/>
        </p:nvGrpSpPr>
        <p:grpSpPr>
          <a:xfrm>
            <a:off x="4034970" y="685800"/>
            <a:ext cx="4122060" cy="1462680"/>
            <a:chOff x="667655" y="1497651"/>
            <a:chExt cx="4122060" cy="146268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6977AD1-FB29-49DB-B293-6E501C63653E}"/>
                </a:ext>
              </a:extLst>
            </p:cNvPr>
            <p:cNvGrpSpPr/>
            <p:nvPr/>
          </p:nvGrpSpPr>
          <p:grpSpPr>
            <a:xfrm>
              <a:off x="667656" y="1497651"/>
              <a:ext cx="4122059" cy="1438728"/>
              <a:chOff x="537028" y="1493158"/>
              <a:chExt cx="4122059" cy="1438728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2C25A7C-283B-4D59-8088-0D173FD791A1}"/>
                  </a:ext>
                </a:extLst>
              </p:cNvPr>
              <p:cNvSpPr/>
              <p:nvPr/>
            </p:nvSpPr>
            <p:spPr>
              <a:xfrm>
                <a:off x="537029" y="1493158"/>
                <a:ext cx="4122058" cy="14387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" name="图片 10" descr="图片包含 建筑物&#10;&#10;自动生成的说明">
                <a:extLst>
                  <a:ext uri="{FF2B5EF4-FFF2-40B4-BE49-F238E27FC236}">
                    <a16:creationId xmlns:a16="http://schemas.microsoft.com/office/drawing/2014/main" id="{909D8670-2666-4A27-A0FE-9BF4BFDA7D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alphaModFix amt="25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37028" y="1604731"/>
                <a:ext cx="4122058" cy="1327155"/>
              </a:xfrm>
              <a:prstGeom prst="rect">
                <a:avLst/>
              </a:prstGeom>
              <a:effectLst/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0563126-3B82-41C3-959D-6EE0A64FB1C8}"/>
                </a:ext>
              </a:extLst>
            </p:cNvPr>
            <p:cNvSpPr txBox="1"/>
            <p:nvPr/>
          </p:nvSpPr>
          <p:spPr>
            <a:xfrm>
              <a:off x="667655" y="1755350"/>
              <a:ext cx="412205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>
                  <a:solidFill>
                    <a:schemeClr val="accent1"/>
                  </a:solidFill>
                </a:rPr>
                <a:t>目    录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1F06D8F-A998-4957-BCDD-C5D37E948A62}"/>
                </a:ext>
              </a:extLst>
            </p:cNvPr>
            <p:cNvSpPr/>
            <p:nvPr/>
          </p:nvSpPr>
          <p:spPr>
            <a:xfrm rot="16200000">
              <a:off x="2683685" y="854302"/>
              <a:ext cx="90000" cy="4122058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E9A5540C-0F48-4B7F-B5D6-F8A8EDA2E8C4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-19050" y="3428999"/>
            <a:ext cx="12211050" cy="342899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9484F6-57FB-4D78-BAC6-3A0A97C9E850}"/>
              </a:ext>
            </a:extLst>
          </p:cNvPr>
          <p:cNvSpPr/>
          <p:nvPr userDrawn="1"/>
        </p:nvSpPr>
        <p:spPr>
          <a:xfrm rot="16200000" flipV="1">
            <a:off x="6051001" y="-2738344"/>
            <a:ext cx="90000" cy="121989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477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B46500FD-D914-4D54-A821-08966030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227868-C0F1-41FC-A8C9-A533B4E114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1CEC8E-67B8-0542-B6BF-1336F7F82CC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133351"/>
            <a:ext cx="2082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5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(标题导航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片包含 建筑物, 圆屋顶, 地板&#10;&#10;描述已自动生成">
            <a:extLst>
              <a:ext uri="{FF2B5EF4-FFF2-40B4-BE49-F238E27FC236}">
                <a16:creationId xmlns:a16="http://schemas.microsoft.com/office/drawing/2014/main" id="{FCB44420-1668-4CDF-B7B1-BF6494090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B0646154-6233-4139-B550-A28CDF04E3FA}"/>
              </a:ext>
            </a:extLst>
          </p:cNvPr>
          <p:cNvSpPr/>
          <p:nvPr userDrawn="1"/>
        </p:nvSpPr>
        <p:spPr>
          <a:xfrm>
            <a:off x="995330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chemeClr val="accent1"/>
                </a:solidFill>
              </a:rPr>
              <a:t>标题一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AC3C199-AD82-4263-B8E8-8D1CD35372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6B24E9D-7E64-7A41-BAEA-4B8DFE2C1F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133351"/>
            <a:ext cx="2082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1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AABAA2F6-CE8B-4D0C-9DA1-7AFD8C0E1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8" name="平行四边形 17">
            <a:extLst>
              <a:ext uri="{FF2B5EF4-FFF2-40B4-BE49-F238E27FC236}">
                <a16:creationId xmlns:a16="http://schemas.microsoft.com/office/drawing/2014/main" id="{55B5EF86-CD68-45F5-B469-E0C751A7F1CE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444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 descr="图片包含 户外, 标牌, 黑色&#10;&#10;自动生成的说明">
            <a:extLst>
              <a:ext uri="{FF2B5EF4-FFF2-40B4-BE49-F238E27FC236}">
                <a16:creationId xmlns:a16="http://schemas.microsoft.com/office/drawing/2014/main" id="{BBD19A13-D175-4468-834D-FE213A533A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0E3A7107-0A14-4195-8DEB-51F0B46D6B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F842958-30A2-AA47-8819-111B0A762B7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133351"/>
            <a:ext cx="2082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7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>
            <a:extLst>
              <a:ext uri="{FF2B5EF4-FFF2-40B4-BE49-F238E27FC236}">
                <a16:creationId xmlns:a16="http://schemas.microsoft.com/office/drawing/2014/main" id="{59C76395-F18A-42DC-A156-F93BFCD8E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C8E8E9-B6E9-4C9E-A8E5-EC39920274FE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6D4021-94E1-4E9F-90EB-E54E5216CA6E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079C22-C965-4A93-8C7F-F7C26F71D8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13C46B9-BB5F-5D48-A282-A1DFCA9C9F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5762" y="918446"/>
            <a:ext cx="56134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4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建筑物&#10;&#10;自动生成的说明">
            <a:extLst>
              <a:ext uri="{FF2B5EF4-FFF2-40B4-BE49-F238E27FC236}">
                <a16:creationId xmlns:a16="http://schemas.microsoft.com/office/drawing/2014/main" id="{D3C2EE1F-0BF9-49E9-859D-A8611895DE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C8E8E9-B6E9-4C9E-A8E5-EC39920274FE}"/>
              </a:ext>
            </a:extLst>
          </p:cNvPr>
          <p:cNvCxnSpPr/>
          <p:nvPr userDrawn="1"/>
        </p:nvCxnSpPr>
        <p:spPr>
          <a:xfrm>
            <a:off x="7322504" y="1488254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6D4021-94E1-4E9F-90EB-E54E5216CA6E}"/>
              </a:ext>
            </a:extLst>
          </p:cNvPr>
          <p:cNvCxnSpPr/>
          <p:nvPr userDrawn="1"/>
        </p:nvCxnSpPr>
        <p:spPr>
          <a:xfrm>
            <a:off x="7322504" y="4146847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33473" y="2496180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861CDE-5CCC-4EC9-AAE6-4DDC185E1B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0001" y="1860735"/>
            <a:ext cx="2858911" cy="23322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97B15C4-0524-4A21-A6CE-F7DA7DA15B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08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离页连接符 1">
            <a:extLst>
              <a:ext uri="{FF2B5EF4-FFF2-40B4-BE49-F238E27FC236}">
                <a16:creationId xmlns:a16="http://schemas.microsoft.com/office/drawing/2014/main" id="{3D05038B-8A32-4BD0-A068-AFE03E6FF8D3}"/>
              </a:ext>
            </a:extLst>
          </p:cNvPr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1" spc="600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9B0529-EE67-44AA-BAF8-7E78156B3D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A12E6D-1EC4-4BB8-BCAB-668C213B8F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5B543617-7E5E-4360-A155-0CA2B7AF9E10}"/>
              </a:ext>
            </a:extLst>
          </p:cNvPr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图片包含 建筑物&#10;&#10;自动生成的说明">
            <a:extLst>
              <a:ext uri="{FF2B5EF4-FFF2-40B4-BE49-F238E27FC236}">
                <a16:creationId xmlns:a16="http://schemas.microsoft.com/office/drawing/2014/main" id="{D3C2EE1F-0BF9-49E9-859D-A8611895DE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96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908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lowpo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建筑物, 圆屋顶, 地板&#10;&#10;描述已自动生成">
            <a:extLst>
              <a:ext uri="{FF2B5EF4-FFF2-40B4-BE49-F238E27FC236}">
                <a16:creationId xmlns:a16="http://schemas.microsoft.com/office/drawing/2014/main" id="{0E7CEFF4-3933-40D2-928B-A28B021C14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62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图片 11" descr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4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标题文本"/>
          <p:cNvSpPr txBox="1">
            <a:spLocks noGrp="1"/>
          </p:cNvSpPr>
          <p:nvPr>
            <p:ph type="title"/>
          </p:nvPr>
        </p:nvSpPr>
        <p:spPr>
          <a:xfrm>
            <a:off x="609600" y="1597137"/>
            <a:ext cx="10972801" cy="1143001"/>
          </a:xfrm>
          <a:prstGeom prst="rect">
            <a:avLst/>
          </a:prstGeom>
        </p:spPr>
        <p:txBody>
          <a:bodyPr lIns="91439" tIns="91439" rIns="91439" bIns="91439"/>
          <a:lstStyle>
            <a:lvl1pPr defTabSz="914400">
              <a:defRPr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标题文本</a:t>
            </a:r>
          </a:p>
        </p:txBody>
      </p:sp>
      <p:sp>
        <p:nvSpPr>
          <p:cNvPr id="15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56350"/>
            <a:ext cx="2844800" cy="368300"/>
          </a:xfrm>
          <a:prstGeom prst="rect">
            <a:avLst/>
          </a:prstGeom>
        </p:spPr>
        <p:txBody>
          <a:bodyPr lIns="91439" tIns="91439" rIns="91439" bIns="91439"/>
          <a:lstStyle>
            <a:lvl1pPr algn="r" defTabSz="914400">
              <a:defRPr sz="2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754756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/>
              <a:t>单击此处添加文本</a:t>
            </a:r>
            <a:endParaRPr lang="en-US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/>
              <a:t>单击此处添加文本</a:t>
            </a:r>
            <a:endParaRPr lang="en-US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/>
              <a:t>单击此处添加文本</a:t>
            </a:r>
            <a:endParaRPr lang="en-US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690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C7813A-7558-D447-8012-E0EF22E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E82487-63DA-B64E-AD7E-4C61A095C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7B0CF3-DE07-7343-9678-48178CEC8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DDE5-B550-5245-9E72-8617DF5524AE}" type="datetimeFigureOut">
              <a:rPr kumimoji="1" lang="zh-CN" altLang="en-US" smtClean="0"/>
              <a:t>2024/10/3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B4B05C-1975-0C47-9E77-87848D621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FD0B11-264F-5C4B-BA59-8FBFC4CE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BFDB6-51DA-F342-9EAF-5F9680D47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0862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37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2pPr>
            <a:lvl3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/>
              <a:t>单击此处添加文本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61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欢迎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3716337"/>
            <a:ext cx="11429516" cy="1523959"/>
          </a:xfrm>
        </p:spPr>
        <p:txBody>
          <a:bodyPr vert="horz" lIns="0" tIns="0" rIns="0" bIns="0" rtlCol="0" anchor="t" anchorCtr="0">
            <a:normAutofit/>
          </a:bodyPr>
          <a:lstStyle>
            <a:lvl1pPr algn="ctr">
              <a:defRPr lang="zh-CN" altLang="en-US" sz="5400" b="1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欢迎页面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1242" y="5336848"/>
            <a:ext cx="11429516" cy="7619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ea"/>
                <a:ea typeface="+mj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备注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81242" y="6237360"/>
            <a:ext cx="11429516" cy="45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2540" smtClean="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2024/10/3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6989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226" y="3717192"/>
            <a:ext cx="10667548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29113" y="5387513"/>
            <a:ext cx="53337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429113" y="6229835"/>
            <a:ext cx="533377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2024/10/3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02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168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6254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351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/>
              <a:t>页面标题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第一级文本内容</a:t>
            </a:r>
          </a:p>
          <a:p>
            <a:pPr lvl="1"/>
            <a:r>
              <a:rPr lang="zh-CN" altLang="en-US"/>
              <a:t>第二级文本内容</a:t>
            </a:r>
          </a:p>
          <a:p>
            <a:pPr lvl="2"/>
            <a:r>
              <a:rPr lang="zh-CN" altLang="en-US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36001" y="6318000"/>
            <a:ext cx="6720000" cy="540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36002" y="6318000"/>
            <a:ext cx="960000" cy="540000"/>
          </a:xfrm>
        </p:spPr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6261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0"/>
            <a:ext cx="11429516" cy="761979"/>
          </a:xfrm>
        </p:spPr>
        <p:txBody>
          <a:bodyPr/>
          <a:lstStyle/>
          <a:p>
            <a:r>
              <a:rPr lang="zh-CN" altLang="en-US"/>
              <a:t>页面标题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1242" y="981343"/>
            <a:ext cx="5524266" cy="5333856"/>
          </a:xfrm>
        </p:spPr>
        <p:txBody>
          <a:bodyPr/>
          <a:lstStyle/>
          <a:p>
            <a:pPr lvl="0"/>
            <a:r>
              <a:rPr lang="zh-CN" altLang="en-US"/>
              <a:t>第一级文本内容</a:t>
            </a:r>
          </a:p>
          <a:p>
            <a:pPr lvl="1"/>
            <a:r>
              <a:rPr lang="zh-CN" altLang="en-US"/>
              <a:t>第二级文本内容</a:t>
            </a:r>
          </a:p>
          <a:p>
            <a:pPr lvl="2"/>
            <a:r>
              <a:rPr lang="zh-CN" altLang="en-US"/>
              <a:t>第三级文本内容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86492" y="981343"/>
            <a:ext cx="5524266" cy="5333856"/>
          </a:xfrm>
        </p:spPr>
        <p:txBody>
          <a:bodyPr/>
          <a:lstStyle/>
          <a:p>
            <a:pPr lvl="0"/>
            <a:r>
              <a:rPr lang="zh-CN" altLang="en-US"/>
              <a:t>第一级文本内容</a:t>
            </a:r>
          </a:p>
          <a:p>
            <a:pPr lvl="1"/>
            <a:r>
              <a:rPr lang="zh-CN" altLang="en-US"/>
              <a:t>第二级文本内容</a:t>
            </a:r>
          </a:p>
          <a:p>
            <a:pPr lvl="2"/>
            <a:r>
              <a:rPr lang="zh-CN" altLang="en-US"/>
              <a:t>第三级文本内容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0552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1"/>
            <a:ext cx="11429516" cy="761979"/>
          </a:xfrm>
        </p:spPr>
        <p:txBody>
          <a:bodyPr/>
          <a:lstStyle/>
          <a:p>
            <a:r>
              <a:rPr lang="zh-CN" altLang="en-US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1242" y="963895"/>
            <a:ext cx="5524266" cy="57148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9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栏目标题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381242" y="1737295"/>
            <a:ext cx="5524266" cy="4571877"/>
          </a:xfrm>
        </p:spPr>
        <p:txBody>
          <a:bodyPr>
            <a:normAutofit/>
          </a:bodyPr>
          <a:lstStyle>
            <a:lvl1pPr>
              <a:defRPr sz="2540"/>
            </a:lvl1pPr>
            <a:lvl2pPr>
              <a:defRPr sz="2115"/>
            </a:lvl2pPr>
            <a:lvl3pPr>
              <a:defRPr sz="1480"/>
            </a:lvl3pPr>
          </a:lstStyle>
          <a:p>
            <a:pPr lvl="0"/>
            <a:r>
              <a:rPr lang="zh-CN" altLang="en-US"/>
              <a:t>第一级文本内容</a:t>
            </a:r>
          </a:p>
          <a:p>
            <a:pPr lvl="1"/>
            <a:r>
              <a:rPr lang="zh-CN" altLang="en-US"/>
              <a:t>第二级文本内容</a:t>
            </a:r>
          </a:p>
          <a:p>
            <a:pPr lvl="2"/>
            <a:r>
              <a:rPr lang="zh-CN" altLang="en-US"/>
              <a:t>第三级文本内容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86492" y="963895"/>
            <a:ext cx="5524266" cy="57148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9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栏目标题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86492" y="1737295"/>
            <a:ext cx="5524266" cy="4571877"/>
          </a:xfrm>
        </p:spPr>
        <p:txBody>
          <a:bodyPr>
            <a:normAutofit/>
          </a:bodyPr>
          <a:lstStyle>
            <a:lvl1pPr>
              <a:defRPr sz="2540"/>
            </a:lvl1pPr>
            <a:lvl2pPr>
              <a:defRPr sz="2115"/>
            </a:lvl2pPr>
            <a:lvl3pPr>
              <a:defRPr sz="1480"/>
            </a:lvl3pPr>
          </a:lstStyle>
          <a:p>
            <a:pPr lvl="0"/>
            <a:r>
              <a:rPr lang="zh-CN" altLang="en-US"/>
              <a:t>第一级文本内容</a:t>
            </a:r>
          </a:p>
          <a:p>
            <a:pPr lvl="1"/>
            <a:r>
              <a:rPr lang="zh-CN" altLang="en-US"/>
              <a:t>第二级文本内容</a:t>
            </a:r>
          </a:p>
          <a:p>
            <a:pPr lvl="2"/>
            <a:r>
              <a:rPr lang="zh-CN" altLang="en-US"/>
              <a:t>第三级文本内容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086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/>
              <a:t>页面标题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第一级文本内容</a:t>
            </a:r>
          </a:p>
          <a:p>
            <a:pPr lvl="1"/>
            <a:r>
              <a:rPr lang="zh-CN" altLang="en-US"/>
              <a:t>第二级文本内容</a:t>
            </a:r>
          </a:p>
          <a:p>
            <a:pPr lvl="2"/>
            <a:r>
              <a:rPr lang="zh-CN" altLang="en-US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153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44642" y="1805992"/>
            <a:ext cx="3302721" cy="2708599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431818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807295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18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3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5" r:id="rId3"/>
    <p:sldLayoutId id="2147483657" r:id="rId4"/>
    <p:sldLayoutId id="2147483650" r:id="rId5"/>
    <p:sldLayoutId id="2147483659" r:id="rId6"/>
    <p:sldLayoutId id="2147483651" r:id="rId7"/>
    <p:sldLayoutId id="2147483654" r:id="rId8"/>
    <p:sldLayoutId id="2147483660" r:id="rId9"/>
    <p:sldLayoutId id="2147483663" r:id="rId10"/>
    <p:sldLayoutId id="2147483652" r:id="rId11"/>
    <p:sldLayoutId id="2147483664" r:id="rId12"/>
    <p:sldLayoutId id="2147483666" r:id="rId13"/>
    <p:sldLayoutId id="2147483680" r:id="rId14"/>
    <p:sldLayoutId id="2147483681" r:id="rId15"/>
    <p:sldLayoutId id="2147483682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" userDrawn="1">
          <p15:clr>
            <a:srgbClr val="F26B43"/>
          </p15:clr>
        </p15:guide>
        <p15:guide id="2" pos="7488" userDrawn="1">
          <p15:clr>
            <a:srgbClr val="F26B43"/>
          </p15:clr>
        </p15:guide>
        <p15:guide id="3" orient="horz" pos="432" userDrawn="1">
          <p15:clr>
            <a:srgbClr val="F26B43"/>
          </p15:clr>
        </p15:guide>
        <p15:guide id="4" orient="horz" pos="472" userDrawn="1">
          <p15:clr>
            <a:srgbClr val="F26B43"/>
          </p15:clr>
        </p15:guide>
        <p15:guide id="5" orient="horz" pos="4104" userDrawn="1">
          <p15:clr>
            <a:srgbClr val="F26B43"/>
          </p15:clr>
        </p15:guide>
        <p15:guide id="6" orient="horz" pos="405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26291"/>
            <a:ext cx="11429516" cy="70797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/>
              <a:t>第一级文本内容</a:t>
            </a:r>
          </a:p>
          <a:p>
            <a:pPr lvl="1"/>
            <a:r>
              <a:rPr lang="zh-CN" altLang="en-US"/>
              <a:t>第二级文本内容</a:t>
            </a:r>
          </a:p>
          <a:p>
            <a:pPr lvl="2"/>
            <a:r>
              <a:rPr lang="zh-CN" altLang="en-US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952460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5420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</p:sldLayoutIdLst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81635" indent="-381635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Blip>
          <a:blip r:embed="rId13"/>
        </a:buBlip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14400" indent="-30480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Blip>
          <a:blip r:embed="rId13"/>
        </a:buBlip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Blip>
          <a:blip r:embed="rId13"/>
        </a:buBlip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7446">
          <p15:clr>
            <a:srgbClr val="F26B43"/>
          </p15:clr>
        </p15:guide>
        <p15:guide id="4" pos="234">
          <p15:clr>
            <a:srgbClr val="F26B43"/>
          </p15:clr>
        </p15:guide>
        <p15:guide id="5" orient="horz" pos="61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C14F2646-6276-57DC-AEE1-BE3C680BB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605" y="6253663"/>
            <a:ext cx="4635395" cy="604337"/>
          </a:xfrm>
          <a:prstGeom prst="rect">
            <a:avLst/>
          </a:prstGeom>
        </p:spPr>
      </p:pic>
      <p:sp>
        <p:nvSpPr>
          <p:cNvPr id="7" name="标题 6">
            <a:extLst>
              <a:ext uri="{FF2B5EF4-FFF2-40B4-BE49-F238E27FC236}">
                <a16:creationId xmlns:a16="http://schemas.microsoft.com/office/drawing/2014/main" id="{4E910CA0-A0F1-FF11-FEF3-EC93CD990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560" y="1920169"/>
            <a:ext cx="10052879" cy="1060855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 sz="4400"/>
              <a:t>AI3702 </a:t>
            </a:r>
            <a:r>
              <a:rPr lang="zh-CN" altLang="en-US" sz="4400"/>
              <a:t>移动机器人</a:t>
            </a:r>
            <a:br>
              <a:rPr lang="en-US" altLang="zh-CN"/>
            </a:br>
            <a:r>
              <a:rPr lang="zh-CN" altLang="en-US"/>
              <a:t>导航与定位仿真展示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9A7964F-2A41-13D3-C628-3423FF33FD8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/>
              <a:t>2024</a:t>
            </a:r>
            <a:r>
              <a:rPr lang="zh-CN" altLang="en-US"/>
              <a:t>年</a:t>
            </a:r>
            <a:r>
              <a:rPr lang="en-US" altLang="zh-CN"/>
              <a:t>4</a:t>
            </a:r>
            <a:r>
              <a:rPr lang="zh-CN" altLang="en-US"/>
              <a:t>月</a:t>
            </a:r>
            <a:r>
              <a:rPr lang="en-US" altLang="zh-CN"/>
              <a:t>11</a:t>
            </a:r>
            <a:r>
              <a:rPr lang="zh-CN" altLang="en-US"/>
              <a:t>日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22075774-F607-3897-947F-EFC07289B6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0495" y="4407403"/>
            <a:ext cx="6571012" cy="598488"/>
          </a:xfrm>
        </p:spPr>
        <p:txBody>
          <a:bodyPr/>
          <a:lstStyle/>
          <a:p>
            <a:r>
              <a:rPr lang="zh-CN" altLang="en-US"/>
              <a:t>王凯灵、沈兆奇、谢炜基、黄崇轩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B9C1A9-D2C6-CD97-6A9F-FF92FA28866A}"/>
              </a:ext>
            </a:extLst>
          </p:cNvPr>
          <p:cNvSpPr/>
          <p:nvPr/>
        </p:nvSpPr>
        <p:spPr>
          <a:xfrm>
            <a:off x="2301834" y="0"/>
            <a:ext cx="2600696" cy="736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被你发现了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401AD7-9EA3-0461-BF13-83AA58892366}"/>
              </a:ext>
            </a:extLst>
          </p:cNvPr>
          <p:cNvSpPr/>
          <p:nvPr/>
        </p:nvSpPr>
        <p:spPr>
          <a:xfrm>
            <a:off x="7556605" y="6121730"/>
            <a:ext cx="4635395" cy="736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被你发现了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3AFEB6-7704-9188-D300-84121D5983BF}"/>
              </a:ext>
            </a:extLst>
          </p:cNvPr>
          <p:cNvSpPr/>
          <p:nvPr/>
        </p:nvSpPr>
        <p:spPr>
          <a:xfrm>
            <a:off x="2301834" y="-2969"/>
            <a:ext cx="2600696" cy="736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A2B235-291E-67AC-C2C3-A82DEDEBD26F}"/>
              </a:ext>
            </a:extLst>
          </p:cNvPr>
          <p:cNvSpPr/>
          <p:nvPr/>
        </p:nvSpPr>
        <p:spPr>
          <a:xfrm>
            <a:off x="7556605" y="6121730"/>
            <a:ext cx="4635395" cy="736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792F92B-551C-1BAD-2179-EF654ECB9D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448" y="6258448"/>
            <a:ext cx="599552" cy="59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4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7287C0-ABC7-A10B-6CA9-9722232D8149}"/>
              </a:ext>
            </a:extLst>
          </p:cNvPr>
          <p:cNvSpPr txBox="1"/>
          <p:nvPr/>
        </p:nvSpPr>
        <p:spPr>
          <a:xfrm>
            <a:off x="0" y="0"/>
            <a:ext cx="4304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rgbClr val="D05A57"/>
                </a:solidFill>
                <a:latin typeface="Chalkboard" panose="03050602040202020205" pitchFamily="66" charset="0"/>
              </a:rPr>
              <a:t>地图构建：控制机器人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8A64B4-18BF-A2D4-0F22-793FB857E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448" y="6258448"/>
            <a:ext cx="599552" cy="59955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A0577D6-C5AC-AA43-25EC-9324CE1E6F84}"/>
              </a:ext>
            </a:extLst>
          </p:cNvPr>
          <p:cNvSpPr txBox="1"/>
          <p:nvPr/>
        </p:nvSpPr>
        <p:spPr>
          <a:xfrm>
            <a:off x="288068" y="900221"/>
            <a:ext cx="10769192" cy="23698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3600" b="1">
                <a:latin typeface="Chalkboard" panose="03050602040202020205"/>
              </a:rPr>
              <a:t>控制机器人来回移动扫描地图：</a:t>
            </a:r>
            <a:endParaRPr lang="en-US" altLang="zh-CN" sz="3600" b="1">
              <a:latin typeface="Chalkboard" panose="03050602040202020205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Chalkboard" panose="03050602040202020205"/>
                <a:ea typeface="黑体"/>
              </a:rPr>
              <a:t>编写</a:t>
            </a:r>
            <a:r>
              <a:rPr lang="en-US" altLang="zh-CN" sz="2000" b="1" err="1">
                <a:latin typeface="Chalkboard" panose="03050602040202020205"/>
                <a:ea typeface="黑体"/>
              </a:rPr>
              <a:t>src</a:t>
            </a:r>
            <a:r>
              <a:rPr lang="en-US" altLang="zh-CN" sz="2000" b="1">
                <a:latin typeface="Chalkboard" panose="03050602040202020205"/>
                <a:ea typeface="黑体"/>
              </a:rPr>
              <a:t>/turtlebot3/turtlebot3_teleop/launch/turtlebot3_teleop_key_easy(.</a:t>
            </a:r>
            <a:r>
              <a:rPr lang="en-US" altLang="zh-CN" sz="2000" b="1" err="1">
                <a:latin typeface="Chalkboard" panose="03050602040202020205"/>
                <a:ea typeface="黑体"/>
              </a:rPr>
              <a:t>py</a:t>
            </a:r>
            <a:r>
              <a:rPr lang="en-US" altLang="zh-CN" sz="2000" b="1">
                <a:latin typeface="Chalkboard" panose="03050602040202020205"/>
                <a:ea typeface="黑体"/>
              </a:rPr>
              <a:t>)</a:t>
            </a:r>
            <a:r>
              <a:rPr lang="zh-CN" altLang="en-US" sz="2000" b="1">
                <a:latin typeface="Chalkboard" panose="03050602040202020205"/>
                <a:ea typeface="黑体"/>
              </a:rPr>
              <a:t>，</a:t>
            </a:r>
            <a:r>
              <a:rPr lang="zh-CN" altLang="en-US" sz="2800" b="1">
                <a:latin typeface="Chalkboard" panose="03050602040202020205"/>
                <a:ea typeface="黑体"/>
              </a:rPr>
              <a:t>编写符合直觉的操作逻辑：油门</a:t>
            </a:r>
            <a:r>
              <a:rPr lang="en-US" altLang="zh-CN" sz="2800" b="1">
                <a:latin typeface="Chalkboard" panose="03050602040202020205"/>
                <a:ea typeface="黑体"/>
              </a:rPr>
              <a:t>——</a:t>
            </a:r>
            <a:r>
              <a:rPr lang="zh-CN" altLang="en-US" sz="2800" b="1">
                <a:latin typeface="Chalkboard" panose="03050602040202020205"/>
                <a:ea typeface="黑体"/>
              </a:rPr>
              <a:t>方向盘</a:t>
            </a:r>
            <a:endParaRPr lang="en-US" altLang="zh-CN" sz="2800" b="1">
              <a:latin typeface="Chalkboard" panose="03050602040202020205"/>
              <a:ea typeface="黑体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Chalkboard" panose="03050602040202020205"/>
                <a:ea typeface="黑体"/>
              </a:rPr>
              <a:t>相应地编写</a:t>
            </a:r>
            <a:r>
              <a:rPr lang="en-US" altLang="zh-CN" sz="2800" b="1">
                <a:latin typeface="Chalkboard" panose="03050602040202020205"/>
                <a:ea typeface="黑体"/>
              </a:rPr>
              <a:t>launch</a:t>
            </a:r>
            <a:r>
              <a:rPr lang="zh-CN" altLang="en-US" sz="2800" b="1">
                <a:latin typeface="Chalkboard" panose="03050602040202020205"/>
                <a:ea typeface="黑体"/>
              </a:rPr>
              <a:t>文件</a:t>
            </a:r>
            <a:endParaRPr lang="en-US" altLang="zh-CN" sz="2800" b="1">
              <a:latin typeface="Chalkboard" panose="03050602040202020205"/>
              <a:ea typeface="黑体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Chalkboard" panose="03050602040202020205"/>
              </a:rPr>
              <a:t>操作简单，快速移动</a:t>
            </a:r>
            <a:endParaRPr lang="en-US" altLang="zh-CN" sz="2800" b="1">
              <a:latin typeface="Chalkboard" panose="03050602040202020205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F465AC-FBDB-4C1E-73E2-0682DD403C64}"/>
              </a:ext>
            </a:extLst>
          </p:cNvPr>
          <p:cNvSpPr txBox="1"/>
          <p:nvPr/>
        </p:nvSpPr>
        <p:spPr>
          <a:xfrm>
            <a:off x="11852994" y="-31288"/>
            <a:ext cx="332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>
                <a:latin typeface="+mj-lt"/>
              </a:rPr>
              <a:t>2</a:t>
            </a:r>
            <a:endParaRPr kumimoji="1" lang="zh-CN" altLang="en-US">
              <a:latin typeface="+mj-lt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62B2DCF-C628-209B-EC5A-E35B7D621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760" y="2961613"/>
            <a:ext cx="3519591" cy="299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375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7287C0-ABC7-A10B-6CA9-9722232D8149}"/>
              </a:ext>
            </a:extLst>
          </p:cNvPr>
          <p:cNvSpPr txBox="1"/>
          <p:nvPr/>
        </p:nvSpPr>
        <p:spPr>
          <a:xfrm>
            <a:off x="0" y="0"/>
            <a:ext cx="4304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rgbClr val="D05A57"/>
                </a:solidFill>
                <a:latin typeface="Chalkboard" panose="03050602040202020205" pitchFamily="66" charset="0"/>
              </a:rPr>
              <a:t>地图构建：控制机器人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8A64B4-18BF-A2D4-0F22-793FB857E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448" y="6258448"/>
            <a:ext cx="599552" cy="59955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0F465AC-FBDB-4C1E-73E2-0682DD403C64}"/>
              </a:ext>
            </a:extLst>
          </p:cNvPr>
          <p:cNvSpPr txBox="1"/>
          <p:nvPr/>
        </p:nvSpPr>
        <p:spPr>
          <a:xfrm>
            <a:off x="11852994" y="-31288"/>
            <a:ext cx="332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>
                <a:latin typeface="+mj-lt"/>
              </a:rPr>
              <a:t>3</a:t>
            </a:r>
            <a:endParaRPr kumimoji="1" lang="zh-CN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6343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7287C0-ABC7-A10B-6CA9-9722232D8149}"/>
              </a:ext>
            </a:extLst>
          </p:cNvPr>
          <p:cNvSpPr txBox="1"/>
          <p:nvPr/>
        </p:nvSpPr>
        <p:spPr>
          <a:xfrm>
            <a:off x="0" y="0"/>
            <a:ext cx="51283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rgbClr val="D05A57"/>
                </a:solidFill>
                <a:latin typeface="Chalkboard" panose="03050602040202020205" pitchFamily="66" charset="0"/>
              </a:rPr>
              <a:t>地图构建：问题与解决思路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8A64B4-18BF-A2D4-0F22-793FB857E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448" y="6258448"/>
            <a:ext cx="599552" cy="59955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0F465AC-FBDB-4C1E-73E2-0682DD403C64}"/>
              </a:ext>
            </a:extLst>
          </p:cNvPr>
          <p:cNvSpPr txBox="1"/>
          <p:nvPr/>
        </p:nvSpPr>
        <p:spPr>
          <a:xfrm>
            <a:off x="11852994" y="-31288"/>
            <a:ext cx="332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>
                <a:latin typeface="+mj-lt"/>
              </a:rPr>
              <a:t>4</a:t>
            </a:r>
            <a:endParaRPr kumimoji="1" lang="zh-CN" altLang="en-US"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F8C7A0-9626-D04C-ABA4-3D6B0FB4C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69" y="1866553"/>
            <a:ext cx="2059626" cy="22354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8A5D49-3EA2-0072-FE85-595A8C5B5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8367" y="2061255"/>
            <a:ext cx="2301563" cy="184604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C304591-3F9C-D97A-8343-92D152EE7BAF}"/>
              </a:ext>
            </a:extLst>
          </p:cNvPr>
          <p:cNvSpPr txBox="1"/>
          <p:nvPr/>
        </p:nvSpPr>
        <p:spPr>
          <a:xfrm>
            <a:off x="1811326" y="4481252"/>
            <a:ext cx="3001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>
                <a:latin typeface="Chalkboard" panose="03050602040202020205"/>
              </a:rPr>
              <a:t>镂空问题：障碍物与激光不在同一高度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63D09B-828E-D741-C598-810CD7ADD7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1539" y="366392"/>
            <a:ext cx="3413156" cy="225708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A63B4B5-70BE-7B80-C74B-E2B33204A9B3}"/>
              </a:ext>
            </a:extLst>
          </p:cNvPr>
          <p:cNvSpPr txBox="1"/>
          <p:nvPr/>
        </p:nvSpPr>
        <p:spPr>
          <a:xfrm>
            <a:off x="7051539" y="2810070"/>
            <a:ext cx="3688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>
                <a:latin typeface="Chalkboard" panose="03050602040202020205"/>
              </a:rPr>
              <a:t>位姿失准：速度过快导致误差放大，影响概率计算</a:t>
            </a:r>
          </a:p>
        </p:txBody>
      </p:sp>
      <p:pic>
        <p:nvPicPr>
          <p:cNvPr id="10" name="图片 9" descr="砖墙上&#10;&#10;低可信度描述已自动生成">
            <a:extLst>
              <a:ext uri="{FF2B5EF4-FFF2-40B4-BE49-F238E27FC236}">
                <a16:creationId xmlns:a16="http://schemas.microsoft.com/office/drawing/2014/main" id="{064A32CC-3B74-9447-42CE-1A39F02DA5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6529" y="3927794"/>
            <a:ext cx="2038350" cy="20574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3E7D4C2-E483-3A9D-F702-90282F57E936}"/>
              </a:ext>
            </a:extLst>
          </p:cNvPr>
          <p:cNvSpPr txBox="1"/>
          <p:nvPr/>
        </p:nvSpPr>
        <p:spPr>
          <a:xfrm>
            <a:off x="8036201" y="6041088"/>
            <a:ext cx="171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>
                <a:latin typeface="Chalkboard" panose="03050602040202020205"/>
              </a:rPr>
              <a:t>前功尽弃门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FB66ACD-0654-3DA0-A9EE-93E2A1FAC450}"/>
              </a:ext>
            </a:extLst>
          </p:cNvPr>
          <p:cNvSpPr/>
          <p:nvPr/>
        </p:nvSpPr>
        <p:spPr>
          <a:xfrm>
            <a:off x="700424" y="1611197"/>
            <a:ext cx="5128327" cy="4059739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5F811AA-1A1A-1A90-920C-0DCF824DD692}"/>
              </a:ext>
            </a:extLst>
          </p:cNvPr>
          <p:cNvSpPr/>
          <p:nvPr/>
        </p:nvSpPr>
        <p:spPr>
          <a:xfrm>
            <a:off x="6529176" y="246310"/>
            <a:ext cx="4495702" cy="339475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2D98AE7-9FFF-2CC9-2AAA-6F016BA31A41}"/>
              </a:ext>
            </a:extLst>
          </p:cNvPr>
          <p:cNvSpPr/>
          <p:nvPr/>
        </p:nvSpPr>
        <p:spPr>
          <a:xfrm>
            <a:off x="7104033" y="3849691"/>
            <a:ext cx="3583340" cy="2675095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169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7287C0-ABC7-A10B-6CA9-9722232D8149}"/>
              </a:ext>
            </a:extLst>
          </p:cNvPr>
          <p:cNvSpPr txBox="1"/>
          <p:nvPr/>
        </p:nvSpPr>
        <p:spPr>
          <a:xfrm>
            <a:off x="0" y="0"/>
            <a:ext cx="52804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rgbClr val="D05A57"/>
                </a:solidFill>
                <a:latin typeface="Chalkboard" panose="03050602040202020205" pitchFamily="66" charset="0"/>
              </a:rPr>
              <a:t>地图构建：其他问题与思考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8A64B4-18BF-A2D4-0F22-793FB857E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448" y="6258448"/>
            <a:ext cx="599552" cy="59955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0F465AC-FBDB-4C1E-73E2-0682DD403C64}"/>
              </a:ext>
            </a:extLst>
          </p:cNvPr>
          <p:cNvSpPr txBox="1"/>
          <p:nvPr/>
        </p:nvSpPr>
        <p:spPr>
          <a:xfrm>
            <a:off x="11852994" y="-31288"/>
            <a:ext cx="332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>
                <a:latin typeface="+mj-lt"/>
              </a:rPr>
              <a:t>5</a:t>
            </a:r>
            <a:endParaRPr kumimoji="1" lang="zh-CN" altLang="en-US">
              <a:latin typeface="+mj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5E198D-787B-F3E6-B630-92A5F4296E99}"/>
              </a:ext>
            </a:extLst>
          </p:cNvPr>
          <p:cNvSpPr txBox="1"/>
          <p:nvPr/>
        </p:nvSpPr>
        <p:spPr>
          <a:xfrm>
            <a:off x="0" y="819397"/>
            <a:ext cx="112221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800">
                <a:latin typeface="+mj-lt"/>
              </a:rPr>
              <a:t>Q</a:t>
            </a:r>
            <a:r>
              <a:rPr kumimoji="1" lang="zh-CN" altLang="en-US" sz="2800">
                <a:latin typeface="+mj-lt"/>
              </a:rPr>
              <a:t>：易拉罐，小板凳等是否应该建图？</a:t>
            </a:r>
            <a:endParaRPr kumimoji="1" lang="en-US" altLang="zh-CN" sz="2800">
              <a:latin typeface="+mj-lt"/>
            </a:endParaRPr>
          </a:p>
          <a:p>
            <a:pPr algn="l"/>
            <a:r>
              <a:rPr kumimoji="1" lang="en-US" altLang="zh-CN" sz="2800">
                <a:latin typeface="+mj-lt"/>
              </a:rPr>
              <a:t>A</a:t>
            </a:r>
            <a:r>
              <a:rPr kumimoji="1" lang="zh-CN" altLang="en-US" sz="2800">
                <a:latin typeface="+mj-lt"/>
              </a:rPr>
              <a:t>：本次仿真目的是建立用于导航的静态地图，而不是在线的</a:t>
            </a:r>
            <a:r>
              <a:rPr kumimoji="1" lang="en-US" altLang="zh-CN" sz="2800">
                <a:latin typeface="+mj-lt"/>
              </a:rPr>
              <a:t>SLAM</a:t>
            </a:r>
            <a:r>
              <a:rPr kumimoji="1" lang="zh-CN" altLang="en-US" sz="2800">
                <a:latin typeface="+mj-lt"/>
              </a:rPr>
              <a:t>，不应建立常移动物体。此类障碍物应通过在线感知和避障处理。</a:t>
            </a:r>
            <a:endParaRPr kumimoji="1" lang="en-US" altLang="zh-CN" sz="2800">
              <a:latin typeface="+mj-lt"/>
            </a:endParaRPr>
          </a:p>
          <a:p>
            <a:pPr algn="l"/>
            <a:endParaRPr kumimoji="1" lang="en-US" altLang="zh-CN" sz="2800">
              <a:latin typeface="+mj-lt"/>
            </a:endParaRPr>
          </a:p>
          <a:p>
            <a:pPr algn="l"/>
            <a:r>
              <a:rPr kumimoji="1" lang="zh-CN" altLang="en-US" sz="2800">
                <a:latin typeface="+mj-lt"/>
              </a:rPr>
              <a:t>可能的新解决思路：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567457A-4C09-12D8-8947-B79AC7371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1710" y="2199346"/>
            <a:ext cx="6721448" cy="465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2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7287C0-ABC7-A10B-6CA9-9722232D8149}"/>
              </a:ext>
            </a:extLst>
          </p:cNvPr>
          <p:cNvSpPr txBox="1"/>
          <p:nvPr/>
        </p:nvSpPr>
        <p:spPr>
          <a:xfrm>
            <a:off x="0" y="0"/>
            <a:ext cx="306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rgbClr val="D05A57"/>
                </a:solidFill>
                <a:latin typeface="Chalkboard" panose="03050602040202020205" pitchFamily="66" charset="0"/>
              </a:rPr>
              <a:t>导航：设置起点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8A64B4-18BF-A2D4-0F22-793FB857E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448" y="6258448"/>
            <a:ext cx="599552" cy="59955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0F465AC-FBDB-4C1E-73E2-0682DD403C64}"/>
              </a:ext>
            </a:extLst>
          </p:cNvPr>
          <p:cNvSpPr txBox="1"/>
          <p:nvPr/>
        </p:nvSpPr>
        <p:spPr>
          <a:xfrm>
            <a:off x="11852994" y="-31288"/>
            <a:ext cx="332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>
                <a:latin typeface="+mj-lt"/>
              </a:rPr>
              <a:t>6</a:t>
            </a:r>
            <a:endParaRPr kumimoji="1" lang="zh-CN" altLang="en-US">
              <a:latin typeface="+mj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C12A42-5FD3-8E42-CCD3-1057A99E55B4}"/>
              </a:ext>
            </a:extLst>
          </p:cNvPr>
          <p:cNvSpPr txBox="1"/>
          <p:nvPr/>
        </p:nvSpPr>
        <p:spPr>
          <a:xfrm>
            <a:off x="273825" y="586875"/>
            <a:ext cx="9960337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>
                <a:latin typeface="Chalkboard" panose="03050602040202020205"/>
              </a:rPr>
              <a:t>需要保证</a:t>
            </a:r>
            <a:r>
              <a:rPr lang="en-US" altLang="zh-CN" sz="3600" b="1">
                <a:latin typeface="Chalkboard" panose="03050602040202020205"/>
              </a:rPr>
              <a:t>gazebo</a:t>
            </a:r>
            <a:r>
              <a:rPr lang="zh-CN" altLang="en-US" sz="3600" b="1">
                <a:latin typeface="Chalkboard" panose="03050602040202020205"/>
              </a:rPr>
              <a:t>仿真与</a:t>
            </a:r>
            <a:r>
              <a:rPr lang="en-US" altLang="zh-CN" sz="3600" b="1" err="1">
                <a:latin typeface="Chalkboard" panose="03050602040202020205"/>
              </a:rPr>
              <a:t>rvis</a:t>
            </a:r>
            <a:r>
              <a:rPr lang="zh-CN" altLang="en-US" sz="3600" b="1">
                <a:latin typeface="Chalkboard" panose="03050602040202020205"/>
              </a:rPr>
              <a:t>中机器人位姿一致：</a:t>
            </a:r>
            <a:endParaRPr lang="en-US" altLang="zh-CN" sz="3600" b="1">
              <a:latin typeface="Chalkboard" panose="03050602040202020205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Chalkboard" panose="03050602040202020205"/>
              </a:rPr>
              <a:t>修改</a:t>
            </a:r>
            <a:r>
              <a:rPr lang="en-US" altLang="zh-CN" sz="2000" b="1" err="1">
                <a:latin typeface="Chalkboard" panose="03050602040202020205"/>
              </a:rPr>
              <a:t>src</a:t>
            </a:r>
            <a:r>
              <a:rPr lang="en-US" altLang="zh-CN" sz="2000" b="1">
                <a:latin typeface="Chalkboard" panose="03050602040202020205"/>
              </a:rPr>
              <a:t>\turtlebot3\turtlebot3_navigation\launch\</a:t>
            </a:r>
            <a:r>
              <a:rPr lang="en-US" altLang="zh-CN" sz="2000" b="1" err="1">
                <a:latin typeface="Chalkboard" panose="03050602040202020205"/>
              </a:rPr>
              <a:t>amcl</a:t>
            </a:r>
            <a:r>
              <a:rPr lang="zh-CN" altLang="en-US" sz="2000" b="1">
                <a:latin typeface="Chalkboard" panose="03050602040202020205"/>
              </a:rPr>
              <a:t>，</a:t>
            </a:r>
            <a:r>
              <a:rPr lang="zh-CN" altLang="en-US" sz="2800" b="1">
                <a:latin typeface="Chalkboard" panose="03050602040202020205"/>
              </a:rPr>
              <a:t>调整初始位置一致</a:t>
            </a:r>
            <a:endParaRPr lang="en-US" altLang="zh-CN" sz="2800" b="1">
              <a:latin typeface="Chalkboard" panose="03050602040202020205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Chalkboard" panose="03050602040202020205"/>
              </a:rPr>
              <a:t>新建位姿更新节点，订阅起点箭头的消息（</a:t>
            </a:r>
            <a:r>
              <a:rPr lang="en-US" altLang="zh-CN" sz="2800" b="1" err="1">
                <a:latin typeface="Chalkboard" panose="03050602040202020205"/>
              </a:rPr>
              <a:t>Initpose</a:t>
            </a:r>
            <a:r>
              <a:rPr lang="zh-CN" altLang="en-US" sz="2800" b="1">
                <a:latin typeface="Chalkboard" panose="03050602040202020205"/>
              </a:rPr>
              <a:t>）并以此更新位姿</a:t>
            </a:r>
            <a:endParaRPr lang="en-US" altLang="zh-CN" sz="2800" b="1">
              <a:latin typeface="Chalkboard" panose="03050602040202020205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b="1">
              <a:latin typeface="Chalkboard" panose="03050602040202020205"/>
            </a:endParaRPr>
          </a:p>
        </p:txBody>
      </p:sp>
    </p:spTree>
    <p:extLst>
      <p:ext uri="{BB962C8B-B14F-4D97-AF65-F5344CB8AC3E}">
        <p14:creationId xmlns:p14="http://schemas.microsoft.com/office/powerpoint/2010/main" val="329169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7287C0-ABC7-A10B-6CA9-9722232D8149}"/>
              </a:ext>
            </a:extLst>
          </p:cNvPr>
          <p:cNvSpPr txBox="1"/>
          <p:nvPr/>
        </p:nvSpPr>
        <p:spPr>
          <a:xfrm>
            <a:off x="0" y="0"/>
            <a:ext cx="306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rgbClr val="D05A57"/>
                </a:solidFill>
                <a:latin typeface="Chalkboard" panose="03050602040202020205" pitchFamily="66" charset="0"/>
              </a:rPr>
              <a:t>导航：避障控制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8A64B4-18BF-A2D4-0F22-793FB857E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448" y="6258448"/>
            <a:ext cx="599552" cy="59955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0F465AC-FBDB-4C1E-73E2-0682DD403C64}"/>
              </a:ext>
            </a:extLst>
          </p:cNvPr>
          <p:cNvSpPr txBox="1"/>
          <p:nvPr/>
        </p:nvSpPr>
        <p:spPr>
          <a:xfrm>
            <a:off x="11852994" y="-31288"/>
            <a:ext cx="332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>
                <a:latin typeface="+mj-lt"/>
              </a:rPr>
              <a:t>7</a:t>
            </a:r>
            <a:endParaRPr kumimoji="1" lang="zh-CN" altLang="en-US">
              <a:latin typeface="+mj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C12A42-5FD3-8E42-CCD3-1057A99E55B4}"/>
              </a:ext>
            </a:extLst>
          </p:cNvPr>
          <p:cNvSpPr txBox="1"/>
          <p:nvPr/>
        </p:nvSpPr>
        <p:spPr>
          <a:xfrm>
            <a:off x="288068" y="900221"/>
            <a:ext cx="10922238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Chalkboard" panose="03050602040202020205"/>
                <a:ea typeface="黑体"/>
              </a:rPr>
              <a:t>所给代码使用</a:t>
            </a:r>
            <a:r>
              <a:rPr lang="en-US" altLang="zh-CN" sz="2800" b="1" err="1">
                <a:latin typeface="Chalkboard" panose="03050602040202020205"/>
                <a:ea typeface="黑体"/>
              </a:rPr>
              <a:t>astar</a:t>
            </a:r>
            <a:r>
              <a:rPr lang="zh-CN" altLang="en-US" sz="2800" b="1">
                <a:latin typeface="Chalkboard" panose="03050602040202020205"/>
                <a:ea typeface="黑体"/>
              </a:rPr>
              <a:t>作为全局路径规划，</a:t>
            </a:r>
            <a:r>
              <a:rPr lang="en-US" altLang="zh-CN" sz="2800" b="1">
                <a:latin typeface="Chalkboard" panose="03050602040202020205"/>
                <a:ea typeface="黑体"/>
              </a:rPr>
              <a:t>DWA</a:t>
            </a:r>
            <a:r>
              <a:rPr lang="zh-CN" altLang="en-US" sz="2800" b="1">
                <a:latin typeface="Chalkboard" panose="03050602040202020205"/>
                <a:ea typeface="黑体"/>
              </a:rPr>
              <a:t>作为局部路径规划用于避障等。</a:t>
            </a:r>
            <a:endParaRPr lang="en-US" altLang="zh-CN" sz="2800" b="1">
              <a:latin typeface="Chalkboard" panose="03050602040202020205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Chalkboard" panose="03050602040202020205"/>
                <a:ea typeface="黑体"/>
              </a:rPr>
              <a:t>遇到问题：</a:t>
            </a:r>
            <a:r>
              <a:rPr lang="en-US" altLang="zh-CN" sz="2800" b="1">
                <a:latin typeface="Chalkboard" panose="03050602040202020205"/>
                <a:ea typeface="黑体"/>
              </a:rPr>
              <a:t>DWA</a:t>
            </a:r>
            <a:r>
              <a:rPr lang="zh-CN" altLang="en-US" sz="2800" b="1">
                <a:latin typeface="Chalkboard" panose="03050602040202020205"/>
                <a:ea typeface="黑体"/>
              </a:rPr>
              <a:t>使用的膨胀和</a:t>
            </a:r>
            <a:r>
              <a:rPr lang="en-US" altLang="zh-CN" sz="2800" b="1" err="1">
                <a:latin typeface="Chalkboard" panose="03050602040202020205"/>
                <a:ea typeface="黑体"/>
              </a:rPr>
              <a:t>astar</a:t>
            </a:r>
            <a:r>
              <a:rPr lang="zh-CN" altLang="en-US" sz="2800" b="1">
                <a:latin typeface="Chalkboard" panose="03050602040202020205"/>
                <a:ea typeface="黑体"/>
              </a:rPr>
              <a:t>不一致，地图不能完全对齐，可能导致</a:t>
            </a:r>
            <a:r>
              <a:rPr lang="en-US" altLang="zh-CN" sz="2800" b="1">
                <a:latin typeface="Chalkboard" panose="03050602040202020205"/>
                <a:ea typeface="黑体"/>
              </a:rPr>
              <a:t>DWA</a:t>
            </a:r>
            <a:r>
              <a:rPr lang="zh-CN" altLang="en-US" sz="2800" b="1">
                <a:latin typeface="Chalkboard" panose="03050602040202020205"/>
                <a:ea typeface="黑体"/>
              </a:rPr>
              <a:t>规划进入</a:t>
            </a:r>
            <a:r>
              <a:rPr lang="en-US" altLang="zh-CN" sz="2800" b="1" err="1">
                <a:latin typeface="Chalkboard" panose="03050602040202020205"/>
                <a:ea typeface="黑体"/>
              </a:rPr>
              <a:t>astar</a:t>
            </a:r>
            <a:r>
              <a:rPr lang="zh-CN" altLang="en-US" sz="2800" b="1">
                <a:latin typeface="Chalkboard" panose="03050602040202020205"/>
                <a:ea typeface="黑体"/>
              </a:rPr>
              <a:t>地图的障碍物区域，导致</a:t>
            </a:r>
            <a:r>
              <a:rPr lang="en-US" altLang="zh-CN" sz="2800" b="1" err="1">
                <a:latin typeface="Chalkboard" panose="03050602040202020205"/>
                <a:ea typeface="黑体"/>
              </a:rPr>
              <a:t>astar</a:t>
            </a:r>
            <a:r>
              <a:rPr lang="zh-CN" altLang="en-US" sz="2800" b="1">
                <a:latin typeface="Chalkboard" panose="03050602040202020205"/>
                <a:ea typeface="黑体"/>
              </a:rPr>
              <a:t>无法生成路径而终止，反之同理。</a:t>
            </a:r>
            <a:endParaRPr lang="en-US" altLang="zh-CN" sz="2800" b="1">
              <a:latin typeface="Chalkboard" panose="03050602040202020205"/>
              <a:ea typeface="黑体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Chalkboard" panose="03050602040202020205"/>
                <a:ea typeface="黑体"/>
              </a:rPr>
              <a:t>解决：使得</a:t>
            </a:r>
            <a:r>
              <a:rPr lang="en-US" altLang="zh-CN" sz="2800" b="1" err="1">
                <a:latin typeface="Chalkboard" panose="03050602040202020205"/>
                <a:ea typeface="黑体"/>
              </a:rPr>
              <a:t>astar</a:t>
            </a:r>
            <a:r>
              <a:rPr lang="zh-CN" altLang="en-US" sz="2800" b="1">
                <a:latin typeface="Chalkboard" panose="03050602040202020205"/>
                <a:ea typeface="黑体"/>
              </a:rPr>
              <a:t>膨胀更大，避免</a:t>
            </a:r>
            <a:r>
              <a:rPr lang="en-US" altLang="zh-CN" sz="2800" b="1">
                <a:latin typeface="Chalkboard" panose="03050602040202020205"/>
                <a:ea typeface="黑体"/>
              </a:rPr>
              <a:t>DWA</a:t>
            </a:r>
            <a:r>
              <a:rPr lang="zh-CN" altLang="en-US" sz="2800" b="1">
                <a:latin typeface="Chalkboard" panose="03050602040202020205"/>
                <a:ea typeface="黑体"/>
              </a:rPr>
              <a:t>失败。冻结</a:t>
            </a:r>
            <a:r>
              <a:rPr lang="en-US" altLang="zh-CN" sz="2800" b="1" err="1">
                <a:latin typeface="Chalkboard" panose="03050602040202020205"/>
                <a:ea typeface="黑体"/>
              </a:rPr>
              <a:t>astar</a:t>
            </a:r>
            <a:r>
              <a:rPr lang="zh-CN" altLang="en-US" sz="2800" b="1">
                <a:latin typeface="Chalkboard" panose="03050602040202020205"/>
                <a:ea typeface="黑体"/>
              </a:rPr>
              <a:t>的上一个可行序列，使得进入障碍区域以后可以使用之前成功的规划走出障碍区域。</a:t>
            </a:r>
            <a:endParaRPr lang="en-US" altLang="zh-CN" sz="2800" b="1">
              <a:latin typeface="Chalkboard" panose="03050602040202020205"/>
              <a:ea typeface="黑体"/>
            </a:endParaRPr>
          </a:p>
          <a:p>
            <a:endParaRPr lang="en-US" altLang="zh-CN" sz="2800" b="1">
              <a:latin typeface="Chalkboard" panose="03050602040202020205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b="1">
              <a:latin typeface="Chalkboard" panose="03050602040202020205"/>
            </a:endParaRPr>
          </a:p>
        </p:txBody>
      </p:sp>
    </p:spTree>
    <p:extLst>
      <p:ext uri="{BB962C8B-B14F-4D97-AF65-F5344CB8AC3E}">
        <p14:creationId xmlns:p14="http://schemas.microsoft.com/office/powerpoint/2010/main" val="263427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7287C0-ABC7-A10B-6CA9-9722232D8149}"/>
              </a:ext>
            </a:extLst>
          </p:cNvPr>
          <p:cNvSpPr txBox="1"/>
          <p:nvPr/>
        </p:nvSpPr>
        <p:spPr>
          <a:xfrm>
            <a:off x="0" y="0"/>
            <a:ext cx="306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rgbClr val="D05A57"/>
                </a:solidFill>
                <a:latin typeface="Chalkboard" panose="03050602040202020205" pitchFamily="66" charset="0"/>
              </a:rPr>
              <a:t>导航：结果展示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8A64B4-18BF-A2D4-0F22-793FB857E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448" y="6258448"/>
            <a:ext cx="599552" cy="59955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0F465AC-FBDB-4C1E-73E2-0682DD403C64}"/>
              </a:ext>
            </a:extLst>
          </p:cNvPr>
          <p:cNvSpPr txBox="1"/>
          <p:nvPr/>
        </p:nvSpPr>
        <p:spPr>
          <a:xfrm>
            <a:off x="11852994" y="-31288"/>
            <a:ext cx="332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>
                <a:latin typeface="+mj-lt"/>
              </a:rPr>
              <a:t>8</a:t>
            </a:r>
            <a:endParaRPr kumimoji="1" lang="zh-CN" altLang="en-US">
              <a:latin typeface="+mj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C12A42-5FD3-8E42-CCD3-1057A99E55B4}"/>
              </a:ext>
            </a:extLst>
          </p:cNvPr>
          <p:cNvSpPr txBox="1"/>
          <p:nvPr/>
        </p:nvSpPr>
        <p:spPr>
          <a:xfrm>
            <a:off x="259932" y="584775"/>
            <a:ext cx="9960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>
                <a:latin typeface="Chalkboard" panose="03050602040202020205"/>
              </a:rPr>
              <a:t>任意路径</a:t>
            </a:r>
            <a:endParaRPr lang="en-US" altLang="zh-CN" b="1">
              <a:latin typeface="Chalkboard" panose="03050602040202020205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B028FE-8E1D-74CE-27CA-BAD34B90CB6E}"/>
              </a:ext>
            </a:extLst>
          </p:cNvPr>
          <p:cNvSpPr txBox="1"/>
          <p:nvPr/>
        </p:nvSpPr>
        <p:spPr>
          <a:xfrm>
            <a:off x="4607626" y="3135086"/>
            <a:ext cx="2565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>
                <a:latin typeface="+mj-lt"/>
              </a:rPr>
              <a:t>There is a video here. Clever people can see it.</a:t>
            </a:r>
            <a:endParaRPr kumimoji="1" lang="zh-CN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03839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7287C0-ABC7-A10B-6CA9-9722232D8149}"/>
              </a:ext>
            </a:extLst>
          </p:cNvPr>
          <p:cNvSpPr txBox="1"/>
          <p:nvPr/>
        </p:nvSpPr>
        <p:spPr>
          <a:xfrm>
            <a:off x="0" y="0"/>
            <a:ext cx="306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rgbClr val="D05A57"/>
                </a:solidFill>
                <a:latin typeface="Chalkboard" panose="03050602040202020205" pitchFamily="66" charset="0"/>
              </a:rPr>
              <a:t>导航：结果展示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8A64B4-18BF-A2D4-0F22-793FB857E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448" y="6258448"/>
            <a:ext cx="599552" cy="59955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0F465AC-FBDB-4C1E-73E2-0682DD403C64}"/>
              </a:ext>
            </a:extLst>
          </p:cNvPr>
          <p:cNvSpPr txBox="1"/>
          <p:nvPr/>
        </p:nvSpPr>
        <p:spPr>
          <a:xfrm>
            <a:off x="11852994" y="-31288"/>
            <a:ext cx="332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>
                <a:latin typeface="+mj-lt"/>
              </a:rPr>
              <a:t>9</a:t>
            </a:r>
            <a:endParaRPr kumimoji="1" lang="zh-CN" altLang="en-US">
              <a:latin typeface="+mj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C12A42-5FD3-8E42-CCD3-1057A99E55B4}"/>
              </a:ext>
            </a:extLst>
          </p:cNvPr>
          <p:cNvSpPr txBox="1"/>
          <p:nvPr/>
        </p:nvSpPr>
        <p:spPr>
          <a:xfrm>
            <a:off x="288068" y="590637"/>
            <a:ext cx="9960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>
                <a:latin typeface="Chalkboard" panose="03050602040202020205"/>
              </a:rPr>
              <a:t>规定路径 时间：</a:t>
            </a:r>
            <a:r>
              <a:rPr lang="en-US" altLang="zh-CN" sz="2400" b="1">
                <a:latin typeface="Chalkboard" panose="03050602040202020205"/>
              </a:rPr>
              <a:t>8.18—9.15 </a:t>
            </a:r>
            <a:r>
              <a:rPr lang="zh-CN" altLang="en-US" sz="2400" b="1">
                <a:latin typeface="Chalkboard" panose="03050602040202020205"/>
              </a:rPr>
              <a:t>约</a:t>
            </a:r>
            <a:r>
              <a:rPr lang="en-US" altLang="zh-CN" sz="2400" b="1">
                <a:latin typeface="Chalkboard" panose="03050602040202020205"/>
              </a:rPr>
              <a:t>57s</a:t>
            </a:r>
            <a:endParaRPr lang="en-US" altLang="zh-CN" b="1">
              <a:latin typeface="Chalkboard" panose="03050602040202020205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B028FE-8E1D-74CE-27CA-BAD34B90CB6E}"/>
              </a:ext>
            </a:extLst>
          </p:cNvPr>
          <p:cNvSpPr txBox="1"/>
          <p:nvPr/>
        </p:nvSpPr>
        <p:spPr>
          <a:xfrm>
            <a:off x="4607626" y="3135086"/>
            <a:ext cx="2565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dirty="0">
                <a:latin typeface="+mj-lt"/>
              </a:rPr>
              <a:t>There is a video here. Clever people can see it.</a:t>
            </a:r>
            <a:endParaRPr kumimoji="1" lang="zh-CN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00200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7287C0-ABC7-A10B-6CA9-9722232D8149}"/>
              </a:ext>
            </a:extLst>
          </p:cNvPr>
          <p:cNvSpPr txBox="1"/>
          <p:nvPr/>
        </p:nvSpPr>
        <p:spPr>
          <a:xfrm>
            <a:off x="0" y="0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rgbClr val="D05A57"/>
                </a:solidFill>
                <a:latin typeface="Chalkboard" panose="03050602040202020205" pitchFamily="66" charset="0"/>
              </a:rPr>
              <a:t>小组分工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8A64B4-18BF-A2D4-0F22-793FB857E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448" y="6258448"/>
            <a:ext cx="599552" cy="5995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0AB2F74-F513-1EA1-059B-4CF100893B1B}"/>
              </a:ext>
            </a:extLst>
          </p:cNvPr>
          <p:cNvSpPr txBox="1"/>
          <p:nvPr/>
        </p:nvSpPr>
        <p:spPr>
          <a:xfrm>
            <a:off x="403761" y="950026"/>
            <a:ext cx="10794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zh-CN" altLang="en-US" sz="2400">
                <a:latin typeface="+mj-lt"/>
                <a:ea typeface="黑体"/>
              </a:rPr>
              <a:t>环境配置，地图构建等步骤简单，全员均各自完成。</a:t>
            </a:r>
            <a:r>
              <a:rPr kumimoji="1" lang="en-US" altLang="zh-CN" sz="2400">
                <a:latin typeface="+mj-lt"/>
                <a:ea typeface="黑体"/>
              </a:rPr>
              <a:t>Astar</a:t>
            </a:r>
            <a:r>
              <a:rPr kumimoji="1" lang="zh-CN" altLang="en-US" sz="2400">
                <a:latin typeface="+mj-lt"/>
                <a:ea typeface="黑体"/>
              </a:rPr>
              <a:t>算法为之前作业，全员各自独立实现。</a:t>
            </a:r>
            <a:endParaRPr kumimoji="1" lang="en-US" altLang="zh-CN" sz="2400">
              <a:latin typeface="+mj-lt"/>
              <a:ea typeface="黑体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zh-CN" altLang="en-US" sz="2400">
                <a:latin typeface="+mj-lt"/>
                <a:ea typeface="黑体"/>
              </a:rPr>
              <a:t>王凯灵：重写</a:t>
            </a:r>
            <a:r>
              <a:rPr kumimoji="1" lang="en-US" altLang="zh-CN" sz="2400" err="1">
                <a:latin typeface="+mj-lt"/>
                <a:ea typeface="黑体"/>
              </a:rPr>
              <a:t>teleop_key</a:t>
            </a:r>
            <a:r>
              <a:rPr kumimoji="1" lang="zh-CN" altLang="en-US" sz="2400">
                <a:latin typeface="+mj-lt"/>
                <a:ea typeface="黑体"/>
              </a:rPr>
              <a:t>操作，编写</a:t>
            </a:r>
            <a:r>
              <a:rPr kumimoji="1" lang="en-US" altLang="zh-CN" sz="2400">
                <a:latin typeface="+mj-lt"/>
                <a:ea typeface="黑体"/>
              </a:rPr>
              <a:t>gazebo</a:t>
            </a:r>
            <a:r>
              <a:rPr kumimoji="1" lang="zh-CN" altLang="en-US" sz="2400">
                <a:latin typeface="+mj-lt"/>
                <a:ea typeface="黑体"/>
              </a:rPr>
              <a:t>位姿订阅更新节点，调整避障逻辑，</a:t>
            </a:r>
            <a:r>
              <a:rPr kumimoji="1" lang="en-US" altLang="zh-CN" sz="2400">
                <a:latin typeface="+mj-lt"/>
                <a:ea typeface="黑体"/>
              </a:rPr>
              <a:t>PPT</a:t>
            </a:r>
            <a:r>
              <a:rPr kumimoji="1" lang="zh-CN" altLang="en-US" sz="2400">
                <a:latin typeface="+mj-lt"/>
                <a:ea typeface="黑体"/>
              </a:rPr>
              <a:t>制作与汇报。</a:t>
            </a:r>
            <a:endParaRPr kumimoji="1" lang="en-US" altLang="zh-CN" sz="2400">
              <a:latin typeface="+mj-lt"/>
              <a:ea typeface="黑体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zh-CN" altLang="en-US" sz="2400">
                <a:latin typeface="+mj-lt"/>
                <a:ea typeface="黑体"/>
              </a:rPr>
              <a:t>沈兆奇：预先构建代码，重建地图，部分bug解决修正。</a:t>
            </a:r>
            <a:endParaRPr kumimoji="1" lang="en-US" altLang="zh-CN" sz="2400">
              <a:latin typeface="+mj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zh-CN" altLang="en-US" sz="2400">
                <a:latin typeface="+mj-lt"/>
                <a:ea typeface="黑体"/>
              </a:rPr>
              <a:t>谢炜基：</a:t>
            </a:r>
            <a:r>
              <a:rPr kumimoji="1" lang="zh-CN" sz="2400">
                <a:latin typeface="+mj-lt"/>
                <a:ea typeface="黑体"/>
              </a:rPr>
              <a:t>代码分析，跑通导航</a:t>
            </a:r>
            <a:r>
              <a:rPr kumimoji="1" lang="zh-CN" altLang="en-US" sz="2400">
                <a:latin typeface="+mj-lt"/>
                <a:ea typeface="黑体"/>
              </a:rPr>
              <a:t>。</a:t>
            </a:r>
            <a:endParaRPr kumimoji="1" lang="en-US" altLang="zh-CN" sz="2400">
              <a:latin typeface="+mj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zh-CN" altLang="en-US" sz="2400">
                <a:latin typeface="+mj-lt"/>
                <a:ea typeface="黑体"/>
              </a:rPr>
              <a:t>黄崇轩：</a:t>
            </a:r>
            <a:r>
              <a:rPr kumimoji="1" lang="zh-CN" sz="2400">
                <a:latin typeface="+mj-lt"/>
                <a:ea typeface="黑体"/>
              </a:rPr>
              <a:t>代码分析</a:t>
            </a:r>
            <a:r>
              <a:rPr kumimoji="1" lang="zh-CN" altLang="en-US" sz="2400">
                <a:latin typeface="+mj-lt"/>
                <a:ea typeface="黑体"/>
              </a:rPr>
              <a:t>，</a:t>
            </a:r>
            <a:r>
              <a:rPr kumimoji="1" lang="en-US" altLang="zh-CN" sz="2400">
                <a:latin typeface="+mj-lt"/>
                <a:ea typeface="+mn-lt"/>
              </a:rPr>
              <a:t>PPT</a:t>
            </a:r>
            <a:r>
              <a:rPr kumimoji="1" lang="zh-CN" sz="2400">
                <a:latin typeface="+mj-lt"/>
                <a:ea typeface="黑体"/>
              </a:rPr>
              <a:t>调整</a:t>
            </a:r>
            <a:r>
              <a:rPr kumimoji="1" lang="zh-CN" altLang="en-US" sz="2400">
                <a:latin typeface="+mj-lt"/>
                <a:ea typeface="黑体"/>
              </a:rPr>
              <a:t>。</a:t>
            </a:r>
            <a:endParaRPr lang="en-US" altLang="zh-CN" sz="2400">
              <a:latin typeface="+mj-lt"/>
              <a:ea typeface="黑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8532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C14F2646-6276-57DC-AEE1-BE3C680BB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605" y="6253663"/>
            <a:ext cx="4635395" cy="604337"/>
          </a:xfrm>
          <a:prstGeom prst="rect">
            <a:avLst/>
          </a:prstGeom>
        </p:spPr>
      </p:pic>
      <p:sp>
        <p:nvSpPr>
          <p:cNvPr id="7" name="标题 6">
            <a:extLst>
              <a:ext uri="{FF2B5EF4-FFF2-40B4-BE49-F238E27FC236}">
                <a16:creationId xmlns:a16="http://schemas.microsoft.com/office/drawing/2014/main" id="{4E910CA0-A0F1-FF11-FEF3-EC93CD990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560" y="1920169"/>
            <a:ext cx="10052879" cy="1060855"/>
          </a:xfrm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>
                <a:latin typeface="Bahnschrift Light" panose="020B0502040204020203" pitchFamily="34" charset="0"/>
                <a:ea typeface="宋体"/>
              </a:rPr>
              <a:t>😭🙏</a:t>
            </a:r>
            <a:r>
              <a:rPr lang="zh-CN" sz="2400">
                <a:latin typeface="Bahnschrift Light" panose="020B0502040204020203" pitchFamily="34" charset="0"/>
                <a:ea typeface="宋体"/>
              </a:rPr>
              <a:t>🙏</a:t>
            </a:r>
            <a:r>
              <a:rPr lang="zh-CN" altLang="en-US" sz="8000">
                <a:ea typeface="宋体"/>
              </a:rPr>
              <a:t>谢谢</a:t>
            </a:r>
            <a:r>
              <a:rPr lang="zh-CN" sz="2400">
                <a:latin typeface="Bahnschrift Light" panose="020B0502040204020203" pitchFamily="34" charset="0"/>
                <a:ea typeface="Adobe 宋体 Std L" panose="02020300000000000000" pitchFamily="18" charset="-122"/>
              </a:rPr>
              <a:t>🙏🙏😭</a:t>
            </a:r>
            <a:endParaRPr lang="zh-CN" sz="3200">
              <a:latin typeface="Bahnschrift Light" panose="020B0502040204020203" pitchFamily="34" charset="0"/>
              <a:ea typeface="Adobe 宋体 Std L" panose="02020300000000000000" pitchFamily="18" charset="-122"/>
              <a:cs typeface="Times New Roman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B9C1A9-D2C6-CD97-6A9F-FF92FA28866A}"/>
              </a:ext>
            </a:extLst>
          </p:cNvPr>
          <p:cNvSpPr/>
          <p:nvPr/>
        </p:nvSpPr>
        <p:spPr>
          <a:xfrm>
            <a:off x="2301834" y="0"/>
            <a:ext cx="2600696" cy="736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被你发现了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401AD7-9EA3-0461-BF13-83AA58892366}"/>
              </a:ext>
            </a:extLst>
          </p:cNvPr>
          <p:cNvSpPr/>
          <p:nvPr/>
        </p:nvSpPr>
        <p:spPr>
          <a:xfrm>
            <a:off x="7556605" y="6121730"/>
            <a:ext cx="4635395" cy="736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被你发现了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3AFEB6-7704-9188-D300-84121D5983BF}"/>
              </a:ext>
            </a:extLst>
          </p:cNvPr>
          <p:cNvSpPr/>
          <p:nvPr/>
        </p:nvSpPr>
        <p:spPr>
          <a:xfrm>
            <a:off x="279604" y="-2969"/>
            <a:ext cx="4622926" cy="736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A2B235-291E-67AC-C2C3-A82DEDEBD26F}"/>
              </a:ext>
            </a:extLst>
          </p:cNvPr>
          <p:cNvSpPr/>
          <p:nvPr/>
        </p:nvSpPr>
        <p:spPr>
          <a:xfrm>
            <a:off x="7556605" y="6121730"/>
            <a:ext cx="4635395" cy="736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792F92B-551C-1BAD-2179-EF654ECB9D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448" y="6258448"/>
            <a:ext cx="599552" cy="59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088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自定义设计方案">
  <a:themeElements>
    <a:clrScheme name="自定义 2">
      <a:dk1>
        <a:srgbClr val="A80000"/>
      </a:dk1>
      <a:lt1>
        <a:srgbClr val="FFFFFF"/>
      </a:lt1>
      <a:dk2>
        <a:srgbClr val="000000"/>
      </a:dk2>
      <a:lt2>
        <a:srgbClr val="E7E6E6"/>
      </a:lt2>
      <a:accent1>
        <a:srgbClr val="1B1C21"/>
      </a:accent1>
      <a:accent2>
        <a:srgbClr val="44546A"/>
      </a:accent2>
      <a:accent3>
        <a:srgbClr val="1F4D78"/>
      </a:accent3>
      <a:accent4>
        <a:srgbClr val="C11F31"/>
      </a:accent4>
      <a:accent5>
        <a:srgbClr val="FFC000"/>
      </a:accent5>
      <a:accent6>
        <a:srgbClr val="A5A5A5"/>
      </a:accent6>
      <a:hlink>
        <a:srgbClr val="196E7D"/>
      </a:hlink>
      <a:folHlink>
        <a:srgbClr val="960F14"/>
      </a:folHlink>
    </a:clrScheme>
    <a:fontScheme name="SJTU标准I">
      <a:majorFont>
        <a:latin typeface="Book Antiqua"/>
        <a:ea typeface="黑体"/>
        <a:cs typeface=""/>
      </a:majorFont>
      <a:minorFont>
        <a:latin typeface="Book Antiqua"/>
        <a:ea typeface="黑体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宽屏</PresentationFormat>
  <Paragraphs>75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.AppleSystemUIFont</vt:lpstr>
      <vt:lpstr>Chalkboard</vt:lpstr>
      <vt:lpstr>宋体</vt:lpstr>
      <vt:lpstr>微软雅黑</vt:lpstr>
      <vt:lpstr>微软雅黑</vt:lpstr>
      <vt:lpstr>等线</vt:lpstr>
      <vt:lpstr>Arial</vt:lpstr>
      <vt:lpstr>Bahnschrift Light</vt:lpstr>
      <vt:lpstr>Book Antiqua</vt:lpstr>
      <vt:lpstr>Calibri</vt:lpstr>
      <vt:lpstr>Office 主题​​</vt:lpstr>
      <vt:lpstr>5_自定义设计方案</vt:lpstr>
      <vt:lpstr>AI3702 移动机器人 导航与定位仿真展示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😭🙏🙏谢谢🙏🙏😭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一 李</dc:creator>
  <cp:keywords/>
  <dc:description/>
  <cp:lastModifiedBy>Kailing Wang</cp:lastModifiedBy>
  <cp:revision>1</cp:revision>
  <dcterms:created xsi:type="dcterms:W3CDTF">2019-01-23T14:14:04Z</dcterms:created>
  <dcterms:modified xsi:type="dcterms:W3CDTF">2024-10-03T11:40:41Z</dcterms:modified>
  <cp:category/>
</cp:coreProperties>
</file>