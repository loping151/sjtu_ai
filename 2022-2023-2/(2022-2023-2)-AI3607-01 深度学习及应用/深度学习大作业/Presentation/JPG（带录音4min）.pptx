
<file path=[Content_Types].xml><?xml version="1.0" encoding="utf-8"?>
<Types xmlns="http://schemas.openxmlformats.org/package/2006/content-types">
  <Default Extension="jpeg" ContentType="image/jpeg"/>
  <Default Extension="jpg" ContentType="image/pn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5" r:id="rId4"/>
    <p:sldId id="286" r:id="rId5"/>
    <p:sldId id="287" r:id="rId6"/>
    <p:sldId id="273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A380"/>
    <a:srgbClr val="959DBF"/>
    <a:srgbClr val="2D5AC2"/>
    <a:srgbClr val="2E76BC"/>
    <a:srgbClr val="A6A6A6"/>
    <a:srgbClr val="C55A11"/>
    <a:srgbClr val="FFC000"/>
    <a:srgbClr val="2B75CF"/>
    <a:srgbClr val="004098"/>
    <a:srgbClr val="BD9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23F26-57F7-4AD2-A8D4-FAAD435DE31A}" v="18" dt="2023-05-31T00:20:28.468"/>
    <p1510:client id="{73E70B70-8B39-41DE-B66F-ACD3797FF564}" v="38" dt="2023-05-31T13:20:15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23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86" y="3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Kailing" userId="291a47e472658d09" providerId="LiveId" clId="{73E70B70-8B39-41DE-B66F-ACD3797FF564}"/>
    <pc:docChg chg="modSld">
      <pc:chgData name="Wang Kailing" userId="291a47e472658d09" providerId="LiveId" clId="{73E70B70-8B39-41DE-B66F-ACD3797FF564}" dt="2023-05-31T13:20:15.360" v="65"/>
      <pc:docMkLst>
        <pc:docMk/>
      </pc:docMkLst>
      <pc:sldChg chg="addSp delSp modSp mod modTransition modAnim">
        <pc:chgData name="Wang Kailing" userId="291a47e472658d09" providerId="LiveId" clId="{73E70B70-8B39-41DE-B66F-ACD3797FF564}" dt="2023-05-31T13:16:46.171" v="61"/>
        <pc:sldMkLst>
          <pc:docMk/>
          <pc:sldMk cId="1895940685" sldId="256"/>
        </pc:sldMkLst>
        <pc:picChg chg="add del mod">
          <ac:chgData name="Wang Kailing" userId="291a47e472658d09" providerId="LiveId" clId="{73E70B70-8B39-41DE-B66F-ACD3797FF564}" dt="2023-05-31T13:02:38.429" v="9"/>
          <ac:picMkLst>
            <pc:docMk/>
            <pc:sldMk cId="1895940685" sldId="256"/>
            <ac:picMk id="7" creationId="{E8C06885-FED1-25EF-7815-7492108F8F58}"/>
          </ac:picMkLst>
        </pc:picChg>
        <pc:picChg chg="add del mod ord">
          <ac:chgData name="Wang Kailing" userId="291a47e472658d09" providerId="LiveId" clId="{73E70B70-8B39-41DE-B66F-ACD3797FF564}" dt="2023-05-31T13:04:01.544" v="10"/>
          <ac:picMkLst>
            <pc:docMk/>
            <pc:sldMk cId="1895940685" sldId="256"/>
            <ac:picMk id="8" creationId="{F0F05285-C0DE-C9E2-2870-F9B8830DC2DD}"/>
          </ac:picMkLst>
        </pc:picChg>
        <pc:picChg chg="add del mod">
          <ac:chgData name="Wang Kailing" userId="291a47e472658d09" providerId="LiveId" clId="{73E70B70-8B39-41DE-B66F-ACD3797FF564}" dt="2023-05-31T13:05:14.385" v="19"/>
          <ac:picMkLst>
            <pc:docMk/>
            <pc:sldMk cId="1895940685" sldId="256"/>
            <ac:picMk id="9" creationId="{86887A6D-6A05-5F8A-2008-5B1EB73E1712}"/>
          </ac:picMkLst>
        </pc:picChg>
        <pc:picChg chg="add del mod ord">
          <ac:chgData name="Wang Kailing" userId="291a47e472658d09" providerId="LiveId" clId="{73E70B70-8B39-41DE-B66F-ACD3797FF564}" dt="2023-05-31T13:06:26.696" v="20"/>
          <ac:picMkLst>
            <pc:docMk/>
            <pc:sldMk cId="1895940685" sldId="256"/>
            <ac:picMk id="10" creationId="{FD7BA5B1-2BEE-FD0A-3A62-CC543A2E9FE0}"/>
          </ac:picMkLst>
        </pc:picChg>
        <pc:picChg chg="add del mod">
          <ac:chgData name="Wang Kailing" userId="291a47e472658d09" providerId="LiveId" clId="{73E70B70-8B39-41DE-B66F-ACD3797FF564}" dt="2023-05-31T13:06:32.981" v="24"/>
          <ac:picMkLst>
            <pc:docMk/>
            <pc:sldMk cId="1895940685" sldId="256"/>
            <ac:picMk id="11" creationId="{6DB13936-1C28-EF0A-1C96-5A87F225AA79}"/>
          </ac:picMkLst>
        </pc:picChg>
        <pc:picChg chg="add del mod ord">
          <ac:chgData name="Wang Kailing" userId="291a47e472658d09" providerId="LiveId" clId="{73E70B70-8B39-41DE-B66F-ACD3797FF564}" dt="2023-05-31T13:06:45.936" v="25"/>
          <ac:picMkLst>
            <pc:docMk/>
            <pc:sldMk cId="1895940685" sldId="256"/>
            <ac:picMk id="12" creationId="{C43DD7E4-419C-B74B-574B-C8BC7C33DAEC}"/>
          </ac:picMkLst>
        </pc:picChg>
        <pc:picChg chg="add del mod">
          <ac:chgData name="Wang Kailing" userId="291a47e472658d09" providerId="LiveId" clId="{73E70B70-8B39-41DE-B66F-ACD3797FF564}" dt="2023-05-31T13:06:47.128" v="27"/>
          <ac:picMkLst>
            <pc:docMk/>
            <pc:sldMk cId="1895940685" sldId="256"/>
            <ac:picMk id="13" creationId="{41DA1A0F-C1C9-0439-C37E-160B14C3BB6F}"/>
          </ac:picMkLst>
        </pc:picChg>
        <pc:picChg chg="add del mod ord">
          <ac:chgData name="Wang Kailing" userId="291a47e472658d09" providerId="LiveId" clId="{73E70B70-8B39-41DE-B66F-ACD3797FF564}" dt="2023-05-31T13:07:06.644" v="28"/>
          <ac:picMkLst>
            <pc:docMk/>
            <pc:sldMk cId="1895940685" sldId="256"/>
            <ac:picMk id="16" creationId="{F6C53EF3-DE41-D28D-77DA-767D3227ED46}"/>
          </ac:picMkLst>
        </pc:picChg>
        <pc:picChg chg="add del mod">
          <ac:chgData name="Wang Kailing" userId="291a47e472658d09" providerId="LiveId" clId="{73E70B70-8B39-41DE-B66F-ACD3797FF564}" dt="2023-05-31T13:07:27.581" v="30"/>
          <ac:picMkLst>
            <pc:docMk/>
            <pc:sldMk cId="1895940685" sldId="256"/>
            <ac:picMk id="17" creationId="{340BE058-62E5-708A-C19B-7E60592128F4}"/>
          </ac:picMkLst>
        </pc:picChg>
        <pc:picChg chg="add del mod ord">
          <ac:chgData name="Wang Kailing" userId="291a47e472658d09" providerId="LiveId" clId="{73E70B70-8B39-41DE-B66F-ACD3797FF564}" dt="2023-05-31T13:07:39.724" v="31"/>
          <ac:picMkLst>
            <pc:docMk/>
            <pc:sldMk cId="1895940685" sldId="256"/>
            <ac:picMk id="21" creationId="{C79DC6A8-1489-8A6B-348E-1E73E5CD99E2}"/>
          </ac:picMkLst>
        </pc:picChg>
        <pc:picChg chg="add del mod">
          <ac:chgData name="Wang Kailing" userId="291a47e472658d09" providerId="LiveId" clId="{73E70B70-8B39-41DE-B66F-ACD3797FF564}" dt="2023-05-31T13:07:40.679" v="33"/>
          <ac:picMkLst>
            <pc:docMk/>
            <pc:sldMk cId="1895940685" sldId="256"/>
            <ac:picMk id="22" creationId="{840DB878-97E7-3AEF-9A19-A9B7515F9CC8}"/>
          </ac:picMkLst>
        </pc:picChg>
        <pc:picChg chg="add del mod ord">
          <ac:chgData name="Wang Kailing" userId="291a47e472658d09" providerId="LiveId" clId="{73E70B70-8B39-41DE-B66F-ACD3797FF564}" dt="2023-05-31T13:07:57.092" v="34"/>
          <ac:picMkLst>
            <pc:docMk/>
            <pc:sldMk cId="1895940685" sldId="256"/>
            <ac:picMk id="25" creationId="{A049CBAF-C1D3-7D26-2AFE-03532F2AB872}"/>
          </ac:picMkLst>
        </pc:picChg>
        <pc:picChg chg="add del mod">
          <ac:chgData name="Wang Kailing" userId="291a47e472658d09" providerId="LiveId" clId="{73E70B70-8B39-41DE-B66F-ACD3797FF564}" dt="2023-05-31T13:08:03.227" v="36"/>
          <ac:picMkLst>
            <pc:docMk/>
            <pc:sldMk cId="1895940685" sldId="256"/>
            <ac:picMk id="26" creationId="{8ADD36FF-B57C-B2B5-AAF8-A653DB74B976}"/>
          </ac:picMkLst>
        </pc:picChg>
        <pc:picChg chg="add del mod ord">
          <ac:chgData name="Wang Kailing" userId="291a47e472658d09" providerId="LiveId" clId="{73E70B70-8B39-41DE-B66F-ACD3797FF564}" dt="2023-05-31T13:08:14.092" v="37"/>
          <ac:picMkLst>
            <pc:docMk/>
            <pc:sldMk cId="1895940685" sldId="256"/>
            <ac:picMk id="29" creationId="{F6F8C605-F08E-F700-33A6-397C05E1623D}"/>
          </ac:picMkLst>
        </pc:picChg>
        <pc:picChg chg="add del mod">
          <ac:chgData name="Wang Kailing" userId="291a47e472658d09" providerId="LiveId" clId="{73E70B70-8B39-41DE-B66F-ACD3797FF564}" dt="2023-05-31T13:14:47.299" v="57"/>
          <ac:picMkLst>
            <pc:docMk/>
            <pc:sldMk cId="1895940685" sldId="256"/>
            <ac:picMk id="32" creationId="{CC5B2E07-CB67-DFDD-6167-9976BD3A3CE6}"/>
          </ac:picMkLst>
        </pc:picChg>
        <pc:picChg chg="add del mod ord">
          <ac:chgData name="Wang Kailing" userId="291a47e472658d09" providerId="LiveId" clId="{73E70B70-8B39-41DE-B66F-ACD3797FF564}" dt="2023-05-31T13:14:54.260" v="58"/>
          <ac:picMkLst>
            <pc:docMk/>
            <pc:sldMk cId="1895940685" sldId="256"/>
            <ac:picMk id="34" creationId="{53934804-F0D9-C4A4-2B2A-64E2C6C3890E}"/>
          </ac:picMkLst>
        </pc:picChg>
        <pc:picChg chg="add del mod">
          <ac:chgData name="Wang Kailing" userId="291a47e472658d09" providerId="LiveId" clId="{73E70B70-8B39-41DE-B66F-ACD3797FF564}" dt="2023-05-31T13:14:55.257" v="60"/>
          <ac:picMkLst>
            <pc:docMk/>
            <pc:sldMk cId="1895940685" sldId="256"/>
            <ac:picMk id="35" creationId="{B9CD1D3C-7288-6A8C-1762-D7FB75FB3C55}"/>
          </ac:picMkLst>
        </pc:picChg>
        <pc:picChg chg="add del mod ord">
          <ac:chgData name="Wang Kailing" userId="291a47e472658d09" providerId="LiveId" clId="{73E70B70-8B39-41DE-B66F-ACD3797FF564}" dt="2023-05-31T13:16:46.171" v="61"/>
          <ac:picMkLst>
            <pc:docMk/>
            <pc:sldMk cId="1895940685" sldId="256"/>
            <ac:picMk id="38" creationId="{7DBA21FE-4872-020E-1E50-FEF073F9B51D}"/>
          </ac:picMkLst>
        </pc:picChg>
        <pc:picChg chg="add mod">
          <ac:chgData name="Wang Kailing" userId="291a47e472658d09" providerId="LiveId" clId="{73E70B70-8B39-41DE-B66F-ACD3797FF564}" dt="2023-05-31T13:16:46.171" v="61"/>
          <ac:picMkLst>
            <pc:docMk/>
            <pc:sldMk cId="1895940685" sldId="256"/>
            <ac:picMk id="39" creationId="{A36DB19A-BC8A-59FB-3CE4-01687BB9C234}"/>
          </ac:picMkLst>
        </pc:picChg>
      </pc:sldChg>
      <pc:sldChg chg="addSp delSp modSp mod modTransition modAnim">
        <pc:chgData name="Wang Kailing" userId="291a47e472658d09" providerId="LiveId" clId="{73E70B70-8B39-41DE-B66F-ACD3797FF564}" dt="2023-05-31T13:16:46.171" v="61"/>
        <pc:sldMkLst>
          <pc:docMk/>
          <pc:sldMk cId="159184324" sldId="257"/>
        </pc:sldMkLst>
        <pc:picChg chg="add del mod">
          <ac:chgData name="Wang Kailing" userId="291a47e472658d09" providerId="LiveId" clId="{73E70B70-8B39-41DE-B66F-ACD3797FF564}" dt="2023-05-31T13:02:31.776" v="5"/>
          <ac:picMkLst>
            <pc:docMk/>
            <pc:sldMk cId="159184324" sldId="257"/>
            <ac:picMk id="9" creationId="{583B5DEC-B8DC-0F0F-DD47-7692D03CFE86}"/>
          </ac:picMkLst>
        </pc:picChg>
        <pc:picChg chg="add del mod ord">
          <ac:chgData name="Wang Kailing" userId="291a47e472658d09" providerId="LiveId" clId="{73E70B70-8B39-41DE-B66F-ACD3797FF564}" dt="2023-05-31T13:02:37.335" v="6"/>
          <ac:picMkLst>
            <pc:docMk/>
            <pc:sldMk cId="159184324" sldId="257"/>
            <ac:picMk id="12" creationId="{651F3B65-F036-B7DF-5826-C42E9129E133}"/>
          </ac:picMkLst>
        </pc:picChg>
        <pc:picChg chg="add del mod">
          <ac:chgData name="Wang Kailing" userId="291a47e472658d09" providerId="LiveId" clId="{73E70B70-8B39-41DE-B66F-ACD3797FF564}" dt="2023-05-31T13:02:38.429" v="9"/>
          <ac:picMkLst>
            <pc:docMk/>
            <pc:sldMk cId="159184324" sldId="257"/>
            <ac:picMk id="14" creationId="{64E1ED1E-2A36-935A-E101-4405A1110DBB}"/>
          </ac:picMkLst>
        </pc:picChg>
        <pc:picChg chg="add del mod ord">
          <ac:chgData name="Wang Kailing" userId="291a47e472658d09" providerId="LiveId" clId="{73E70B70-8B39-41DE-B66F-ACD3797FF564}" dt="2023-05-31T13:04:01.544" v="10"/>
          <ac:picMkLst>
            <pc:docMk/>
            <pc:sldMk cId="159184324" sldId="257"/>
            <ac:picMk id="17" creationId="{FA2F321E-D002-76AA-E141-ACF2DA9868DB}"/>
          </ac:picMkLst>
        </pc:picChg>
        <pc:picChg chg="add del mod">
          <ac:chgData name="Wang Kailing" userId="291a47e472658d09" providerId="LiveId" clId="{73E70B70-8B39-41DE-B66F-ACD3797FF564}" dt="2023-05-31T13:05:14.385" v="19"/>
          <ac:picMkLst>
            <pc:docMk/>
            <pc:sldMk cId="159184324" sldId="257"/>
            <ac:picMk id="18" creationId="{A00CC1B9-DD8A-DE5E-855B-54036717AC56}"/>
          </ac:picMkLst>
        </pc:picChg>
        <pc:picChg chg="add del mod ord">
          <ac:chgData name="Wang Kailing" userId="291a47e472658d09" providerId="LiveId" clId="{73E70B70-8B39-41DE-B66F-ACD3797FF564}" dt="2023-05-31T13:06:26.696" v="20"/>
          <ac:picMkLst>
            <pc:docMk/>
            <pc:sldMk cId="159184324" sldId="257"/>
            <ac:picMk id="20" creationId="{DD0CEA8C-6F0E-61E7-3466-421A8858D99D}"/>
          </ac:picMkLst>
        </pc:picChg>
        <pc:picChg chg="add del mod">
          <ac:chgData name="Wang Kailing" userId="291a47e472658d09" providerId="LiveId" clId="{73E70B70-8B39-41DE-B66F-ACD3797FF564}" dt="2023-05-31T13:08:14.092" v="37"/>
          <ac:picMkLst>
            <pc:docMk/>
            <pc:sldMk cId="159184324" sldId="257"/>
            <ac:picMk id="21" creationId="{E2B3C1C9-F625-C90D-C1B0-10AF60D145A4}"/>
          </ac:picMkLst>
        </pc:picChg>
        <pc:picChg chg="add del mod">
          <ac:chgData name="Wang Kailing" userId="291a47e472658d09" providerId="LiveId" clId="{73E70B70-8B39-41DE-B66F-ACD3797FF564}" dt="2023-05-31T13:09:25.460" v="43"/>
          <ac:picMkLst>
            <pc:docMk/>
            <pc:sldMk cId="159184324" sldId="257"/>
            <ac:picMk id="24" creationId="{370AFDD2-3A3D-48BB-4E7C-2346262FA9CA}"/>
          </ac:picMkLst>
        </pc:picChg>
        <pc:picChg chg="add del mod ord">
          <ac:chgData name="Wang Kailing" userId="291a47e472658d09" providerId="LiveId" clId="{73E70B70-8B39-41DE-B66F-ACD3797FF564}" dt="2023-05-31T13:10:26.629" v="44"/>
          <ac:picMkLst>
            <pc:docMk/>
            <pc:sldMk cId="159184324" sldId="257"/>
            <ac:picMk id="27" creationId="{D12542FE-5F64-FAF2-4047-60C0D156409A}"/>
          </ac:picMkLst>
        </pc:picChg>
        <pc:picChg chg="add del mod">
          <ac:chgData name="Wang Kailing" userId="291a47e472658d09" providerId="LiveId" clId="{73E70B70-8B39-41DE-B66F-ACD3797FF564}" dt="2023-05-31T13:14:47.299" v="57"/>
          <ac:picMkLst>
            <pc:docMk/>
            <pc:sldMk cId="159184324" sldId="257"/>
            <ac:picMk id="28" creationId="{826EA03C-5D8F-18B5-B21B-5FC2A64BB426}"/>
          </ac:picMkLst>
        </pc:picChg>
        <pc:picChg chg="add del mod ord">
          <ac:chgData name="Wang Kailing" userId="291a47e472658d09" providerId="LiveId" clId="{73E70B70-8B39-41DE-B66F-ACD3797FF564}" dt="2023-05-31T13:16:46.171" v="61"/>
          <ac:picMkLst>
            <pc:docMk/>
            <pc:sldMk cId="159184324" sldId="257"/>
            <ac:picMk id="32" creationId="{B831578F-AD7F-EA4B-1934-7798D3B86AF6}"/>
          </ac:picMkLst>
        </pc:picChg>
        <pc:picChg chg="add mod">
          <ac:chgData name="Wang Kailing" userId="291a47e472658d09" providerId="LiveId" clId="{73E70B70-8B39-41DE-B66F-ACD3797FF564}" dt="2023-05-31T13:16:46.171" v="61"/>
          <ac:picMkLst>
            <pc:docMk/>
            <pc:sldMk cId="159184324" sldId="257"/>
            <ac:picMk id="33" creationId="{BD718DB9-833C-E8B7-C0D9-04AD6C547114}"/>
          </ac:picMkLst>
        </pc:picChg>
      </pc:sldChg>
      <pc:sldChg chg="modTransition">
        <pc:chgData name="Wang Kailing" userId="291a47e472658d09" providerId="LiveId" clId="{73E70B70-8B39-41DE-B66F-ACD3797FF564}" dt="2023-05-31T13:14:55.257" v="60"/>
        <pc:sldMkLst>
          <pc:docMk/>
          <pc:sldMk cId="3969508559" sldId="264"/>
        </pc:sldMkLst>
      </pc:sldChg>
      <pc:sldChg chg="addSp modSp mod modTransition">
        <pc:chgData name="Wang Kailing" userId="291a47e472658d09" providerId="LiveId" clId="{73E70B70-8B39-41DE-B66F-ACD3797FF564}" dt="2023-05-31T13:20:15.360" v="65"/>
        <pc:sldMkLst>
          <pc:docMk/>
          <pc:sldMk cId="2920956955" sldId="273"/>
        </pc:sldMkLst>
        <pc:picChg chg="add mod">
          <ac:chgData name="Wang Kailing" userId="291a47e472658d09" providerId="LiveId" clId="{73E70B70-8B39-41DE-B66F-ACD3797FF564}" dt="2023-05-31T12:51:23.275" v="2" actId="1076"/>
          <ac:picMkLst>
            <pc:docMk/>
            <pc:sldMk cId="2920956955" sldId="273"/>
            <ac:picMk id="4" creationId="{18E0422E-4B28-467B-6282-57319CC86447}"/>
          </ac:picMkLst>
        </pc:picChg>
        <pc:picChg chg="add mod">
          <ac:chgData name="Wang Kailing" userId="291a47e472658d09" providerId="LiveId" clId="{73E70B70-8B39-41DE-B66F-ACD3797FF564}" dt="2023-05-31T13:20:15.360" v="65"/>
          <ac:picMkLst>
            <pc:docMk/>
            <pc:sldMk cId="2920956955" sldId="273"/>
            <ac:picMk id="10" creationId="{277A49A2-2672-F0A9-D052-5BB95890C1B4}"/>
          </ac:picMkLst>
        </pc:picChg>
      </pc:sldChg>
      <pc:sldChg chg="addSp delSp modSp mod modTransition modAnim">
        <pc:chgData name="Wang Kailing" userId="291a47e472658d09" providerId="LiveId" clId="{73E70B70-8B39-41DE-B66F-ACD3797FF564}" dt="2023-05-31T13:17:51.778" v="64"/>
        <pc:sldMkLst>
          <pc:docMk/>
          <pc:sldMk cId="1356756979" sldId="285"/>
        </pc:sldMkLst>
        <pc:picChg chg="add del mod">
          <ac:chgData name="Wang Kailing" userId="291a47e472658d09" providerId="LiveId" clId="{73E70B70-8B39-41DE-B66F-ACD3797FF564}" dt="2023-05-31T13:04:03.443" v="12"/>
          <ac:picMkLst>
            <pc:docMk/>
            <pc:sldMk cId="1356756979" sldId="285"/>
            <ac:picMk id="5" creationId="{AA035976-6B5E-8910-6888-0BC92C387BA1}"/>
          </ac:picMkLst>
        </pc:picChg>
        <pc:picChg chg="add del mod ord">
          <ac:chgData name="Wang Kailing" userId="291a47e472658d09" providerId="LiveId" clId="{73E70B70-8B39-41DE-B66F-ACD3797FF564}" dt="2023-05-31T13:04:47.670" v="13"/>
          <ac:picMkLst>
            <pc:docMk/>
            <pc:sldMk cId="1356756979" sldId="285"/>
            <ac:picMk id="11" creationId="{12F5EA3A-1AB8-E59E-68E3-1FEC590C767B}"/>
          </ac:picMkLst>
        </pc:picChg>
        <pc:picChg chg="add del mod">
          <ac:chgData name="Wang Kailing" userId="291a47e472658d09" providerId="LiveId" clId="{73E70B70-8B39-41DE-B66F-ACD3797FF564}" dt="2023-05-31T13:05:14.385" v="19"/>
          <ac:picMkLst>
            <pc:docMk/>
            <pc:sldMk cId="1356756979" sldId="285"/>
            <ac:picMk id="12" creationId="{F985A4A6-3604-1D25-4956-A1775055FE91}"/>
          </ac:picMkLst>
        </pc:picChg>
        <pc:picChg chg="add del mod ord">
          <ac:chgData name="Wang Kailing" userId="291a47e472658d09" providerId="LiveId" clId="{73E70B70-8B39-41DE-B66F-ACD3797FF564}" dt="2023-05-31T13:06:26.696" v="20"/>
          <ac:picMkLst>
            <pc:docMk/>
            <pc:sldMk cId="1356756979" sldId="285"/>
            <ac:picMk id="15" creationId="{8027B01B-38D1-BB37-0DDF-9AF2D3197EE6}"/>
          </ac:picMkLst>
        </pc:picChg>
        <pc:picChg chg="add del mod">
          <ac:chgData name="Wang Kailing" userId="291a47e472658d09" providerId="LiveId" clId="{73E70B70-8B39-41DE-B66F-ACD3797FF564}" dt="2023-05-31T13:08:14.092" v="37"/>
          <ac:picMkLst>
            <pc:docMk/>
            <pc:sldMk cId="1356756979" sldId="285"/>
            <ac:picMk id="18" creationId="{B3C08E0D-ECDB-1812-F311-38D14FE5D26F}"/>
          </ac:picMkLst>
        </pc:picChg>
        <pc:picChg chg="add del mod">
          <ac:chgData name="Wang Kailing" userId="291a47e472658d09" providerId="LiveId" clId="{73E70B70-8B39-41DE-B66F-ACD3797FF564}" dt="2023-05-31T13:08:44.080" v="40"/>
          <ac:picMkLst>
            <pc:docMk/>
            <pc:sldMk cId="1356756979" sldId="285"/>
            <ac:picMk id="24" creationId="{383FAF47-8A15-E890-E123-3FEE978A45E8}"/>
          </ac:picMkLst>
        </pc:picChg>
        <pc:picChg chg="add del mod">
          <ac:chgData name="Wang Kailing" userId="291a47e472658d09" providerId="LiveId" clId="{73E70B70-8B39-41DE-B66F-ACD3797FF564}" dt="2023-05-31T13:14:47.299" v="57"/>
          <ac:picMkLst>
            <pc:docMk/>
            <pc:sldMk cId="1356756979" sldId="285"/>
            <ac:picMk id="30" creationId="{8F944D6D-794E-C7BC-A0A3-070D25836522}"/>
          </ac:picMkLst>
        </pc:picChg>
        <pc:picChg chg="add del mod ord">
          <ac:chgData name="Wang Kailing" userId="291a47e472658d09" providerId="LiveId" clId="{73E70B70-8B39-41DE-B66F-ACD3797FF564}" dt="2023-05-31T13:16:46.171" v="61"/>
          <ac:picMkLst>
            <pc:docMk/>
            <pc:sldMk cId="1356756979" sldId="285"/>
            <ac:picMk id="33" creationId="{B43D4B2D-08C2-7CC6-9297-8CA0ED197C30}"/>
          </ac:picMkLst>
        </pc:picChg>
        <pc:picChg chg="add del mod">
          <ac:chgData name="Wang Kailing" userId="291a47e472658d09" providerId="LiveId" clId="{73E70B70-8B39-41DE-B66F-ACD3797FF564}" dt="2023-05-31T13:16:48.310" v="63"/>
          <ac:picMkLst>
            <pc:docMk/>
            <pc:sldMk cId="1356756979" sldId="285"/>
            <ac:picMk id="34" creationId="{1F32E7E4-0428-5A16-4750-46E811C8FE3E}"/>
          </ac:picMkLst>
        </pc:picChg>
        <pc:picChg chg="add del mod ord">
          <ac:chgData name="Wang Kailing" userId="291a47e472658d09" providerId="LiveId" clId="{73E70B70-8B39-41DE-B66F-ACD3797FF564}" dt="2023-05-31T13:17:51.778" v="64"/>
          <ac:picMkLst>
            <pc:docMk/>
            <pc:sldMk cId="1356756979" sldId="285"/>
            <ac:picMk id="37" creationId="{F5DFCCD0-9489-3D4F-CE11-6ADAEE3D4D05}"/>
          </ac:picMkLst>
        </pc:picChg>
        <pc:picChg chg="add mod">
          <ac:chgData name="Wang Kailing" userId="291a47e472658d09" providerId="LiveId" clId="{73E70B70-8B39-41DE-B66F-ACD3797FF564}" dt="2023-05-31T13:17:51.778" v="64"/>
          <ac:picMkLst>
            <pc:docMk/>
            <pc:sldMk cId="1356756979" sldId="285"/>
            <ac:picMk id="38" creationId="{12893BF9-4704-B8F8-5854-0DEC4ED03A6A}"/>
          </ac:picMkLst>
        </pc:picChg>
      </pc:sldChg>
      <pc:sldChg chg="addSp delSp modSp mod modTransition modAnim">
        <pc:chgData name="Wang Kailing" userId="291a47e472658d09" providerId="LiveId" clId="{73E70B70-8B39-41DE-B66F-ACD3797FF564}" dt="2023-05-31T13:20:15.360" v="65"/>
        <pc:sldMkLst>
          <pc:docMk/>
          <pc:sldMk cId="1084385099" sldId="286"/>
        </pc:sldMkLst>
        <pc:picChg chg="add del mod">
          <ac:chgData name="Wang Kailing" userId="291a47e472658d09" providerId="LiveId" clId="{73E70B70-8B39-41DE-B66F-ACD3797FF564}" dt="2023-05-31T13:05:14.385" v="19"/>
          <ac:picMkLst>
            <pc:docMk/>
            <pc:sldMk cId="1084385099" sldId="286"/>
            <ac:picMk id="10" creationId="{5B7F8A18-FDC5-9130-7925-505BB3CE8B27}"/>
          </ac:picMkLst>
        </pc:picChg>
        <pc:picChg chg="add del mod ord">
          <ac:chgData name="Wang Kailing" userId="291a47e472658d09" providerId="LiveId" clId="{73E70B70-8B39-41DE-B66F-ACD3797FF564}" dt="2023-05-31T13:08:39.726" v="39"/>
          <ac:picMkLst>
            <pc:docMk/>
            <pc:sldMk cId="1084385099" sldId="286"/>
            <ac:picMk id="13" creationId="{B61B2863-259D-5319-7B5A-070731BBB24F}"/>
          </ac:picMkLst>
        </pc:picChg>
        <pc:picChg chg="add del mod">
          <ac:chgData name="Wang Kailing" userId="291a47e472658d09" providerId="LiveId" clId="{73E70B70-8B39-41DE-B66F-ACD3797FF564}" dt="2023-05-31T13:20:15.360" v="65"/>
          <ac:picMkLst>
            <pc:docMk/>
            <pc:sldMk cId="1084385099" sldId="286"/>
            <ac:picMk id="21" creationId="{85172B71-81F4-7A36-ECBB-4A55A0CE1B4E}"/>
          </ac:picMkLst>
        </pc:picChg>
        <pc:picChg chg="add mod">
          <ac:chgData name="Wang Kailing" userId="291a47e472658d09" providerId="LiveId" clId="{73E70B70-8B39-41DE-B66F-ACD3797FF564}" dt="2023-05-31T13:20:15.360" v="65"/>
          <ac:picMkLst>
            <pc:docMk/>
            <pc:sldMk cId="1084385099" sldId="286"/>
            <ac:picMk id="22" creationId="{6242E4BA-478E-85FA-A5FE-87C4B6779B4E}"/>
          </ac:picMkLst>
        </pc:picChg>
      </pc:sldChg>
      <pc:sldChg chg="addSp delSp modSp mod modTransition modAnim">
        <pc:chgData name="Wang Kailing" userId="291a47e472658d09" providerId="LiveId" clId="{73E70B70-8B39-41DE-B66F-ACD3797FF564}" dt="2023-05-31T13:20:15.360" v="65"/>
        <pc:sldMkLst>
          <pc:docMk/>
          <pc:sldMk cId="3933538709" sldId="287"/>
        </pc:sldMkLst>
        <pc:picChg chg="add del mod">
          <ac:chgData name="Wang Kailing" userId="291a47e472658d09" providerId="LiveId" clId="{73E70B70-8B39-41DE-B66F-ACD3797FF564}" dt="2023-05-31T13:13:40.290" v="48"/>
          <ac:picMkLst>
            <pc:docMk/>
            <pc:sldMk cId="3933538709" sldId="287"/>
            <ac:picMk id="15" creationId="{38E1E726-285D-8E24-8F9B-F9A6B55E2A6D}"/>
          </ac:picMkLst>
        </pc:picChg>
        <pc:picChg chg="add del mod">
          <ac:chgData name="Wang Kailing" userId="291a47e472658d09" providerId="LiveId" clId="{73E70B70-8B39-41DE-B66F-ACD3797FF564}" dt="2023-05-31T13:13:43.327" v="50"/>
          <ac:picMkLst>
            <pc:docMk/>
            <pc:sldMk cId="3933538709" sldId="287"/>
            <ac:picMk id="16" creationId="{0B70F00A-4A58-10CC-8AD3-BCCF47F200DB}"/>
          </ac:picMkLst>
        </pc:picChg>
        <pc:picChg chg="add del mod ord">
          <ac:chgData name="Wang Kailing" userId="291a47e472658d09" providerId="LiveId" clId="{73E70B70-8B39-41DE-B66F-ACD3797FF564}" dt="2023-05-31T13:14:45.770" v="51"/>
          <ac:picMkLst>
            <pc:docMk/>
            <pc:sldMk cId="3933538709" sldId="287"/>
            <ac:picMk id="19" creationId="{3C746AA9-FE0C-7BE0-3149-D84153F0E96C}"/>
          </ac:picMkLst>
        </pc:picChg>
        <pc:picChg chg="add del mod">
          <ac:chgData name="Wang Kailing" userId="291a47e472658d09" providerId="LiveId" clId="{73E70B70-8B39-41DE-B66F-ACD3797FF564}" dt="2023-05-31T13:14:47.299" v="57"/>
          <ac:picMkLst>
            <pc:docMk/>
            <pc:sldMk cId="3933538709" sldId="287"/>
            <ac:picMk id="20" creationId="{18C8A9A5-C6E1-DB43-B099-75B39E658739}"/>
          </ac:picMkLst>
        </pc:picChg>
        <pc:picChg chg="add del mod ord">
          <ac:chgData name="Wang Kailing" userId="291a47e472658d09" providerId="LiveId" clId="{73E70B70-8B39-41DE-B66F-ACD3797FF564}" dt="2023-05-31T13:20:15.360" v="65"/>
          <ac:picMkLst>
            <pc:docMk/>
            <pc:sldMk cId="3933538709" sldId="287"/>
            <ac:picMk id="23" creationId="{A6817CE8-87FB-18B5-2165-01501E875283}"/>
          </ac:picMkLst>
        </pc:picChg>
        <pc:picChg chg="add mod">
          <ac:chgData name="Wang Kailing" userId="291a47e472658d09" providerId="LiveId" clId="{73E70B70-8B39-41DE-B66F-ACD3797FF564}" dt="2023-05-31T13:20:15.360" v="65"/>
          <ac:picMkLst>
            <pc:docMk/>
            <pc:sldMk cId="3933538709" sldId="287"/>
            <ac:picMk id="24" creationId="{3BE60E52-93B6-5966-2D9F-7FDFC0A3E225}"/>
          </ac:picMkLst>
        </pc:picChg>
      </pc:sldChg>
    </pc:docChg>
  </pc:docChgLst>
  <pc:docChgLst>
    <pc:chgData name="Kailing" userId="291a47e472658d09" providerId="LiveId" clId="{3ED23F26-57F7-4AD2-A8D4-FAAD435DE31A}"/>
    <pc:docChg chg="undo custSel addSld delSld modSld">
      <pc:chgData name="Kailing" userId="291a47e472658d09" providerId="LiveId" clId="{3ED23F26-57F7-4AD2-A8D4-FAAD435DE31A}" dt="2023-05-31T00:27:02.323" v="1576" actId="20577"/>
      <pc:docMkLst>
        <pc:docMk/>
      </pc:docMkLst>
      <pc:sldChg chg="modSp mod">
        <pc:chgData name="Kailing" userId="291a47e472658d09" providerId="LiveId" clId="{3ED23F26-57F7-4AD2-A8D4-FAAD435DE31A}" dt="2023-05-30T23:50:32.911" v="125" actId="20577"/>
        <pc:sldMkLst>
          <pc:docMk/>
          <pc:sldMk cId="1895940685" sldId="256"/>
        </pc:sldMkLst>
        <pc:spChg chg="mod">
          <ac:chgData name="Kailing" userId="291a47e472658d09" providerId="LiveId" clId="{3ED23F26-57F7-4AD2-A8D4-FAAD435DE31A}" dt="2023-05-30T23:50:32.911" v="125" actId="20577"/>
          <ac:spMkLst>
            <pc:docMk/>
            <pc:sldMk cId="1895940685" sldId="256"/>
            <ac:spMk id="4" creationId="{00000000-0000-0000-0000-000000000000}"/>
          </ac:spMkLst>
        </pc:spChg>
        <pc:spChg chg="mod">
          <ac:chgData name="Kailing" userId="291a47e472658d09" providerId="LiveId" clId="{3ED23F26-57F7-4AD2-A8D4-FAAD435DE31A}" dt="2023-05-30T23:50:04.805" v="73" actId="20577"/>
          <ac:spMkLst>
            <pc:docMk/>
            <pc:sldMk cId="1895940685" sldId="256"/>
            <ac:spMk id="5" creationId="{00000000-0000-0000-0000-000000000000}"/>
          </ac:spMkLst>
        </pc:spChg>
        <pc:spChg chg="mod">
          <ac:chgData name="Kailing" userId="291a47e472658d09" providerId="LiveId" clId="{3ED23F26-57F7-4AD2-A8D4-FAAD435DE31A}" dt="2023-05-30T23:50:12.584" v="83" actId="20577"/>
          <ac:spMkLst>
            <pc:docMk/>
            <pc:sldMk cId="1895940685" sldId="256"/>
            <ac:spMk id="6" creationId="{00000000-0000-0000-0000-000000000000}"/>
          </ac:spMkLst>
        </pc:spChg>
      </pc:sldChg>
      <pc:sldChg chg="addSp delSp modSp mod">
        <pc:chgData name="Kailing" userId="291a47e472658d09" providerId="LiveId" clId="{3ED23F26-57F7-4AD2-A8D4-FAAD435DE31A}" dt="2023-05-30T23:56:34.161" v="376" actId="1076"/>
        <pc:sldMkLst>
          <pc:docMk/>
          <pc:sldMk cId="159184324" sldId="257"/>
        </pc:sldMkLst>
        <pc:spChg chg="add mod">
          <ac:chgData name="Kailing" userId="291a47e472658d09" providerId="LiveId" clId="{3ED23F26-57F7-4AD2-A8D4-FAAD435DE31A}" dt="2023-05-30T23:56:10.317" v="367" actId="20577"/>
          <ac:spMkLst>
            <pc:docMk/>
            <pc:sldMk cId="159184324" sldId="257"/>
            <ac:spMk id="2" creationId="{08F30AE6-B10A-4C11-F389-0210DC41F259}"/>
          </ac:spMkLst>
        </pc:spChg>
        <pc:spChg chg="mod">
          <ac:chgData name="Kailing" userId="291a47e472658d09" providerId="LiveId" clId="{3ED23F26-57F7-4AD2-A8D4-FAAD435DE31A}" dt="2023-05-30T23:51:17.001" v="140" actId="20577"/>
          <ac:spMkLst>
            <pc:docMk/>
            <pc:sldMk cId="159184324" sldId="257"/>
            <ac:spMk id="3" creationId="{00000000-0000-0000-0000-000000000000}"/>
          </ac:spMkLst>
        </pc:spChg>
        <pc:spChg chg="add mod">
          <ac:chgData name="Kailing" userId="291a47e472658d09" providerId="LiveId" clId="{3ED23F26-57F7-4AD2-A8D4-FAAD435DE31A}" dt="2023-05-30T23:55:50.695" v="357"/>
          <ac:spMkLst>
            <pc:docMk/>
            <pc:sldMk cId="159184324" sldId="257"/>
            <ac:spMk id="6" creationId="{1673479F-354E-5CDC-C155-E8B3066BE0AB}"/>
          </ac:spMkLst>
        </pc:spChg>
        <pc:spChg chg="del">
          <ac:chgData name="Kailing" userId="291a47e472658d09" providerId="LiveId" clId="{3ED23F26-57F7-4AD2-A8D4-FAAD435DE31A}" dt="2023-05-30T23:51:05.326" v="129" actId="478"/>
          <ac:spMkLst>
            <pc:docMk/>
            <pc:sldMk cId="159184324" sldId="257"/>
            <ac:spMk id="22" creationId="{B241CE74-ECDB-45DF-9FFF-491B89D79467}"/>
          </ac:spMkLst>
        </pc:spChg>
        <pc:spChg chg="del">
          <ac:chgData name="Kailing" userId="291a47e472658d09" providerId="LiveId" clId="{3ED23F26-57F7-4AD2-A8D4-FAAD435DE31A}" dt="2023-05-30T23:51:05.326" v="129" actId="478"/>
          <ac:spMkLst>
            <pc:docMk/>
            <pc:sldMk cId="159184324" sldId="257"/>
            <ac:spMk id="23" creationId="{6A77DD89-6C3A-4B29-B722-6119898C019B}"/>
          </ac:spMkLst>
        </pc:spChg>
        <pc:spChg chg="del">
          <ac:chgData name="Kailing" userId="291a47e472658d09" providerId="LiveId" clId="{3ED23F26-57F7-4AD2-A8D4-FAAD435DE31A}" dt="2023-05-30T23:51:05.326" v="129" actId="478"/>
          <ac:spMkLst>
            <pc:docMk/>
            <pc:sldMk cId="159184324" sldId="257"/>
            <ac:spMk id="24" creationId="{D701B88D-97EC-4854-8448-EF4ED79745F2}"/>
          </ac:spMkLst>
        </pc:spChg>
        <pc:spChg chg="del">
          <ac:chgData name="Kailing" userId="291a47e472658d09" providerId="LiveId" clId="{3ED23F26-57F7-4AD2-A8D4-FAAD435DE31A}" dt="2023-05-30T23:51:05.326" v="129" actId="478"/>
          <ac:spMkLst>
            <pc:docMk/>
            <pc:sldMk cId="159184324" sldId="257"/>
            <ac:spMk id="25" creationId="{5C92C166-77C6-467C-B643-E8556373BE71}"/>
          </ac:spMkLst>
        </pc:spChg>
        <pc:grpChg chg="del">
          <ac:chgData name="Kailing" userId="291a47e472658d09" providerId="LiveId" clId="{3ED23F26-57F7-4AD2-A8D4-FAAD435DE31A}" dt="2023-05-30T23:51:05.326" v="129" actId="478"/>
          <ac:grpSpMkLst>
            <pc:docMk/>
            <pc:sldMk cId="159184324" sldId="257"/>
            <ac:grpSpMk id="8" creationId="{475F27E7-F65C-45FF-817F-01B93083CBD8}"/>
          </ac:grpSpMkLst>
        </pc:grpChg>
        <pc:grpChg chg="del">
          <ac:chgData name="Kailing" userId="291a47e472658d09" providerId="LiveId" clId="{3ED23F26-57F7-4AD2-A8D4-FAAD435DE31A}" dt="2023-05-30T23:51:05.326" v="129" actId="478"/>
          <ac:grpSpMkLst>
            <pc:docMk/>
            <pc:sldMk cId="159184324" sldId="257"/>
            <ac:grpSpMk id="26" creationId="{00000000-0000-0000-0000-000000000000}"/>
          </ac:grpSpMkLst>
        </pc:grpChg>
        <pc:grpChg chg="del">
          <ac:chgData name="Kailing" userId="291a47e472658d09" providerId="LiveId" clId="{3ED23F26-57F7-4AD2-A8D4-FAAD435DE31A}" dt="2023-05-30T23:51:05.326" v="129" actId="478"/>
          <ac:grpSpMkLst>
            <pc:docMk/>
            <pc:sldMk cId="159184324" sldId="257"/>
            <ac:grpSpMk id="27" creationId="{00000000-0000-0000-0000-000000000000}"/>
          </ac:grpSpMkLst>
        </pc:grpChg>
        <pc:grpChg chg="del">
          <ac:chgData name="Kailing" userId="291a47e472658d09" providerId="LiveId" clId="{3ED23F26-57F7-4AD2-A8D4-FAAD435DE31A}" dt="2023-05-30T23:51:05.326" v="129" actId="478"/>
          <ac:grpSpMkLst>
            <pc:docMk/>
            <pc:sldMk cId="159184324" sldId="257"/>
            <ac:grpSpMk id="28" creationId="{00000000-0000-0000-0000-000000000000}"/>
          </ac:grpSpMkLst>
        </pc:grpChg>
        <pc:grpChg chg="del">
          <ac:chgData name="Kailing" userId="291a47e472658d09" providerId="LiveId" clId="{3ED23F26-57F7-4AD2-A8D4-FAAD435DE31A}" dt="2023-05-30T23:51:05.326" v="129" actId="478"/>
          <ac:grpSpMkLst>
            <pc:docMk/>
            <pc:sldMk cId="159184324" sldId="257"/>
            <ac:grpSpMk id="29" creationId="{00000000-0000-0000-0000-000000000000}"/>
          </ac:grpSpMkLst>
        </pc:grpChg>
        <pc:picChg chg="add mod">
          <ac:chgData name="Kailing" userId="291a47e472658d09" providerId="LiveId" clId="{3ED23F26-57F7-4AD2-A8D4-FAAD435DE31A}" dt="2023-05-30T23:56:20.410" v="369" actId="1076"/>
          <ac:picMkLst>
            <pc:docMk/>
            <pc:sldMk cId="159184324" sldId="257"/>
            <ac:picMk id="5" creationId="{80DB0DC7-D1D5-170F-3AB2-3CDB10BB9C2E}"/>
          </ac:picMkLst>
        </pc:picChg>
        <pc:picChg chg="add mod">
          <ac:chgData name="Kailing" userId="291a47e472658d09" providerId="LiveId" clId="{3ED23F26-57F7-4AD2-A8D4-FAAD435DE31A}" dt="2023-05-30T23:56:13.858" v="368" actId="1076"/>
          <ac:picMkLst>
            <pc:docMk/>
            <pc:sldMk cId="159184324" sldId="257"/>
            <ac:picMk id="13" creationId="{2381FAFF-96A4-8F8A-0B5C-75D448531496}"/>
          </ac:picMkLst>
        </pc:picChg>
        <pc:picChg chg="add mod">
          <ac:chgData name="Kailing" userId="291a47e472658d09" providerId="LiveId" clId="{3ED23F26-57F7-4AD2-A8D4-FAAD435DE31A}" dt="2023-05-30T23:56:34.161" v="376" actId="1076"/>
          <ac:picMkLst>
            <pc:docMk/>
            <pc:sldMk cId="159184324" sldId="257"/>
            <ac:picMk id="31" creationId="{1592C85B-2022-DA74-B0F2-73681104E794}"/>
          </ac:picMkLst>
        </pc:picChg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2767632909" sldId="260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3503326648" sldId="261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1579473272" sldId="262"/>
        </pc:sldMkLst>
      </pc:sldChg>
      <pc:sldChg chg="del">
        <pc:chgData name="Kailing" userId="291a47e472658d09" providerId="LiveId" clId="{3ED23F26-57F7-4AD2-A8D4-FAAD435DE31A}" dt="2023-05-30T23:50:40.842" v="126" actId="47"/>
        <pc:sldMkLst>
          <pc:docMk/>
          <pc:sldMk cId="1527560039" sldId="263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3589705927" sldId="265"/>
        </pc:sldMkLst>
      </pc:sldChg>
      <pc:sldChg chg="del">
        <pc:chgData name="Kailing" userId="291a47e472658d09" providerId="LiveId" clId="{3ED23F26-57F7-4AD2-A8D4-FAAD435DE31A}" dt="2023-05-30T23:50:41.565" v="127" actId="47"/>
        <pc:sldMkLst>
          <pc:docMk/>
          <pc:sldMk cId="1580039042" sldId="266"/>
        </pc:sldMkLst>
      </pc:sldChg>
      <pc:sldChg chg="del">
        <pc:chgData name="Kailing" userId="291a47e472658d09" providerId="LiveId" clId="{3ED23F26-57F7-4AD2-A8D4-FAAD435DE31A}" dt="2023-05-31T00:26:38.424" v="1564" actId="47"/>
        <pc:sldMkLst>
          <pc:docMk/>
          <pc:sldMk cId="2127358186" sldId="267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3536866290" sldId="268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1623718656" sldId="269"/>
        </pc:sldMkLst>
      </pc:sldChg>
      <pc:sldChg chg="del">
        <pc:chgData name="Kailing" userId="291a47e472658d09" providerId="LiveId" clId="{3ED23F26-57F7-4AD2-A8D4-FAAD435DE31A}" dt="2023-05-31T00:26:39.166" v="1565" actId="47"/>
        <pc:sldMkLst>
          <pc:docMk/>
          <pc:sldMk cId="1454598027" sldId="270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2072393645" sldId="271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2020975659" sldId="272"/>
        </pc:sldMkLst>
      </pc:sldChg>
      <pc:sldChg chg="delSp modSp mod">
        <pc:chgData name="Kailing" userId="291a47e472658d09" providerId="LiveId" clId="{3ED23F26-57F7-4AD2-A8D4-FAAD435DE31A}" dt="2023-05-31T00:27:02.323" v="1576" actId="20577"/>
        <pc:sldMkLst>
          <pc:docMk/>
          <pc:sldMk cId="2920956955" sldId="273"/>
        </pc:sldMkLst>
        <pc:spChg chg="mod">
          <ac:chgData name="Kailing" userId="291a47e472658d09" providerId="LiveId" clId="{3ED23F26-57F7-4AD2-A8D4-FAAD435DE31A}" dt="2023-05-31T00:27:02.323" v="1576" actId="20577"/>
          <ac:spMkLst>
            <pc:docMk/>
            <pc:sldMk cId="2920956955" sldId="273"/>
            <ac:spMk id="3" creationId="{00000000-0000-0000-0000-000000000000}"/>
          </ac:spMkLst>
        </pc:spChg>
        <pc:graphicFrameChg chg="del">
          <ac:chgData name="Kailing" userId="291a47e472658d09" providerId="LiveId" clId="{3ED23F26-57F7-4AD2-A8D4-FAAD435DE31A}" dt="2023-05-31T00:26:52.642" v="1568" actId="478"/>
          <ac:graphicFrameMkLst>
            <pc:docMk/>
            <pc:sldMk cId="2920956955" sldId="273"/>
            <ac:graphicFrameMk id="11" creationId="{00000000-0000-0000-0000-000000000000}"/>
          </ac:graphicFrameMkLst>
        </pc:graphicFrameChg>
        <pc:graphicFrameChg chg="del">
          <ac:chgData name="Kailing" userId="291a47e472658d09" providerId="LiveId" clId="{3ED23F26-57F7-4AD2-A8D4-FAAD435DE31A}" dt="2023-05-31T00:26:57.279" v="1570" actId="478"/>
          <ac:graphicFrameMkLst>
            <pc:docMk/>
            <pc:sldMk cId="2920956955" sldId="273"/>
            <ac:graphicFrameMk id="12" creationId="{00000000-0000-0000-0000-000000000000}"/>
          </ac:graphicFrameMkLst>
        </pc:graphicFrameChg>
        <pc:graphicFrameChg chg="del">
          <ac:chgData name="Kailing" userId="291a47e472658d09" providerId="LiveId" clId="{3ED23F26-57F7-4AD2-A8D4-FAAD435DE31A}" dt="2023-05-31T00:26:58.525" v="1571" actId="478"/>
          <ac:graphicFrameMkLst>
            <pc:docMk/>
            <pc:sldMk cId="2920956955" sldId="273"/>
            <ac:graphicFrameMk id="14" creationId="{00000000-0000-0000-0000-000000000000}"/>
          </ac:graphicFrameMkLst>
        </pc:graphicFrameChg>
        <pc:graphicFrameChg chg="del">
          <ac:chgData name="Kailing" userId="291a47e472658d09" providerId="LiveId" clId="{3ED23F26-57F7-4AD2-A8D4-FAAD435DE31A}" dt="2023-05-31T00:26:56.124" v="1569" actId="478"/>
          <ac:graphicFrameMkLst>
            <pc:docMk/>
            <pc:sldMk cId="2920956955" sldId="273"/>
            <ac:graphicFrameMk id="15" creationId="{00000000-0000-0000-0000-000000000000}"/>
          </ac:graphicFrameMkLst>
        </pc:graphicFrameChg>
      </pc:sldChg>
      <pc:sldChg chg="del">
        <pc:chgData name="Kailing" userId="291a47e472658d09" providerId="LiveId" clId="{3ED23F26-57F7-4AD2-A8D4-FAAD435DE31A}" dt="2023-05-31T00:26:35.086" v="1561" actId="47"/>
        <pc:sldMkLst>
          <pc:docMk/>
          <pc:sldMk cId="342371115" sldId="274"/>
        </pc:sldMkLst>
      </pc:sldChg>
      <pc:sldChg chg="del">
        <pc:chgData name="Kailing" userId="291a47e472658d09" providerId="LiveId" clId="{3ED23F26-57F7-4AD2-A8D4-FAAD435DE31A}" dt="2023-05-31T00:26:36.286" v="1562" actId="47"/>
        <pc:sldMkLst>
          <pc:docMk/>
          <pc:sldMk cId="3594532752" sldId="275"/>
        </pc:sldMkLst>
      </pc:sldChg>
      <pc:sldChg chg="del">
        <pc:chgData name="Kailing" userId="291a47e472658d09" providerId="LiveId" clId="{3ED23F26-57F7-4AD2-A8D4-FAAD435DE31A}" dt="2023-05-31T00:26:50.291" v="1567" actId="47"/>
        <pc:sldMkLst>
          <pc:docMk/>
          <pc:sldMk cId="1019482556" sldId="276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3847050485" sldId="277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3968976486" sldId="278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581239130" sldId="279"/>
        </pc:sldMkLst>
      </pc:sldChg>
      <pc:sldChg chg="del">
        <pc:chgData name="Kailing" userId="291a47e472658d09" providerId="LiveId" clId="{3ED23F26-57F7-4AD2-A8D4-FAAD435DE31A}" dt="2023-05-31T00:26:37.751" v="1563" actId="47"/>
        <pc:sldMkLst>
          <pc:docMk/>
          <pc:sldMk cId="2644260428" sldId="280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3611936315" sldId="281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3265152546" sldId="282"/>
        </pc:sldMkLst>
      </pc:sldChg>
      <pc:sldChg chg="del">
        <pc:chgData name="Kailing" userId="291a47e472658d09" providerId="LiveId" clId="{3ED23F26-57F7-4AD2-A8D4-FAAD435DE31A}" dt="2023-05-30T23:50:42.264" v="128" actId="47"/>
        <pc:sldMkLst>
          <pc:docMk/>
          <pc:sldMk cId="3007408588" sldId="283"/>
        </pc:sldMkLst>
      </pc:sldChg>
      <pc:sldChg chg="del">
        <pc:chgData name="Kailing" userId="291a47e472658d09" providerId="LiveId" clId="{3ED23F26-57F7-4AD2-A8D4-FAAD435DE31A}" dt="2023-05-31T00:26:48.647" v="1566" actId="47"/>
        <pc:sldMkLst>
          <pc:docMk/>
          <pc:sldMk cId="1493283328" sldId="284"/>
        </pc:sldMkLst>
      </pc:sldChg>
      <pc:sldChg chg="addSp delSp modSp add mod">
        <pc:chgData name="Kailing" userId="291a47e472658d09" providerId="LiveId" clId="{3ED23F26-57F7-4AD2-A8D4-FAAD435DE31A}" dt="2023-05-31T00:03:13.750" v="699" actId="1076"/>
        <pc:sldMkLst>
          <pc:docMk/>
          <pc:sldMk cId="1356756979" sldId="285"/>
        </pc:sldMkLst>
        <pc:spChg chg="mod">
          <ac:chgData name="Kailing" userId="291a47e472658d09" providerId="LiveId" clId="{3ED23F26-57F7-4AD2-A8D4-FAAD435DE31A}" dt="2023-05-31T00:03:03.768" v="698" actId="1076"/>
          <ac:spMkLst>
            <pc:docMk/>
            <pc:sldMk cId="1356756979" sldId="285"/>
            <ac:spMk id="2" creationId="{08F30AE6-B10A-4C11-F389-0210DC41F259}"/>
          </ac:spMkLst>
        </pc:spChg>
        <pc:spChg chg="mod">
          <ac:chgData name="Kailing" userId="291a47e472658d09" providerId="LiveId" clId="{3ED23F26-57F7-4AD2-A8D4-FAAD435DE31A}" dt="2023-05-30T23:57:03.943" v="394" actId="20577"/>
          <ac:spMkLst>
            <pc:docMk/>
            <pc:sldMk cId="1356756979" sldId="285"/>
            <ac:spMk id="3" creationId="{00000000-0000-0000-0000-000000000000}"/>
          </ac:spMkLst>
        </pc:spChg>
        <pc:spChg chg="add mod">
          <ac:chgData name="Kailing" userId="291a47e472658d09" providerId="LiveId" clId="{3ED23F26-57F7-4AD2-A8D4-FAAD435DE31A}" dt="2023-05-31T00:03:13.750" v="699" actId="1076"/>
          <ac:spMkLst>
            <pc:docMk/>
            <pc:sldMk cId="1356756979" sldId="285"/>
            <ac:spMk id="8" creationId="{4849D624-7911-9BEE-7A05-BBA3CAAD2B51}"/>
          </ac:spMkLst>
        </pc:spChg>
        <pc:picChg chg="del">
          <ac:chgData name="Kailing" userId="291a47e472658d09" providerId="LiveId" clId="{3ED23F26-57F7-4AD2-A8D4-FAAD435DE31A}" dt="2023-05-30T23:56:42.428" v="379" actId="478"/>
          <ac:picMkLst>
            <pc:docMk/>
            <pc:sldMk cId="1356756979" sldId="285"/>
            <ac:picMk id="5" creationId="{80DB0DC7-D1D5-170F-3AB2-3CDB10BB9C2E}"/>
          </ac:picMkLst>
        </pc:picChg>
        <pc:picChg chg="add mod">
          <ac:chgData name="Kailing" userId="291a47e472658d09" providerId="LiveId" clId="{3ED23F26-57F7-4AD2-A8D4-FAAD435DE31A}" dt="2023-05-30T23:57:28.342" v="402" actId="1076"/>
          <ac:picMkLst>
            <pc:docMk/>
            <pc:sldMk cId="1356756979" sldId="285"/>
            <ac:picMk id="7" creationId="{2937BE65-3211-D948-5F2D-CE94A7AC4475}"/>
          </ac:picMkLst>
        </pc:picChg>
        <pc:picChg chg="del">
          <ac:chgData name="Kailing" userId="291a47e472658d09" providerId="LiveId" clId="{3ED23F26-57F7-4AD2-A8D4-FAAD435DE31A}" dt="2023-05-30T23:56:43.132" v="380" actId="478"/>
          <ac:picMkLst>
            <pc:docMk/>
            <pc:sldMk cId="1356756979" sldId="285"/>
            <ac:picMk id="13" creationId="{2381FAFF-96A4-8F8A-0B5C-75D448531496}"/>
          </ac:picMkLst>
        </pc:picChg>
        <pc:picChg chg="del">
          <ac:chgData name="Kailing" userId="291a47e472658d09" providerId="LiveId" clId="{3ED23F26-57F7-4AD2-A8D4-FAAD435DE31A}" dt="2023-05-30T23:56:41.934" v="378" actId="478"/>
          <ac:picMkLst>
            <pc:docMk/>
            <pc:sldMk cId="1356756979" sldId="285"/>
            <ac:picMk id="31" creationId="{1592C85B-2022-DA74-B0F2-73681104E794}"/>
          </ac:picMkLst>
        </pc:picChg>
      </pc:sldChg>
      <pc:sldChg chg="addSp delSp modSp add mod">
        <pc:chgData name="Kailing" userId="291a47e472658d09" providerId="LiveId" clId="{3ED23F26-57F7-4AD2-A8D4-FAAD435DE31A}" dt="2023-05-31T00:12:10.052" v="951" actId="1076"/>
        <pc:sldMkLst>
          <pc:docMk/>
          <pc:sldMk cId="1084385099" sldId="286"/>
        </pc:sldMkLst>
        <pc:spChg chg="mod">
          <ac:chgData name="Kailing" userId="291a47e472658d09" providerId="LiveId" clId="{3ED23F26-57F7-4AD2-A8D4-FAAD435DE31A}" dt="2023-05-31T00:12:08.936" v="950" actId="1076"/>
          <ac:spMkLst>
            <pc:docMk/>
            <pc:sldMk cId="1084385099" sldId="286"/>
            <ac:spMk id="2" creationId="{08F30AE6-B10A-4C11-F389-0210DC41F259}"/>
          </ac:spMkLst>
        </pc:spChg>
        <pc:spChg chg="mod">
          <ac:chgData name="Kailing" userId="291a47e472658d09" providerId="LiveId" clId="{3ED23F26-57F7-4AD2-A8D4-FAAD435DE31A}" dt="2023-05-31T00:09:27.929" v="887" actId="20577"/>
          <ac:spMkLst>
            <pc:docMk/>
            <pc:sldMk cId="1084385099" sldId="286"/>
            <ac:spMk id="3" creationId="{00000000-0000-0000-0000-000000000000}"/>
          </ac:spMkLst>
        </pc:spChg>
        <pc:spChg chg="del">
          <ac:chgData name="Kailing" userId="291a47e472658d09" providerId="LiveId" clId="{3ED23F26-57F7-4AD2-A8D4-FAAD435DE31A}" dt="2023-05-31T00:05:58.933" v="745" actId="478"/>
          <ac:spMkLst>
            <pc:docMk/>
            <pc:sldMk cId="1084385099" sldId="286"/>
            <ac:spMk id="8" creationId="{4849D624-7911-9BEE-7A05-BBA3CAAD2B51}"/>
          </ac:spMkLst>
        </pc:spChg>
        <pc:picChg chg="add mod">
          <ac:chgData name="Kailing" userId="291a47e472658d09" providerId="LiveId" clId="{3ED23F26-57F7-4AD2-A8D4-FAAD435DE31A}" dt="2023-05-31T00:12:10.052" v="951" actId="1076"/>
          <ac:picMkLst>
            <pc:docMk/>
            <pc:sldMk cId="1084385099" sldId="286"/>
            <ac:picMk id="5" creationId="{4DF9FEF9-88BD-A355-4617-AF3D5286D054}"/>
          </ac:picMkLst>
        </pc:picChg>
        <pc:picChg chg="del">
          <ac:chgData name="Kailing" userId="291a47e472658d09" providerId="LiveId" clId="{3ED23F26-57F7-4AD2-A8D4-FAAD435DE31A}" dt="2023-05-31T00:05:26.061" v="701" actId="478"/>
          <ac:picMkLst>
            <pc:docMk/>
            <pc:sldMk cId="1084385099" sldId="286"/>
            <ac:picMk id="7" creationId="{2937BE65-3211-D948-5F2D-CE94A7AC4475}"/>
          </ac:picMkLst>
        </pc:picChg>
      </pc:sldChg>
      <pc:sldChg chg="addSp delSp modSp add mod">
        <pc:chgData name="Kailing" userId="291a47e472658d09" providerId="LiveId" clId="{3ED23F26-57F7-4AD2-A8D4-FAAD435DE31A}" dt="2023-05-31T00:26:28.708" v="1560" actId="20577"/>
        <pc:sldMkLst>
          <pc:docMk/>
          <pc:sldMk cId="3933538709" sldId="287"/>
        </pc:sldMkLst>
        <pc:spChg chg="mod">
          <ac:chgData name="Kailing" userId="291a47e472658d09" providerId="LiveId" clId="{3ED23F26-57F7-4AD2-A8D4-FAAD435DE31A}" dt="2023-05-31T00:14:13.553" v="1108" actId="1076"/>
          <ac:spMkLst>
            <pc:docMk/>
            <pc:sldMk cId="3933538709" sldId="287"/>
            <ac:spMk id="2" creationId="{08F30AE6-B10A-4C11-F389-0210DC41F259}"/>
          </ac:spMkLst>
        </pc:spChg>
        <pc:spChg chg="mod">
          <ac:chgData name="Kailing" userId="291a47e472658d09" providerId="LiveId" clId="{3ED23F26-57F7-4AD2-A8D4-FAAD435DE31A}" dt="2023-05-31T00:09:02.489" v="862" actId="20577"/>
          <ac:spMkLst>
            <pc:docMk/>
            <pc:sldMk cId="3933538709" sldId="287"/>
            <ac:spMk id="3" creationId="{00000000-0000-0000-0000-000000000000}"/>
          </ac:spMkLst>
        </pc:spChg>
        <pc:spChg chg="add mod">
          <ac:chgData name="Kailing" userId="291a47e472658d09" providerId="LiveId" clId="{3ED23F26-57F7-4AD2-A8D4-FAAD435DE31A}" dt="2023-05-31T00:20:26.102" v="1400" actId="1076"/>
          <ac:spMkLst>
            <pc:docMk/>
            <pc:sldMk cId="3933538709" sldId="287"/>
            <ac:spMk id="4" creationId="{51DC55DF-83C5-4777-A9E7-CE44BDEAD7A7}"/>
          </ac:spMkLst>
        </pc:spChg>
        <pc:spChg chg="add mod">
          <ac:chgData name="Kailing" userId="291a47e472658d09" providerId="LiveId" clId="{3ED23F26-57F7-4AD2-A8D4-FAAD435DE31A}" dt="2023-05-31T00:20:21.452" v="1398" actId="20577"/>
          <ac:spMkLst>
            <pc:docMk/>
            <pc:sldMk cId="3933538709" sldId="287"/>
            <ac:spMk id="7" creationId="{E97A11B4-2B3C-C0F5-A359-A3C98074E11B}"/>
          </ac:spMkLst>
        </pc:spChg>
        <pc:spChg chg="add mod">
          <ac:chgData name="Kailing" userId="291a47e472658d09" providerId="LiveId" clId="{3ED23F26-57F7-4AD2-A8D4-FAAD435DE31A}" dt="2023-05-31T00:26:28.708" v="1560" actId="20577"/>
          <ac:spMkLst>
            <pc:docMk/>
            <pc:sldMk cId="3933538709" sldId="287"/>
            <ac:spMk id="8" creationId="{737904CA-DF19-E5D8-FB7A-B4249E956175}"/>
          </ac:spMkLst>
        </pc:spChg>
        <pc:picChg chg="del">
          <ac:chgData name="Kailing" userId="291a47e472658d09" providerId="LiveId" clId="{3ED23F26-57F7-4AD2-A8D4-FAAD435DE31A}" dt="2023-05-31T00:09:06.370" v="863" actId="478"/>
          <ac:picMkLst>
            <pc:docMk/>
            <pc:sldMk cId="3933538709" sldId="287"/>
            <ac:picMk id="5" creationId="{4DF9FEF9-88BD-A355-4617-AF3D5286D054}"/>
          </ac:picMkLst>
        </pc:picChg>
      </pc:sldChg>
      <pc:sldMasterChg chg="delSldLayout">
        <pc:chgData name="Kailing" userId="291a47e472658d09" providerId="LiveId" clId="{3ED23F26-57F7-4AD2-A8D4-FAAD435DE31A}" dt="2023-05-31T00:26:48.647" v="1566" actId="47"/>
        <pc:sldMasterMkLst>
          <pc:docMk/>
          <pc:sldMasterMk cId="3960387265" sldId="2147483648"/>
        </pc:sldMasterMkLst>
        <pc:sldLayoutChg chg="del">
          <pc:chgData name="Kailing" userId="291a47e472658d09" providerId="LiveId" clId="{3ED23F26-57F7-4AD2-A8D4-FAAD435DE31A}" dt="2023-05-31T00:26:48.647" v="1566" actId="47"/>
          <pc:sldLayoutMkLst>
            <pc:docMk/>
            <pc:sldMasterMk cId="3960387265" sldId="2147483648"/>
            <pc:sldLayoutMk cId="1088808841" sldId="21474836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F14F377-0ECF-4DA3-BC32-B18EF7DEE4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2857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-8468" y="2560319"/>
            <a:ext cx="12200467" cy="660689"/>
          </a:xfrm>
          <a:prstGeom prst="rect">
            <a:avLst/>
          </a:prstGeom>
        </p:spPr>
      </p:pic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0903F1C-568E-4080-8C79-B487B35A71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102835" y="4544189"/>
            <a:ext cx="3975953" cy="45402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fld id="{E42970F4-9EF3-4E0A-91E0-2B480D8FBBAF}" type="datetime2">
              <a:rPr lang="zh-CN" altLang="en-US" smtClean="0"/>
              <a:t>2022年1月4日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9F58A51-73B7-41F3-A074-0449CB9FBE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" y="5086796"/>
            <a:ext cx="4225394" cy="138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56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95" descr="图片包含 天空, 泰迪熊, 熊, 建筑物&#10;&#10;自动生成的说明">
            <a:extLst>
              <a:ext uri="{FF2B5EF4-FFF2-40B4-BE49-F238E27FC236}">
                <a16:creationId xmlns:a16="http://schemas.microsoft.com/office/drawing/2014/main" id="{EE79199E-F6B2-4AB7-AD45-DF9746ABEC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0" r="23380"/>
          <a:stretch/>
        </p:blipFill>
        <p:spPr>
          <a:xfrm>
            <a:off x="0" y="2109743"/>
            <a:ext cx="3705223" cy="474825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0" y="1"/>
            <a:ext cx="3705225" cy="3230879"/>
            <a:chOff x="0" y="1"/>
            <a:chExt cx="3705225" cy="3230879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1"/>
              <a:ext cx="3705225" cy="21234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2123439"/>
              <a:ext cx="3705225" cy="110744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24" y="2047874"/>
            <a:ext cx="8486775" cy="345757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569118" y="1160150"/>
            <a:ext cx="256698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目  录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CONTENT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F58A51-73B7-41F3-A074-0449CB9FBE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198623"/>
            <a:ext cx="2847974" cy="9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6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813832" y="0"/>
            <a:ext cx="4824967" cy="6858000"/>
            <a:chOff x="975757" y="0"/>
            <a:chExt cx="4824967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7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ONE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818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58" y="0"/>
            <a:ext cx="4824967" cy="6858000"/>
          </a:xfrm>
          <a:prstGeom prst="rect">
            <a:avLst/>
          </a:prstGeom>
          <a:effectLst>
            <a:outerShdw blurRad="114300" dist="139700" algn="l" rotWithShape="0">
              <a:prstClr val="black">
                <a:alpha val="20000"/>
              </a:prstClr>
            </a:outerShdw>
          </a:effectLst>
        </p:spPr>
      </p:pic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7089775" y="3089701"/>
            <a:ext cx="3645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rPr>
              <a:t>PART ONE</a:t>
            </a:r>
            <a:endParaRPr lang="zh-CN" alt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j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46" y="1068380"/>
            <a:ext cx="1867505" cy="15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57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2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813833" y="0"/>
            <a:ext cx="4824966" cy="6858000"/>
            <a:chOff x="975758" y="0"/>
            <a:chExt cx="4824966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736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9" y="0"/>
            <a:ext cx="4824966" cy="6858000"/>
            <a:chOff x="975758" y="0"/>
            <a:chExt cx="4824966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8" y="0"/>
              <a:ext cx="4824966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565274" y="3089701"/>
              <a:ext cx="36459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TWO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23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813831" y="0"/>
            <a:ext cx="4824967" cy="6858000"/>
            <a:chOff x="813831" y="0"/>
            <a:chExt cx="4824967" cy="6858000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813831" y="0"/>
              <a:ext cx="4824967" cy="6858000"/>
              <a:chOff x="975756" y="0"/>
              <a:chExt cx="4824967" cy="6858000"/>
            </a:xfrm>
          </p:grpSpPr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25000"/>
                        </a14:imgEffect>
                        <a14:imgEffect>
                          <a14:colorTemperature colorTemp="7200"/>
                        </a14:imgEffect>
                        <a14:imgEffect>
                          <a14:brightnessContrast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5756" y="0"/>
                <a:ext cx="4824967" cy="6858000"/>
              </a:xfrm>
              <a:prstGeom prst="rect">
                <a:avLst/>
              </a:prstGeom>
              <a:effectLst>
                <a:outerShdw blurRad="114300" dist="139700" algn="l" rotWithShape="0">
                  <a:prstClr val="black">
                    <a:alpha val="20000"/>
                  </a:prstClr>
                </a:outerShdw>
              </a:effectLst>
            </p:spPr>
          </p:pic>
          <p:sp>
            <p:nvSpPr>
              <p:cNvPr id="11" name="文本框 10"/>
              <p:cNvSpPr txBox="1"/>
              <p:nvPr userDrawn="1"/>
            </p:nvSpPr>
            <p:spPr>
              <a:xfrm>
                <a:off x="1266825" y="3089701"/>
                <a:ext cx="42576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altLang="zh-CN" sz="48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j-ea"/>
                  </a:rPr>
                  <a:t>PART THREE</a:t>
                </a:r>
                <a:endParaRPr lang="zh-CN" altLang="en-US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endParaRPr>
              </a:p>
            </p:txBody>
          </p:sp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B5861CDE-5CCC-4EC9-AAE6-4DDC185E1B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6845" y="1068380"/>
                <a:ext cx="1867505" cy="1523492"/>
              </a:xfrm>
              <a:prstGeom prst="rect">
                <a:avLst/>
              </a:prstGeom>
            </p:spPr>
          </p:pic>
        </p:grpSp>
        <p:sp>
          <p:nvSpPr>
            <p:cNvPr id="2" name="矩形 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591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-2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3667540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 userDrawn="1"/>
        </p:nvGrpSpPr>
        <p:grpSpPr>
          <a:xfrm>
            <a:off x="6500256" y="0"/>
            <a:ext cx="4824967" cy="6858000"/>
            <a:chOff x="813831" y="0"/>
            <a:chExt cx="4824967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  <a14:imgEffect>
                        <a14:colorTemperature colorTemp="72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831" y="0"/>
              <a:ext cx="4824967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2" name="矩形 11"/>
            <p:cNvSpPr/>
            <p:nvPr userDrawn="1"/>
          </p:nvSpPr>
          <p:spPr>
            <a:xfrm>
              <a:off x="2738438" y="4081463"/>
              <a:ext cx="1204912" cy="369848"/>
            </a:xfrm>
            <a:prstGeom prst="rect">
              <a:avLst/>
            </a:prstGeom>
            <a:solidFill>
              <a:srgbClr val="B5A3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500257" y="1068380"/>
            <a:ext cx="4824968" cy="2852318"/>
            <a:chOff x="975756" y="1068380"/>
            <a:chExt cx="4824968" cy="2852318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975756" y="3089701"/>
              <a:ext cx="48249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THREE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218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2760" t="-18106" r="1202" b="-17978"/>
          <a:stretch/>
        </p:blipFill>
        <p:spPr>
          <a:xfrm>
            <a:off x="0" y="3660252"/>
            <a:ext cx="12200467" cy="689345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821252" y="0"/>
            <a:ext cx="4824969" cy="6858000"/>
            <a:chOff x="975755" y="0"/>
            <a:chExt cx="4824969" cy="685800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9" name="文本框 18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806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4 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348988"/>
            <a:ext cx="12192000" cy="3102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719299"/>
            <a:ext cx="12192001" cy="682058"/>
            <a:chOff x="0" y="3667540"/>
            <a:chExt cx="12192001" cy="68205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-16667" r="1202" b="-17979"/>
            <a:stretch/>
          </p:blipFill>
          <p:spPr>
            <a:xfrm>
              <a:off x="0" y="3667540"/>
              <a:ext cx="6500256" cy="68205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52958" t="11456" r="39636" b="-17978"/>
            <a:stretch/>
          </p:blipFill>
          <p:spPr>
            <a:xfrm>
              <a:off x="11141766" y="3809999"/>
              <a:ext cx="1050235" cy="53959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 userDrawn="1"/>
        </p:nvGrpSpPr>
        <p:grpSpPr>
          <a:xfrm>
            <a:off x="6500256" y="0"/>
            <a:ext cx="4824969" cy="6858000"/>
            <a:chOff x="975755" y="0"/>
            <a:chExt cx="4824969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55" y="0"/>
              <a:ext cx="4824969" cy="6858000"/>
            </a:xfrm>
            <a:prstGeom prst="rect">
              <a:avLst/>
            </a:prstGeom>
            <a:effectLst>
              <a:outerShdw blurRad="114300" dist="139700" algn="l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295399" y="3089701"/>
              <a:ext cx="42195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j-ea"/>
                </a:rPr>
                <a:t>PART FOUR</a:t>
              </a:r>
              <a:endPara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j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5861CDE-5CCC-4EC9-AAE6-4DDC185E1B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845" y="1068380"/>
              <a:ext cx="1867505" cy="152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395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1"/>
          </p:nvPr>
        </p:nvSpPr>
        <p:spPr>
          <a:xfrm>
            <a:off x="639763" y="1420813"/>
            <a:ext cx="10964862" cy="4656137"/>
          </a:xfrm>
        </p:spPr>
        <p:txBody>
          <a:bodyPr/>
          <a:lstStyle>
            <a:lvl1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6573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145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1419"/>
          <a:stretch/>
        </p:blipFill>
        <p:spPr>
          <a:xfrm>
            <a:off x="193905" y="122669"/>
            <a:ext cx="659535" cy="6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68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/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8652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728059"/>
            <a:ext cx="12192000" cy="129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" y="-1"/>
            <a:ext cx="12182477" cy="856212"/>
            <a:chOff x="-1" y="-1"/>
            <a:chExt cx="12182477" cy="8562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0" y="-1"/>
              <a:ext cx="12182476" cy="856212"/>
            </a:xfrm>
            <a:prstGeom prst="rect">
              <a:avLst/>
            </a:prstGeom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2C3C1CA-869D-4F70-8C72-BC72214F5E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  <a14:imgEffect>
                        <a14:brightnessContrast bright="100000" contrast="100000"/>
                      </a14:imgEffect>
                    </a14:imgLayer>
                  </a14:imgProps>
                </a:ext>
              </a:extLst>
            </a:blip>
            <a:srcRect l="606" t="-18105" r="1201" b="1"/>
            <a:stretch/>
          </p:blipFill>
          <p:spPr>
            <a:xfrm>
              <a:off x="-1" y="248846"/>
              <a:ext cx="12182477" cy="51676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493DB7-1AE1-4D6D-8EDC-B751E1E78045}"/>
                </a:ext>
              </a:extLst>
            </p:cNvPr>
            <p:cNvSpPr/>
            <p:nvPr userDrawn="1"/>
          </p:nvSpPr>
          <p:spPr>
            <a:xfrm>
              <a:off x="9524" y="-1"/>
              <a:ext cx="12172952" cy="856211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419"/>
            <a:stretch/>
          </p:blipFill>
          <p:spPr>
            <a:xfrm>
              <a:off x="193905" y="122669"/>
              <a:ext cx="659535" cy="610870"/>
            </a:xfrm>
            <a:prstGeom prst="rect">
              <a:avLst/>
            </a:prstGeom>
          </p:spPr>
        </p:pic>
      </p:grpSp>
      <p:sp>
        <p:nvSpPr>
          <p:cNvPr id="11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524" y="1"/>
            <a:ext cx="12172952" cy="85621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4165AA-94F5-4EF4-BE8B-8385615DC60A}"/>
              </a:ext>
            </a:extLst>
          </p:cNvPr>
          <p:cNvSpPr/>
          <p:nvPr userDrawn="1"/>
        </p:nvSpPr>
        <p:spPr>
          <a:xfrm>
            <a:off x="140671" y="6291045"/>
            <a:ext cx="56697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SJTU ICON LIBRARY Copyright © 2021 Invictus. All rights reserved. 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47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纯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973" y="6348122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8666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F14F377-0ECF-4DA3-BC32-B18EF7DEE4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573058"/>
            <a:ext cx="12192000" cy="38871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-8468" y="3503541"/>
            <a:ext cx="12200467" cy="66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19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5409398"/>
          </a:xfrm>
        </p:grpSpPr>
        <p:sp>
          <p:nvSpPr>
            <p:cNvPr id="2" name="矩形 1"/>
            <p:cNvSpPr/>
            <p:nvPr userDrawn="1"/>
          </p:nvSpPr>
          <p:spPr>
            <a:xfrm>
              <a:off x="0" y="3295018"/>
              <a:ext cx="12192000" cy="2114380"/>
            </a:xfrm>
            <a:prstGeom prst="rect">
              <a:avLst/>
            </a:prstGeom>
            <a:gradFill>
              <a:gsLst>
                <a:gs pos="0">
                  <a:schemeClr val="accent1">
                    <a:alpha val="6200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-1" y="0"/>
              <a:ext cx="12192001" cy="32950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2C3C1CA-869D-4F70-8C72-BC72214F5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26009" t="-18105" r="1201" b="1"/>
          <a:stretch/>
        </p:blipFill>
        <p:spPr>
          <a:xfrm>
            <a:off x="0" y="5877294"/>
            <a:ext cx="12200467" cy="6606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861CDE-5CCC-4EC9-AAE6-4DDC185E1B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640" y="350311"/>
            <a:ext cx="2534311" cy="20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5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4518D-F1E1-42FE-ADB3-4B6EED642878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756E6-AE62-4EF0-9CF6-DF3EBBB783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38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6" r:id="rId3"/>
    <p:sldLayoutId id="2147483667" r:id="rId4"/>
    <p:sldLayoutId id="2147483670" r:id="rId5"/>
    <p:sldLayoutId id="2147483672" r:id="rId6"/>
    <p:sldLayoutId id="2147483668" r:id="rId7"/>
    <p:sldLayoutId id="2147483673" r:id="rId8"/>
    <p:sldLayoutId id="2147483671" r:id="rId9"/>
    <p:sldLayoutId id="2147483669" r:id="rId10"/>
    <p:sldLayoutId id="2147483661" r:id="rId11"/>
    <p:sldLayoutId id="2147483664" r:id="rId12"/>
    <p:sldLayoutId id="2147483674" r:id="rId13"/>
    <p:sldLayoutId id="2147483663" r:id="rId14"/>
    <p:sldLayoutId id="2147483665" r:id="rId15"/>
    <p:sldLayoutId id="2147483662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</a:t>
            </a:r>
          </a:p>
        </p:txBody>
      </p:sp>
      <p:sp>
        <p:nvSpPr>
          <p:cNvPr id="5" name="文本占位符 11"/>
          <p:cNvSpPr txBox="1">
            <a:spLocks/>
          </p:cNvSpPr>
          <p:nvPr/>
        </p:nvSpPr>
        <p:spPr>
          <a:xfrm>
            <a:off x="628650" y="1098957"/>
            <a:ext cx="10982325" cy="1447800"/>
          </a:xfrm>
          <a:prstGeom prst="rect">
            <a:avLst/>
          </a:prstGeom>
        </p:spPr>
        <p:txBody>
          <a:bodyPr lIns="144000" tIns="144000" rIns="144000" bIns="14400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基于</a:t>
            </a:r>
            <a:r>
              <a:rPr lang="en-US" altLang="zh-CN" dirty="0"/>
              <a:t>GAN</a:t>
            </a:r>
            <a:r>
              <a:rPr lang="zh-CN" altLang="en-US" dirty="0"/>
              <a:t>结构的拼图网络</a:t>
            </a:r>
          </a:p>
        </p:txBody>
      </p:sp>
      <p:sp>
        <p:nvSpPr>
          <p:cNvPr id="6" name="文本占位符 11"/>
          <p:cNvSpPr txBox="1">
            <a:spLocks/>
          </p:cNvSpPr>
          <p:nvPr/>
        </p:nvSpPr>
        <p:spPr>
          <a:xfrm>
            <a:off x="2382933" y="3634988"/>
            <a:ext cx="7385241" cy="771882"/>
          </a:xfrm>
          <a:prstGeom prst="rect">
            <a:avLst/>
          </a:prstGeom>
        </p:spPr>
        <p:txBody>
          <a:bodyPr lIns="144000" tIns="144000" rIns="144000" bIns="144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王凯灵</a:t>
            </a:r>
          </a:p>
        </p:txBody>
      </p:sp>
      <p:pic>
        <p:nvPicPr>
          <p:cNvPr id="39" name="音频 38">
            <a:hlinkClick r:id="" action="ppaction://media"/>
            <a:extLst>
              <a:ext uri="{FF2B5EF4-FFF2-40B4-BE49-F238E27FC236}">
                <a16:creationId xmlns:a16="http://schemas.microsoft.com/office/drawing/2014/main" id="{A36DB19A-BC8A-59FB-3CE4-01687BB9C2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95940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57"/>
    </mc:Choice>
    <mc:Fallback>
      <p:transition spd="slow" advTm="119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插值方法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F30AE6-B10A-4C11-F389-0210DC41F259}"/>
              </a:ext>
            </a:extLst>
          </p:cNvPr>
          <p:cNvSpPr txBox="1"/>
          <p:nvPr/>
        </p:nvSpPr>
        <p:spPr>
          <a:xfrm>
            <a:off x="628650" y="1544089"/>
            <a:ext cx="607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全图插值：</a:t>
            </a:r>
            <a:endParaRPr lang="en-US" altLang="zh-CN" sz="2400" dirty="0"/>
          </a:p>
          <a:p>
            <a:pPr lvl="1"/>
            <a:r>
              <a:rPr lang="zh-CN" altLang="en-US" sz="2400" dirty="0"/>
              <a:t>将先验信息引入测试集，明显提高精度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分块插值：</a:t>
            </a:r>
            <a:endParaRPr lang="en-US" altLang="zh-CN" sz="2400" dirty="0"/>
          </a:p>
          <a:p>
            <a:pPr lvl="1"/>
            <a:r>
              <a:rPr lang="zh-CN" altLang="en-US" sz="2400" dirty="0"/>
              <a:t>可能造成边缘不连续，无明显效果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考察：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DB0DC7-D1D5-170F-3AB2-3CDB10BB9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73" y="4540291"/>
            <a:ext cx="3962953" cy="12670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673479F-354E-5CDC-C155-E8B3066BE0AB}"/>
              </a:ext>
            </a:extLst>
          </p:cNvPr>
          <p:cNvSpPr txBox="1"/>
          <p:nvPr/>
        </p:nvSpPr>
        <p:spPr>
          <a:xfrm>
            <a:off x="5638800" y="29622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381FAFF-96A4-8F8A-0B5C-75D448531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324" y="3337991"/>
            <a:ext cx="1609950" cy="514422"/>
          </a:xfrm>
          <a:prstGeom prst="rect">
            <a:avLst/>
          </a:prstGeom>
        </p:spPr>
      </p:pic>
      <p:pic>
        <p:nvPicPr>
          <p:cNvPr id="31" name="图片 30" descr="图片包含 应用程序&#10;&#10;描述已自动生成">
            <a:extLst>
              <a:ext uri="{FF2B5EF4-FFF2-40B4-BE49-F238E27FC236}">
                <a16:creationId xmlns:a16="http://schemas.microsoft.com/office/drawing/2014/main" id="{1592C85B-2022-DA74-B0F2-73681104E7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354" y="2731578"/>
            <a:ext cx="4590097" cy="2582333"/>
          </a:xfrm>
          <a:prstGeom prst="rect">
            <a:avLst/>
          </a:prstGeom>
        </p:spPr>
      </p:pic>
      <p:pic>
        <p:nvPicPr>
          <p:cNvPr id="33" name="音频 32">
            <a:hlinkClick r:id="" action="ppaction://media"/>
            <a:extLst>
              <a:ext uri="{FF2B5EF4-FFF2-40B4-BE49-F238E27FC236}">
                <a16:creationId xmlns:a16="http://schemas.microsoft.com/office/drawing/2014/main" id="{BD718DB9-833C-E8B7-C0D9-04AD6C5471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9184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371"/>
    </mc:Choice>
    <mc:Fallback>
      <p:transition spd="slow" advTm="453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Pipline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F30AE6-B10A-4C11-F389-0210DC41F259}"/>
              </a:ext>
            </a:extLst>
          </p:cNvPr>
          <p:cNvSpPr txBox="1"/>
          <p:nvPr/>
        </p:nvSpPr>
        <p:spPr>
          <a:xfrm>
            <a:off x="501486" y="2167394"/>
            <a:ext cx="396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Encoder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en-US" sz="2400" dirty="0"/>
              <a:t>提取特征，增大容量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Solver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2"/>
            <a:r>
              <a:rPr lang="zh-CN" altLang="en-US" sz="2400" dirty="0"/>
              <a:t>位置分类器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Discriminator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2"/>
            <a:r>
              <a:rPr lang="zh-CN" altLang="en-US" sz="2400" dirty="0"/>
              <a:t>真实图像鉴别器</a:t>
            </a:r>
            <a:endParaRPr lang="en-US" altLang="zh-CN" sz="2400" dirty="0"/>
          </a:p>
          <a:p>
            <a:pPr lvl="1"/>
            <a:r>
              <a:rPr lang="en-US" altLang="zh-CN" sz="2400" dirty="0"/>
              <a:t>	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73479F-354E-5CDC-C155-E8B3066BE0AB}"/>
              </a:ext>
            </a:extLst>
          </p:cNvPr>
          <p:cNvSpPr txBox="1"/>
          <p:nvPr/>
        </p:nvSpPr>
        <p:spPr>
          <a:xfrm>
            <a:off x="5638800" y="29622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 descr="图形用户界面, 应用程序, 网站&#10;&#10;描述已自动生成">
            <a:extLst>
              <a:ext uri="{FF2B5EF4-FFF2-40B4-BE49-F238E27FC236}">
                <a16:creationId xmlns:a16="http://schemas.microsoft.com/office/drawing/2014/main" id="{2937BE65-3211-D948-5F2D-CE94A7AC44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524" y="1908306"/>
            <a:ext cx="6828476" cy="37294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849D624-7911-9BEE-7A05-BBA3CAAD2B51}"/>
              </a:ext>
            </a:extLst>
          </p:cNvPr>
          <p:cNvSpPr txBox="1"/>
          <p:nvPr/>
        </p:nvSpPr>
        <p:spPr>
          <a:xfrm>
            <a:off x="745961" y="5268427"/>
            <a:ext cx="347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仿照</a:t>
            </a:r>
            <a:r>
              <a:rPr lang="en-US" altLang="zh-CN" dirty="0"/>
              <a:t>GAN</a:t>
            </a:r>
            <a:r>
              <a:rPr lang="zh-CN" altLang="en-US" dirty="0"/>
              <a:t>框架，辅助主网络学习</a:t>
            </a:r>
          </a:p>
        </p:txBody>
      </p:sp>
      <p:pic>
        <p:nvPicPr>
          <p:cNvPr id="38" name="音频 37">
            <a:hlinkClick r:id="" action="ppaction://media"/>
            <a:extLst>
              <a:ext uri="{FF2B5EF4-FFF2-40B4-BE49-F238E27FC236}">
                <a16:creationId xmlns:a16="http://schemas.microsoft.com/office/drawing/2014/main" id="{12893BF9-4704-B8F8-5854-0DEC4ED03A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56756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237"/>
    </mc:Choice>
    <mc:Fallback>
      <p:transition spd="slow" advTm="60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边缘信息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F30AE6-B10A-4C11-F389-0210DC41F259}"/>
              </a:ext>
            </a:extLst>
          </p:cNvPr>
          <p:cNvSpPr txBox="1"/>
          <p:nvPr/>
        </p:nvSpPr>
        <p:spPr>
          <a:xfrm>
            <a:off x="1498600" y="2911475"/>
            <a:ext cx="396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梯度传递：</a:t>
            </a:r>
            <a:endParaRPr lang="en-US" altLang="zh-CN" sz="2400" dirty="0"/>
          </a:p>
          <a:p>
            <a:pPr lvl="1"/>
            <a:r>
              <a:rPr lang="zh-CN" altLang="en-US" sz="2400" dirty="0"/>
              <a:t>使用流图，将网络输出保留在图像中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边缘</a:t>
            </a:r>
            <a:r>
              <a:rPr lang="en-US" altLang="zh-CN" sz="2400" dirty="0"/>
              <a:t>Loss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/>
            <a:r>
              <a:rPr lang="zh-CN" altLang="en-US" sz="2400" dirty="0"/>
              <a:t>计算</a:t>
            </a:r>
            <a:r>
              <a:rPr lang="en-US" altLang="zh-CN" sz="2400" dirty="0"/>
              <a:t>Total Variation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73479F-354E-5CDC-C155-E8B3066BE0AB}"/>
              </a:ext>
            </a:extLst>
          </p:cNvPr>
          <p:cNvSpPr txBox="1"/>
          <p:nvPr/>
        </p:nvSpPr>
        <p:spPr>
          <a:xfrm>
            <a:off x="5638800" y="29622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 descr="屏幕上有字&#10;&#10;描述已自动生成">
            <a:extLst>
              <a:ext uri="{FF2B5EF4-FFF2-40B4-BE49-F238E27FC236}">
                <a16:creationId xmlns:a16="http://schemas.microsoft.com/office/drawing/2014/main" id="{4DF9FEF9-88BD-A355-4617-AF3D5286D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15889"/>
            <a:ext cx="5181611" cy="3715520"/>
          </a:xfrm>
          <a:prstGeom prst="rect">
            <a:avLst/>
          </a:prstGeom>
        </p:spPr>
      </p:pic>
      <p:pic>
        <p:nvPicPr>
          <p:cNvPr id="22" name="音频 21">
            <a:hlinkClick r:id="" action="ppaction://media"/>
            <a:extLst>
              <a:ext uri="{FF2B5EF4-FFF2-40B4-BE49-F238E27FC236}">
                <a16:creationId xmlns:a16="http://schemas.microsoft.com/office/drawing/2014/main" id="{6242E4BA-478E-85FA-A5FE-87C4B6779B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84385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58"/>
    </mc:Choice>
    <mc:Fallback>
      <p:transition spd="slow" advTm="28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实现细节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F30AE6-B10A-4C11-F389-0210DC41F259}"/>
              </a:ext>
            </a:extLst>
          </p:cNvPr>
          <p:cNvSpPr txBox="1"/>
          <p:nvPr/>
        </p:nvSpPr>
        <p:spPr>
          <a:xfrm>
            <a:off x="793585" y="1615896"/>
            <a:ext cx="42860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数据集：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训练数据：任意给定的拼图序列，可以无原图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自然数据：自然图像，用于自监督辅助鉴别器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73479F-354E-5CDC-C155-E8B3066BE0AB}"/>
              </a:ext>
            </a:extLst>
          </p:cNvPr>
          <p:cNvSpPr txBox="1"/>
          <p:nvPr/>
        </p:nvSpPr>
        <p:spPr>
          <a:xfrm>
            <a:off x="5638800" y="29622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DC55DF-83C5-4777-A9E7-CE44BDEAD7A7}"/>
              </a:ext>
            </a:extLst>
          </p:cNvPr>
          <p:cNvSpPr txBox="1"/>
          <p:nvPr/>
        </p:nvSpPr>
        <p:spPr>
          <a:xfrm>
            <a:off x="6096000" y="1615896"/>
            <a:ext cx="44194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代码实现：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使用</a:t>
            </a:r>
            <a:r>
              <a:rPr lang="en-US" altLang="zh-CN" sz="2400" dirty="0"/>
              <a:t>config</a:t>
            </a:r>
            <a:r>
              <a:rPr lang="zh-CN" altLang="en-US" sz="2400" dirty="0"/>
              <a:t>文件传入参数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全程写入</a:t>
            </a:r>
            <a:r>
              <a:rPr lang="en-US" altLang="zh-CN" sz="2400" dirty="0"/>
              <a:t>log</a:t>
            </a:r>
            <a:r>
              <a:rPr lang="zh-CN" altLang="en-US" sz="2400" dirty="0"/>
              <a:t>，异常信息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自实现</a:t>
            </a:r>
            <a:r>
              <a:rPr lang="en-US" altLang="zh-CN" sz="2400" dirty="0" err="1"/>
              <a:t>tqdm</a:t>
            </a:r>
            <a:r>
              <a:rPr lang="zh-CN" altLang="en-US" sz="2400" dirty="0"/>
              <a:t>功能的效果库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功能函数均重实现</a:t>
            </a:r>
            <a:endParaRPr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7A11B4-2B3C-C0F5-A359-A3C98074E11B}"/>
              </a:ext>
            </a:extLst>
          </p:cNvPr>
          <p:cNvSpPr txBox="1"/>
          <p:nvPr/>
        </p:nvSpPr>
        <p:spPr>
          <a:xfrm>
            <a:off x="793585" y="3844746"/>
            <a:ext cx="42860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其他细节：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子图过多时，随机选取一定数量的排列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不预训练编码器，防止特征丢失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7904CA-DF19-E5D8-FB7A-B4249E956175}"/>
              </a:ext>
            </a:extLst>
          </p:cNvPr>
          <p:cNvSpPr txBox="1"/>
          <p:nvPr/>
        </p:nvSpPr>
        <p:spPr>
          <a:xfrm>
            <a:off x="6096000" y="3844746"/>
            <a:ext cx="4286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潜在空间：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实现自监督</a:t>
            </a:r>
            <a:r>
              <a:rPr lang="en-US" altLang="zh-CN" sz="2400" dirty="0"/>
              <a:t>backbone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提高多子图分类能力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引入完整的</a:t>
            </a:r>
            <a:r>
              <a:rPr lang="en-US" altLang="zh-CN" sz="2400" dirty="0"/>
              <a:t>GAN</a:t>
            </a:r>
            <a:r>
              <a:rPr lang="zh-CN" altLang="en-US" sz="2400" dirty="0"/>
              <a:t>网络</a:t>
            </a:r>
            <a:endParaRPr lang="en-US" altLang="zh-CN" sz="2400" dirty="0"/>
          </a:p>
        </p:txBody>
      </p:sp>
      <p:pic>
        <p:nvPicPr>
          <p:cNvPr id="24" name="音频 23">
            <a:hlinkClick r:id="" action="ppaction://media"/>
            <a:extLst>
              <a:ext uri="{FF2B5EF4-FFF2-40B4-BE49-F238E27FC236}">
                <a16:creationId xmlns:a16="http://schemas.microsoft.com/office/drawing/2014/main" id="{3BE60E52-93B6-5966-2D9F-7FDFC0A3E2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33538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717"/>
    </mc:Choice>
    <mc:Fallback>
      <p:transition spd="slow" advTm="787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结果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E0422E-4B28-467B-6282-57319CC86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76" y="1456680"/>
            <a:ext cx="11450648" cy="4696480"/>
          </a:xfrm>
          <a:prstGeom prst="rect">
            <a:avLst/>
          </a:prstGeom>
        </p:spPr>
      </p:pic>
      <p:pic>
        <p:nvPicPr>
          <p:cNvPr id="10" name="音频 9">
            <a:hlinkClick r:id="" action="ppaction://media"/>
            <a:extLst>
              <a:ext uri="{FF2B5EF4-FFF2-40B4-BE49-F238E27FC236}">
                <a16:creationId xmlns:a16="http://schemas.microsoft.com/office/drawing/2014/main" id="{277A49A2-2672-F0A9-D052-5BB95890C1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20956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895"/>
    </mc:Choice>
    <mc:Fallback>
      <p:transition spd="slow" advTm="238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 txBox="1">
            <a:spLocks/>
          </p:cNvSpPr>
          <p:nvPr/>
        </p:nvSpPr>
        <p:spPr>
          <a:xfrm>
            <a:off x="0" y="3036039"/>
            <a:ext cx="12192000" cy="753641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  <p:txBody>
          <a:bodyPr vert="horz" lIns="144000" tIns="144000" rIns="144000" bIns="1440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600" spc="-150" dirty="0"/>
              <a:t>THANKS FOR WATCHING</a:t>
            </a:r>
            <a:endParaRPr lang="zh-CN" altLang="en-US" sz="6600" spc="-150" dirty="0"/>
          </a:p>
        </p:txBody>
      </p:sp>
    </p:spTree>
    <p:extLst>
      <p:ext uri="{BB962C8B-B14F-4D97-AF65-F5344CB8AC3E}">
        <p14:creationId xmlns:p14="http://schemas.microsoft.com/office/powerpoint/2010/main" val="3969508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32"/>
    </mc:Choice>
    <mc:Fallback>
      <p:transition spd="slow" advTm="3732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SJTU-学术">
      <a:dk1>
        <a:srgbClr val="000000"/>
      </a:dk1>
      <a:lt1>
        <a:srgbClr val="FFFFFF"/>
      </a:lt1>
      <a:dk2>
        <a:srgbClr val="003264"/>
      </a:dk2>
      <a:lt2>
        <a:srgbClr val="D9D9D9"/>
      </a:lt2>
      <a:accent1>
        <a:srgbClr val="004098"/>
      </a:accent1>
      <a:accent2>
        <a:srgbClr val="2B75CF"/>
      </a:accent2>
      <a:accent3>
        <a:srgbClr val="BD9F68"/>
      </a:accent3>
      <a:accent4>
        <a:srgbClr val="C55A11"/>
      </a:accent4>
      <a:accent5>
        <a:srgbClr val="FFC000"/>
      </a:accent5>
      <a:accent6>
        <a:srgbClr val="A6A6A6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187</Words>
  <Application>Microsoft Office PowerPoint</Application>
  <PresentationFormat>宽屏</PresentationFormat>
  <Paragraphs>42</Paragraphs>
  <Slides>7</Slides>
  <Notes>0</Notes>
  <HiddenSlides>0</HiddenSlides>
  <MMClips>6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微软雅黑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Invictus 许歆瑶</dc:creator>
  <cp:lastModifiedBy>Wang Kailing</cp:lastModifiedBy>
  <cp:revision>123</cp:revision>
  <dcterms:created xsi:type="dcterms:W3CDTF">2021-11-22T04:20:28Z</dcterms:created>
  <dcterms:modified xsi:type="dcterms:W3CDTF">2023-05-31T13:20:26Z</dcterms:modified>
  <cp:contentStatus/>
</cp:coreProperties>
</file>